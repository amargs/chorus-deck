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36.xml" ContentType="application/vnd.openxmlformats-officedocument.presentationml.slide+xml"/>
  <Override PartName="/ppt/slides/slide637.xml" ContentType="application/vnd.openxmlformats-officedocument.presentationml.slide+xml"/>
  <Override PartName="/ppt/slides/slide638.xml" ContentType="application/vnd.openxmlformats-officedocument.presentationml.slide+xml"/>
  <Override PartName="/ppt/slides/slide639.xml" ContentType="application/vnd.openxmlformats-officedocument.presentationml.slide+xml"/>
  <Override PartName="/ppt/slides/slide640.xml" ContentType="application/vnd.openxmlformats-officedocument.presentationml.slide+xml"/>
  <Override PartName="/ppt/slides/slide641.xml" ContentType="application/vnd.openxmlformats-officedocument.presentationml.slide+xml"/>
  <Override PartName="/ppt/slides/slide642.xml" ContentType="application/vnd.openxmlformats-officedocument.presentationml.slide+xml"/>
  <Override PartName="/ppt/slides/slide643.xml" ContentType="application/vnd.openxmlformats-officedocument.presentationml.slide+xml"/>
  <Override PartName="/ppt/slides/slide644.xml" ContentType="application/vnd.openxmlformats-officedocument.presentationml.slide+xml"/>
  <Override PartName="/ppt/slides/slide645.xml" ContentType="application/vnd.openxmlformats-officedocument.presentationml.slide+xml"/>
  <Override PartName="/ppt/slides/slide646.xml" ContentType="application/vnd.openxmlformats-officedocument.presentationml.slide+xml"/>
  <Override PartName="/ppt/slides/slide647.xml" ContentType="application/vnd.openxmlformats-officedocument.presentationml.slide+xml"/>
  <Override PartName="/ppt/slides/slide648.xml" ContentType="application/vnd.openxmlformats-officedocument.presentationml.slide+xml"/>
  <Override PartName="/ppt/slides/slide649.xml" ContentType="application/vnd.openxmlformats-officedocument.presentationml.slide+xml"/>
  <Override PartName="/ppt/slides/slide650.xml" ContentType="application/vnd.openxmlformats-officedocument.presentationml.slide+xml"/>
  <Override PartName="/ppt/slides/slide651.xml" ContentType="application/vnd.openxmlformats-officedocument.presentationml.slide+xml"/>
  <Override PartName="/ppt/slides/slide652.xml" ContentType="application/vnd.openxmlformats-officedocument.presentationml.slide+xml"/>
  <Override PartName="/ppt/slides/slide653.xml" ContentType="application/vnd.openxmlformats-officedocument.presentationml.slide+xml"/>
  <Override PartName="/ppt/slides/slide654.xml" ContentType="application/vnd.openxmlformats-officedocument.presentationml.slide+xml"/>
  <Override PartName="/ppt/slides/slide655.xml" ContentType="application/vnd.openxmlformats-officedocument.presentationml.slide+xml"/>
  <Override PartName="/ppt/slides/slide656.xml" ContentType="application/vnd.openxmlformats-officedocument.presentationml.slide+xml"/>
  <Override PartName="/ppt/slides/slide657.xml" ContentType="application/vnd.openxmlformats-officedocument.presentationml.slide+xml"/>
  <Override PartName="/ppt/slides/slide658.xml" ContentType="application/vnd.openxmlformats-officedocument.presentationml.slide+xml"/>
  <Override PartName="/ppt/slides/slide659.xml" ContentType="application/vnd.openxmlformats-officedocument.presentationml.slide+xml"/>
  <Override PartName="/ppt/slides/slide660.xml" ContentType="application/vnd.openxmlformats-officedocument.presentationml.slide+xml"/>
  <Override PartName="/ppt/slides/slide661.xml" ContentType="application/vnd.openxmlformats-officedocument.presentationml.slide+xml"/>
  <Override PartName="/ppt/slides/slide662.xml" ContentType="application/vnd.openxmlformats-officedocument.presentationml.slide+xml"/>
  <Override PartName="/ppt/slides/slide663.xml" ContentType="application/vnd.openxmlformats-officedocument.presentationml.slide+xml"/>
  <Override PartName="/ppt/slides/slide664.xml" ContentType="application/vnd.openxmlformats-officedocument.presentationml.slide+xml"/>
  <Override PartName="/ppt/slides/slide665.xml" ContentType="application/vnd.openxmlformats-officedocument.presentationml.slide+xml"/>
  <Override PartName="/ppt/slides/slide666.xml" ContentType="application/vnd.openxmlformats-officedocument.presentationml.slide+xml"/>
  <Override PartName="/ppt/slides/slide667.xml" ContentType="application/vnd.openxmlformats-officedocument.presentationml.slide+xml"/>
  <Override PartName="/ppt/slides/slide668.xml" ContentType="application/vnd.openxmlformats-officedocument.presentationml.slide+xml"/>
  <Override PartName="/ppt/slides/slide669.xml" ContentType="application/vnd.openxmlformats-officedocument.presentationml.slide+xml"/>
  <Override PartName="/ppt/slides/slide670.xml" ContentType="application/vnd.openxmlformats-officedocument.presentationml.slide+xml"/>
  <Override PartName="/ppt/slides/slide671.xml" ContentType="application/vnd.openxmlformats-officedocument.presentationml.slide+xml"/>
  <Override PartName="/ppt/slides/slide672.xml" ContentType="application/vnd.openxmlformats-officedocument.presentationml.slide+xml"/>
  <Override PartName="/ppt/slides/slide673.xml" ContentType="application/vnd.openxmlformats-officedocument.presentationml.slide+xml"/>
  <Override PartName="/ppt/slides/slide674.xml" ContentType="application/vnd.openxmlformats-officedocument.presentationml.slide+xml"/>
  <Override PartName="/ppt/slides/slide675.xml" ContentType="application/vnd.openxmlformats-officedocument.presentationml.slide+xml"/>
  <Override PartName="/ppt/slides/slide676.xml" ContentType="application/vnd.openxmlformats-officedocument.presentationml.slide+xml"/>
  <Override PartName="/ppt/slides/slide677.xml" ContentType="application/vnd.openxmlformats-officedocument.presentationml.slide+xml"/>
  <Override PartName="/ppt/slides/slide678.xml" ContentType="application/vnd.openxmlformats-officedocument.presentationml.slide+xml"/>
  <Override PartName="/ppt/slides/slide679.xml" ContentType="application/vnd.openxmlformats-officedocument.presentationml.slide+xml"/>
  <Override PartName="/ppt/slides/slide680.xml" ContentType="application/vnd.openxmlformats-officedocument.presentationml.slide+xml"/>
  <Override PartName="/ppt/slides/slide681.xml" ContentType="application/vnd.openxmlformats-officedocument.presentationml.slide+xml"/>
  <Override PartName="/ppt/slides/slide682.xml" ContentType="application/vnd.openxmlformats-officedocument.presentationml.slide+xml"/>
  <Override PartName="/ppt/slides/slide683.xml" ContentType="application/vnd.openxmlformats-officedocument.presentationml.slide+xml"/>
  <Override PartName="/ppt/slides/slide684.xml" ContentType="application/vnd.openxmlformats-officedocument.presentationml.slide+xml"/>
  <Override PartName="/ppt/slides/slide685.xml" ContentType="application/vnd.openxmlformats-officedocument.presentationml.slide+xml"/>
  <Override PartName="/ppt/slides/slide686.xml" ContentType="application/vnd.openxmlformats-officedocument.presentationml.slide+xml"/>
  <Override PartName="/ppt/slides/slide687.xml" ContentType="application/vnd.openxmlformats-officedocument.presentationml.slide+xml"/>
  <Override PartName="/ppt/slides/slide688.xml" ContentType="application/vnd.openxmlformats-officedocument.presentationml.slide+xml"/>
  <Override PartName="/ppt/slides/slide689.xml" ContentType="application/vnd.openxmlformats-officedocument.presentationml.slide+xml"/>
  <Override PartName="/ppt/slides/slide690.xml" ContentType="application/vnd.openxmlformats-officedocument.presentationml.slide+xml"/>
  <Override PartName="/ppt/slides/slide691.xml" ContentType="application/vnd.openxmlformats-officedocument.presentationml.slide+xml"/>
  <Override PartName="/ppt/slides/slide692.xml" ContentType="application/vnd.openxmlformats-officedocument.presentationml.slide+xml"/>
  <Override PartName="/ppt/slides/slide693.xml" ContentType="application/vnd.openxmlformats-officedocument.presentationml.slide+xml"/>
  <Override PartName="/ppt/slides/slide694.xml" ContentType="application/vnd.openxmlformats-officedocument.presentationml.slide+xml"/>
  <Override PartName="/ppt/slides/slide695.xml" ContentType="application/vnd.openxmlformats-officedocument.presentationml.slide+xml"/>
  <Override PartName="/ppt/slides/slide696.xml" ContentType="application/vnd.openxmlformats-officedocument.presentationml.slide+xml"/>
  <Override PartName="/ppt/slides/slide697.xml" ContentType="application/vnd.openxmlformats-officedocument.presentationml.slide+xml"/>
  <Override PartName="/ppt/slides/slide698.xml" ContentType="application/vnd.openxmlformats-officedocument.presentationml.slide+xml"/>
  <Override PartName="/ppt/slides/slide699.xml" ContentType="application/vnd.openxmlformats-officedocument.presentationml.slide+xml"/>
  <Override PartName="/ppt/slides/slide700.xml" ContentType="application/vnd.openxmlformats-officedocument.presentationml.slide+xml"/>
  <Override PartName="/ppt/slides/slide701.xml" ContentType="application/vnd.openxmlformats-officedocument.presentationml.slide+xml"/>
  <Override PartName="/ppt/slides/slide702.xml" ContentType="application/vnd.openxmlformats-officedocument.presentationml.slide+xml"/>
  <Override PartName="/ppt/slides/slide703.xml" ContentType="application/vnd.openxmlformats-officedocument.presentationml.slide+xml"/>
  <Override PartName="/ppt/slides/slide704.xml" ContentType="application/vnd.openxmlformats-officedocument.presentationml.slide+xml"/>
  <Override PartName="/ppt/slides/slide705.xml" ContentType="application/vnd.openxmlformats-officedocument.presentationml.slide+xml"/>
  <Override PartName="/ppt/slides/slide706.xml" ContentType="application/vnd.openxmlformats-officedocument.presentationml.slide+xml"/>
  <Override PartName="/ppt/slides/slide707.xml" ContentType="application/vnd.openxmlformats-officedocument.presentationml.slide+xml"/>
  <Override PartName="/ppt/slides/slide708.xml" ContentType="application/vnd.openxmlformats-officedocument.presentationml.slide+xml"/>
  <Override PartName="/ppt/slides/slide709.xml" ContentType="application/vnd.openxmlformats-officedocument.presentationml.slide+xml"/>
  <Override PartName="/ppt/slides/slide710.xml" ContentType="application/vnd.openxmlformats-officedocument.presentationml.slide+xml"/>
  <Override PartName="/ppt/slides/slide711.xml" ContentType="application/vnd.openxmlformats-officedocument.presentationml.slide+xml"/>
  <Override PartName="/ppt/slides/slide712.xml" ContentType="application/vnd.openxmlformats-officedocument.presentationml.slide+xml"/>
  <Override PartName="/ppt/slides/slide713.xml" ContentType="application/vnd.openxmlformats-officedocument.presentationml.slide+xml"/>
  <Override PartName="/ppt/slides/slide714.xml" ContentType="application/vnd.openxmlformats-officedocument.presentationml.slide+xml"/>
  <Override PartName="/ppt/slides/slide715.xml" ContentType="application/vnd.openxmlformats-officedocument.presentationml.slide+xml"/>
  <Override PartName="/ppt/slides/slide716.xml" ContentType="application/vnd.openxmlformats-officedocument.presentationml.slide+xml"/>
  <Override PartName="/ppt/slides/slide717.xml" ContentType="application/vnd.openxmlformats-officedocument.presentationml.slide+xml"/>
  <Override PartName="/ppt/slides/slide718.xml" ContentType="application/vnd.openxmlformats-officedocument.presentationml.slide+xml"/>
  <Override PartName="/ppt/slides/slide719.xml" ContentType="application/vnd.openxmlformats-officedocument.presentationml.slide+xml"/>
  <Override PartName="/ppt/slides/slide720.xml" ContentType="application/vnd.openxmlformats-officedocument.presentationml.slide+xml"/>
  <Override PartName="/ppt/slides/slide721.xml" ContentType="application/vnd.openxmlformats-officedocument.presentationml.slide+xml"/>
  <Override PartName="/ppt/slides/slide722.xml" ContentType="application/vnd.openxmlformats-officedocument.presentationml.slide+xml"/>
  <Override PartName="/ppt/slides/slide723.xml" ContentType="application/vnd.openxmlformats-officedocument.presentationml.slide+xml"/>
  <Override PartName="/ppt/slides/slide724.xml" ContentType="application/vnd.openxmlformats-officedocument.presentationml.slide+xml"/>
  <Override PartName="/ppt/slides/slide725.xml" ContentType="application/vnd.openxmlformats-officedocument.presentationml.slide+xml"/>
  <Override PartName="/ppt/slides/slide726.xml" ContentType="application/vnd.openxmlformats-officedocument.presentationml.slide+xml"/>
  <Override PartName="/ppt/slides/slide727.xml" ContentType="application/vnd.openxmlformats-officedocument.presentationml.slide+xml"/>
  <Override PartName="/ppt/slides/slide728.xml" ContentType="application/vnd.openxmlformats-officedocument.presentationml.slide+xml"/>
  <Override PartName="/ppt/slides/slide729.xml" ContentType="application/vnd.openxmlformats-officedocument.presentationml.slide+xml"/>
  <Override PartName="/ppt/slides/slide730.xml" ContentType="application/vnd.openxmlformats-officedocument.presentationml.slide+xml"/>
  <Override PartName="/ppt/slides/slide731.xml" ContentType="application/vnd.openxmlformats-officedocument.presentationml.slide+xml"/>
  <Override PartName="/ppt/slides/slide732.xml" ContentType="application/vnd.openxmlformats-officedocument.presentationml.slide+xml"/>
  <Override PartName="/ppt/slides/slide733.xml" ContentType="application/vnd.openxmlformats-officedocument.presentationml.slide+xml"/>
  <Override PartName="/ppt/slides/slide734.xml" ContentType="application/vnd.openxmlformats-officedocument.presentationml.slide+xml"/>
  <Override PartName="/ppt/slides/slide735.xml" ContentType="application/vnd.openxmlformats-officedocument.presentationml.slide+xml"/>
  <Override PartName="/ppt/slides/slide736.xml" ContentType="application/vnd.openxmlformats-officedocument.presentationml.slide+xml"/>
  <Override PartName="/ppt/slides/slide737.xml" ContentType="application/vnd.openxmlformats-officedocument.presentationml.slide+xml"/>
  <Override PartName="/ppt/slides/slide738.xml" ContentType="application/vnd.openxmlformats-officedocument.presentationml.slide+xml"/>
  <Override PartName="/ppt/slides/slide739.xml" ContentType="application/vnd.openxmlformats-officedocument.presentationml.slide+xml"/>
  <Override PartName="/ppt/slides/slide740.xml" ContentType="application/vnd.openxmlformats-officedocument.presentationml.slide+xml"/>
  <Override PartName="/ppt/slides/slide741.xml" ContentType="application/vnd.openxmlformats-officedocument.presentationml.slide+xml"/>
  <Override PartName="/ppt/slides/slide742.xml" ContentType="application/vnd.openxmlformats-officedocument.presentationml.slide+xml"/>
  <Override PartName="/ppt/slides/slide743.xml" ContentType="application/vnd.openxmlformats-officedocument.presentationml.slide+xml"/>
  <Override PartName="/ppt/slides/slide744.xml" ContentType="application/vnd.openxmlformats-officedocument.presentationml.slide+xml"/>
  <Override PartName="/ppt/slides/slide745.xml" ContentType="application/vnd.openxmlformats-officedocument.presentationml.slide+xml"/>
  <Override PartName="/ppt/slides/slide746.xml" ContentType="application/vnd.openxmlformats-officedocument.presentationml.slide+xml"/>
  <Override PartName="/ppt/slides/slide747.xml" ContentType="application/vnd.openxmlformats-officedocument.presentationml.slide+xml"/>
  <Override PartName="/ppt/slides/slide748.xml" ContentType="application/vnd.openxmlformats-officedocument.presentationml.slide+xml"/>
  <Override PartName="/ppt/slides/slide749.xml" ContentType="application/vnd.openxmlformats-officedocument.presentationml.slide+xml"/>
  <Override PartName="/ppt/slides/slide750.xml" ContentType="application/vnd.openxmlformats-officedocument.presentationml.slide+xml"/>
  <Override PartName="/ppt/slides/slide751.xml" ContentType="application/vnd.openxmlformats-officedocument.presentationml.slide+xml"/>
  <Override PartName="/ppt/slides/slide752.xml" ContentType="application/vnd.openxmlformats-officedocument.presentationml.slide+xml"/>
  <Override PartName="/ppt/slides/slide753.xml" ContentType="application/vnd.openxmlformats-officedocument.presentationml.slide+xml"/>
  <Override PartName="/ppt/slides/slide754.xml" ContentType="application/vnd.openxmlformats-officedocument.presentationml.slide+xml"/>
  <Override PartName="/ppt/slides/slide755.xml" ContentType="application/vnd.openxmlformats-officedocument.presentationml.slide+xml"/>
  <Override PartName="/ppt/slides/slide756.xml" ContentType="application/vnd.openxmlformats-officedocument.presentationml.slide+xml"/>
  <Override PartName="/ppt/slides/slide757.xml" ContentType="application/vnd.openxmlformats-officedocument.presentationml.slide+xml"/>
  <Override PartName="/ppt/slides/slide758.xml" ContentType="application/vnd.openxmlformats-officedocument.presentationml.slide+xml"/>
  <Override PartName="/ppt/slides/slide759.xml" ContentType="application/vnd.openxmlformats-officedocument.presentationml.slide+xml"/>
  <Override PartName="/ppt/slides/slide760.xml" ContentType="application/vnd.openxmlformats-officedocument.presentationml.slide+xml"/>
  <Override PartName="/ppt/slides/slide761.xml" ContentType="application/vnd.openxmlformats-officedocument.presentationml.slide+xml"/>
  <Override PartName="/ppt/slides/slide762.xml" ContentType="application/vnd.openxmlformats-officedocument.presentationml.slide+xml"/>
  <Override PartName="/ppt/slides/slide763.xml" ContentType="application/vnd.openxmlformats-officedocument.presentationml.slide+xml"/>
  <Override PartName="/ppt/slides/slide764.xml" ContentType="application/vnd.openxmlformats-officedocument.presentationml.slide+xml"/>
  <Override PartName="/ppt/slides/slide765.xml" ContentType="application/vnd.openxmlformats-officedocument.presentationml.slide+xml"/>
  <Override PartName="/ppt/slides/slide766.xml" ContentType="application/vnd.openxmlformats-officedocument.presentationml.slide+xml"/>
  <Override PartName="/ppt/slides/slide767.xml" ContentType="application/vnd.openxmlformats-officedocument.presentationml.slide+xml"/>
  <Override PartName="/ppt/slides/slide768.xml" ContentType="application/vnd.openxmlformats-officedocument.presentationml.slide+xml"/>
  <Override PartName="/ppt/slides/slide769.xml" ContentType="application/vnd.openxmlformats-officedocument.presentationml.slide+xml"/>
  <Override PartName="/ppt/slides/slide770.xml" ContentType="application/vnd.openxmlformats-officedocument.presentationml.slide+xml"/>
  <Override PartName="/ppt/slides/slide771.xml" ContentType="application/vnd.openxmlformats-officedocument.presentationml.slide+xml"/>
  <Override PartName="/ppt/slides/slide772.xml" ContentType="application/vnd.openxmlformats-officedocument.presentationml.slide+xml"/>
  <Override PartName="/ppt/slides/slide773.xml" ContentType="application/vnd.openxmlformats-officedocument.presentationml.slide+xml"/>
  <Override PartName="/ppt/slides/slide774.xml" ContentType="application/vnd.openxmlformats-officedocument.presentationml.slide+xml"/>
  <Override PartName="/ppt/slides/slide775.xml" ContentType="application/vnd.openxmlformats-officedocument.presentationml.slide+xml"/>
  <Override PartName="/ppt/slides/slide776.xml" ContentType="application/vnd.openxmlformats-officedocument.presentationml.slide+xml"/>
  <Override PartName="/ppt/slides/slide777.xml" ContentType="application/vnd.openxmlformats-officedocument.presentationml.slide+xml"/>
  <Override PartName="/ppt/slides/slide778.xml" ContentType="application/vnd.openxmlformats-officedocument.presentationml.slide+xml"/>
  <Override PartName="/ppt/slides/slide779.xml" ContentType="application/vnd.openxmlformats-officedocument.presentationml.slide+xml"/>
  <Override PartName="/ppt/slides/slide780.xml" ContentType="application/vnd.openxmlformats-officedocument.presentationml.slide+xml"/>
  <Override PartName="/ppt/slides/slide781.xml" ContentType="application/vnd.openxmlformats-officedocument.presentationml.slide+xml"/>
  <Override PartName="/ppt/slides/slide782.xml" ContentType="application/vnd.openxmlformats-officedocument.presentationml.slide+xml"/>
  <Override PartName="/ppt/slides/slide783.xml" ContentType="application/vnd.openxmlformats-officedocument.presentationml.slide+xml"/>
  <Override PartName="/ppt/slides/slide784.xml" ContentType="application/vnd.openxmlformats-officedocument.presentationml.slide+xml"/>
  <Override PartName="/ppt/slides/slide785.xml" ContentType="application/vnd.openxmlformats-officedocument.presentationml.slide+xml"/>
  <Override PartName="/ppt/slides/slide786.xml" ContentType="application/vnd.openxmlformats-officedocument.presentationml.slide+xml"/>
  <Override PartName="/ppt/slides/slide787.xml" ContentType="application/vnd.openxmlformats-officedocument.presentationml.slide+xml"/>
  <Override PartName="/ppt/slides/slide788.xml" ContentType="application/vnd.openxmlformats-officedocument.presentationml.slide+xml"/>
  <Override PartName="/ppt/slides/slide789.xml" ContentType="application/vnd.openxmlformats-officedocument.presentationml.slide+xml"/>
  <Override PartName="/ppt/slides/slide790.xml" ContentType="application/vnd.openxmlformats-officedocument.presentationml.slide+xml"/>
  <Override PartName="/ppt/slides/slide791.xml" ContentType="application/vnd.openxmlformats-officedocument.presentationml.slide+xml"/>
  <Override PartName="/ppt/slides/slide792.xml" ContentType="application/vnd.openxmlformats-officedocument.presentationml.slide+xml"/>
  <Override PartName="/ppt/slides/slide793.xml" ContentType="application/vnd.openxmlformats-officedocument.presentationml.slide+xml"/>
  <Override PartName="/ppt/slides/slide794.xml" ContentType="application/vnd.openxmlformats-officedocument.presentationml.slide+xml"/>
  <Override PartName="/ppt/slides/slide795.xml" ContentType="application/vnd.openxmlformats-officedocument.presentationml.slide+xml"/>
  <Override PartName="/ppt/slides/slide796.xml" ContentType="application/vnd.openxmlformats-officedocument.presentationml.slide+xml"/>
  <Override PartName="/ppt/slides/slide797.xml" ContentType="application/vnd.openxmlformats-officedocument.presentationml.slide+xml"/>
  <Override PartName="/ppt/slides/slide798.xml" ContentType="application/vnd.openxmlformats-officedocument.presentationml.slide+xml"/>
  <Override PartName="/ppt/slides/slide799.xml" ContentType="application/vnd.openxmlformats-officedocument.presentationml.slide+xml"/>
  <Override PartName="/ppt/slides/slide800.xml" ContentType="application/vnd.openxmlformats-officedocument.presentationml.slide+xml"/>
  <Override PartName="/ppt/slides/slide801.xml" ContentType="application/vnd.openxmlformats-officedocument.presentationml.slide+xml"/>
  <Override PartName="/ppt/slides/slide802.xml" ContentType="application/vnd.openxmlformats-officedocument.presentationml.slide+xml"/>
  <Override PartName="/ppt/slides/slide803.xml" ContentType="application/vnd.openxmlformats-officedocument.presentationml.slide+xml"/>
  <Override PartName="/ppt/slides/slide804.xml" ContentType="application/vnd.openxmlformats-officedocument.presentationml.slide+xml"/>
  <Override PartName="/ppt/slides/slide805.xml" ContentType="application/vnd.openxmlformats-officedocument.presentationml.slide+xml"/>
  <Override PartName="/ppt/slides/slide806.xml" ContentType="application/vnd.openxmlformats-officedocument.presentationml.slide+xml"/>
  <Override PartName="/ppt/slides/slide807.xml" ContentType="application/vnd.openxmlformats-officedocument.presentationml.slide+xml"/>
  <Override PartName="/ppt/slides/slide808.xml" ContentType="application/vnd.openxmlformats-officedocument.presentationml.slide+xml"/>
  <Override PartName="/ppt/slides/slide809.xml" ContentType="application/vnd.openxmlformats-officedocument.presentationml.slide+xml"/>
  <Override PartName="/ppt/slides/slide810.xml" ContentType="application/vnd.openxmlformats-officedocument.presentationml.slide+xml"/>
  <Override PartName="/ppt/slides/slide811.xml" ContentType="application/vnd.openxmlformats-officedocument.presentationml.slide+xml"/>
  <Override PartName="/ppt/slides/slide812.xml" ContentType="application/vnd.openxmlformats-officedocument.presentationml.slide+xml"/>
  <Override PartName="/ppt/slides/slide813.xml" ContentType="application/vnd.openxmlformats-officedocument.presentationml.slide+xml"/>
  <Override PartName="/ppt/slides/slide814.xml" ContentType="application/vnd.openxmlformats-officedocument.presentationml.slide+xml"/>
  <Override PartName="/ppt/slides/slide815.xml" ContentType="application/vnd.openxmlformats-officedocument.presentationml.slide+xml"/>
  <Override PartName="/ppt/slides/slide816.xml" ContentType="application/vnd.openxmlformats-officedocument.presentationml.slide+xml"/>
  <Override PartName="/ppt/slides/slide817.xml" ContentType="application/vnd.openxmlformats-officedocument.presentationml.slide+xml"/>
  <Override PartName="/ppt/slides/slide818.xml" ContentType="application/vnd.openxmlformats-officedocument.presentationml.slide+xml"/>
  <Override PartName="/ppt/slides/slide819.xml" ContentType="application/vnd.openxmlformats-officedocument.presentationml.slide+xml"/>
  <Override PartName="/ppt/slides/slide820.xml" ContentType="application/vnd.openxmlformats-officedocument.presentationml.slide+xml"/>
  <Override PartName="/ppt/slides/slide821.xml" ContentType="application/vnd.openxmlformats-officedocument.presentationml.slide+xml"/>
  <Override PartName="/ppt/slides/slide822.xml" ContentType="application/vnd.openxmlformats-officedocument.presentationml.slide+xml"/>
  <Override PartName="/ppt/slides/slide823.xml" ContentType="application/vnd.openxmlformats-officedocument.presentationml.slide+xml"/>
  <Override PartName="/ppt/slides/slide824.xml" ContentType="application/vnd.openxmlformats-officedocument.presentationml.slide+xml"/>
  <Override PartName="/ppt/slides/slide825.xml" ContentType="application/vnd.openxmlformats-officedocument.presentationml.slide+xml"/>
  <Override PartName="/ppt/slides/slide826.xml" ContentType="application/vnd.openxmlformats-officedocument.presentationml.slide+xml"/>
  <Override PartName="/ppt/slides/slide827.xml" ContentType="application/vnd.openxmlformats-officedocument.presentationml.slide+xml"/>
  <Override PartName="/ppt/slides/slide828.xml" ContentType="application/vnd.openxmlformats-officedocument.presentationml.slide+xml"/>
  <Override PartName="/ppt/slides/slide829.xml" ContentType="application/vnd.openxmlformats-officedocument.presentationml.slide+xml"/>
  <Override PartName="/ppt/slides/slide830.xml" ContentType="application/vnd.openxmlformats-officedocument.presentationml.slide+xml"/>
  <Override PartName="/ppt/slides/slide831.xml" ContentType="application/vnd.openxmlformats-officedocument.presentationml.slide+xml"/>
  <Override PartName="/ppt/slides/slide832.xml" ContentType="application/vnd.openxmlformats-officedocument.presentationml.slide+xml"/>
  <Override PartName="/ppt/slides/slide833.xml" ContentType="application/vnd.openxmlformats-officedocument.presentationml.slide+xml"/>
  <Override PartName="/ppt/slides/slide834.xml" ContentType="application/vnd.openxmlformats-officedocument.presentationml.slide+xml"/>
  <Override PartName="/ppt/slides/slide835.xml" ContentType="application/vnd.openxmlformats-officedocument.presentationml.slide+xml"/>
  <Override PartName="/ppt/slides/slide836.xml" ContentType="application/vnd.openxmlformats-officedocument.presentationml.slide+xml"/>
  <Override PartName="/ppt/slides/slide837.xml" ContentType="application/vnd.openxmlformats-officedocument.presentationml.slide+xml"/>
  <Override PartName="/ppt/slides/slide838.xml" ContentType="application/vnd.openxmlformats-officedocument.presentationml.slide+xml"/>
  <Override PartName="/ppt/slides/slide839.xml" ContentType="application/vnd.openxmlformats-officedocument.presentationml.slide+xml"/>
  <Override PartName="/ppt/slides/slide840.xml" ContentType="application/vnd.openxmlformats-officedocument.presentationml.slide+xml"/>
  <Override PartName="/ppt/slides/slide841.xml" ContentType="application/vnd.openxmlformats-officedocument.presentationml.slide+xml"/>
  <Override PartName="/ppt/slides/slide842.xml" ContentType="application/vnd.openxmlformats-officedocument.presentationml.slide+xml"/>
  <Override PartName="/ppt/slides/slide843.xml" ContentType="application/vnd.openxmlformats-officedocument.presentationml.slide+xml"/>
  <Override PartName="/ppt/slides/slide844.xml" ContentType="application/vnd.openxmlformats-officedocument.presentationml.slide+xml"/>
  <Override PartName="/ppt/slides/slide845.xml" ContentType="application/vnd.openxmlformats-officedocument.presentationml.slide+xml"/>
  <Override PartName="/ppt/slides/slide846.xml" ContentType="application/vnd.openxmlformats-officedocument.presentationml.slide+xml"/>
  <Override PartName="/ppt/slides/slide847.xml" ContentType="application/vnd.openxmlformats-officedocument.presentationml.slide+xml"/>
  <Override PartName="/ppt/slides/slide848.xml" ContentType="application/vnd.openxmlformats-officedocument.presentationml.slide+xml"/>
  <Override PartName="/ppt/slides/slide849.xml" ContentType="application/vnd.openxmlformats-officedocument.presentationml.slide+xml"/>
  <Override PartName="/ppt/slides/slide850.xml" ContentType="application/vnd.openxmlformats-officedocument.presentationml.slide+xml"/>
  <Override PartName="/ppt/slides/slide851.xml" ContentType="application/vnd.openxmlformats-officedocument.presentationml.slide+xml"/>
  <Override PartName="/ppt/slides/slide852.xml" ContentType="application/vnd.openxmlformats-officedocument.presentationml.slide+xml"/>
  <Override PartName="/ppt/slides/slide853.xml" ContentType="application/vnd.openxmlformats-officedocument.presentationml.slide+xml"/>
  <Override PartName="/ppt/slides/slide854.xml" ContentType="application/vnd.openxmlformats-officedocument.presentationml.slide+xml"/>
  <Override PartName="/ppt/slides/slide855.xml" ContentType="application/vnd.openxmlformats-officedocument.presentationml.slide+xml"/>
  <Override PartName="/ppt/slides/slide856.xml" ContentType="application/vnd.openxmlformats-officedocument.presentationml.slide+xml"/>
  <Override PartName="/ppt/slides/slide857.xml" ContentType="application/vnd.openxmlformats-officedocument.presentationml.slide+xml"/>
  <Override PartName="/ppt/slides/slide858.xml" ContentType="application/vnd.openxmlformats-officedocument.presentationml.slide+xml"/>
  <Override PartName="/ppt/slides/slide859.xml" ContentType="application/vnd.openxmlformats-officedocument.presentationml.slide+xml"/>
  <Override PartName="/ppt/slides/slide860.xml" ContentType="application/vnd.openxmlformats-officedocument.presentationml.slide+xml"/>
  <Override PartName="/ppt/slides/slide861.xml" ContentType="application/vnd.openxmlformats-officedocument.presentationml.slide+xml"/>
  <Override PartName="/ppt/slides/slide862.xml" ContentType="application/vnd.openxmlformats-officedocument.presentationml.slide+xml"/>
  <Override PartName="/ppt/slides/slide863.xml" ContentType="application/vnd.openxmlformats-officedocument.presentationml.slide+xml"/>
  <Override PartName="/ppt/slides/slide864.xml" ContentType="application/vnd.openxmlformats-officedocument.presentationml.slide+xml"/>
  <Override PartName="/ppt/slides/slide865.xml" ContentType="application/vnd.openxmlformats-officedocument.presentationml.slide+xml"/>
  <Override PartName="/ppt/slides/slide866.xml" ContentType="application/vnd.openxmlformats-officedocument.presentationml.slide+xml"/>
  <Override PartName="/ppt/slides/slide867.xml" ContentType="application/vnd.openxmlformats-officedocument.presentationml.slide+xml"/>
  <Override PartName="/ppt/slides/slide868.xml" ContentType="application/vnd.openxmlformats-officedocument.presentationml.slide+xml"/>
  <Override PartName="/ppt/slides/slide869.xml" ContentType="application/vnd.openxmlformats-officedocument.presentationml.slide+xml"/>
  <Override PartName="/ppt/slides/slide870.xml" ContentType="application/vnd.openxmlformats-officedocument.presentationml.slide+xml"/>
  <Override PartName="/ppt/slides/slide871.xml" ContentType="application/vnd.openxmlformats-officedocument.presentationml.slide+xml"/>
  <Override PartName="/ppt/slides/slide872.xml" ContentType="application/vnd.openxmlformats-officedocument.presentationml.slide+xml"/>
  <Override PartName="/ppt/slides/slide873.xml" ContentType="application/vnd.openxmlformats-officedocument.presentationml.slide+xml"/>
  <Override PartName="/ppt/slides/slide874.xml" ContentType="application/vnd.openxmlformats-officedocument.presentationml.slide+xml"/>
  <Override PartName="/ppt/slides/slide875.xml" ContentType="application/vnd.openxmlformats-officedocument.presentationml.slide+xml"/>
  <Override PartName="/ppt/slides/slide876.xml" ContentType="application/vnd.openxmlformats-officedocument.presentationml.slide+xml"/>
  <Override PartName="/ppt/slides/slide877.xml" ContentType="application/vnd.openxmlformats-officedocument.presentationml.slide+xml"/>
  <Override PartName="/ppt/slides/slide878.xml" ContentType="application/vnd.openxmlformats-officedocument.presentationml.slide+xml"/>
  <Override PartName="/ppt/slides/slide879.xml" ContentType="application/vnd.openxmlformats-officedocument.presentationml.slide+xml"/>
  <Override PartName="/ppt/slides/slide880.xml" ContentType="application/vnd.openxmlformats-officedocument.presentationml.slide+xml"/>
  <Override PartName="/ppt/slides/slide881.xml" ContentType="application/vnd.openxmlformats-officedocument.presentationml.slide+xml"/>
  <Override PartName="/ppt/slides/slide882.xml" ContentType="application/vnd.openxmlformats-officedocument.presentationml.slide+xml"/>
  <Override PartName="/ppt/slides/slide883.xml" ContentType="application/vnd.openxmlformats-officedocument.presentationml.slide+xml"/>
  <Override PartName="/ppt/slides/slide884.xml" ContentType="application/vnd.openxmlformats-officedocument.presentationml.slide+xml"/>
  <Override PartName="/ppt/slides/slide885.xml" ContentType="application/vnd.openxmlformats-officedocument.presentationml.slide+xml"/>
  <Override PartName="/ppt/slides/slide886.xml" ContentType="application/vnd.openxmlformats-officedocument.presentationml.slide+xml"/>
  <Override PartName="/ppt/slides/slide887.xml" ContentType="application/vnd.openxmlformats-officedocument.presentationml.slide+xml"/>
  <Override PartName="/ppt/slides/slide888.xml" ContentType="application/vnd.openxmlformats-officedocument.presentationml.slide+xml"/>
  <Override PartName="/ppt/slides/slide889.xml" ContentType="application/vnd.openxmlformats-officedocument.presentationml.slide+xml"/>
  <Override PartName="/ppt/slides/slide890.xml" ContentType="application/vnd.openxmlformats-officedocument.presentationml.slide+xml"/>
  <Override PartName="/ppt/slides/slide891.xml" ContentType="application/vnd.openxmlformats-officedocument.presentationml.slide+xml"/>
  <Override PartName="/ppt/slides/slide892.xml" ContentType="application/vnd.openxmlformats-officedocument.presentationml.slide+xml"/>
  <Override PartName="/ppt/slides/slide893.xml" ContentType="application/vnd.openxmlformats-officedocument.presentationml.slide+xml"/>
  <Override PartName="/ppt/slides/slide894.xml" ContentType="application/vnd.openxmlformats-officedocument.presentationml.slide+xml"/>
  <Override PartName="/ppt/slides/slide895.xml" ContentType="application/vnd.openxmlformats-officedocument.presentationml.slide+xml"/>
  <Override PartName="/ppt/slides/slide896.xml" ContentType="application/vnd.openxmlformats-officedocument.presentationml.slide+xml"/>
  <Override PartName="/ppt/slides/slide897.xml" ContentType="application/vnd.openxmlformats-officedocument.presentationml.slide+xml"/>
  <Override PartName="/ppt/slides/slide898.xml" ContentType="application/vnd.openxmlformats-officedocument.presentationml.slide+xml"/>
  <Override PartName="/ppt/slides/slide899.xml" ContentType="application/vnd.openxmlformats-officedocument.presentationml.slide+xml"/>
  <Override PartName="/ppt/slides/slide900.xml" ContentType="application/vnd.openxmlformats-officedocument.presentationml.slide+xml"/>
  <Override PartName="/ppt/slides/slide901.xml" ContentType="application/vnd.openxmlformats-officedocument.presentationml.slide+xml"/>
  <Override PartName="/ppt/slides/slide902.xml" ContentType="application/vnd.openxmlformats-officedocument.presentationml.slide+xml"/>
  <Override PartName="/ppt/slides/slide903.xml" ContentType="application/vnd.openxmlformats-officedocument.presentationml.slide+xml"/>
  <Override PartName="/ppt/slides/slide904.xml" ContentType="application/vnd.openxmlformats-officedocument.presentationml.slide+xml"/>
  <Override PartName="/ppt/slides/slide905.xml" ContentType="application/vnd.openxmlformats-officedocument.presentationml.slide+xml"/>
  <Override PartName="/ppt/slides/slide906.xml" ContentType="application/vnd.openxmlformats-officedocument.presentationml.slide+xml"/>
  <Override PartName="/ppt/slides/slide907.xml" ContentType="application/vnd.openxmlformats-officedocument.presentationml.slide+xml"/>
  <Override PartName="/ppt/slides/slide908.xml" ContentType="application/vnd.openxmlformats-officedocument.presentationml.slide+xml"/>
  <Override PartName="/ppt/slides/slide909.xml" ContentType="application/vnd.openxmlformats-officedocument.presentationml.slide+xml"/>
  <Override PartName="/ppt/slides/slide910.xml" ContentType="application/vnd.openxmlformats-officedocument.presentationml.slide+xml"/>
  <Override PartName="/ppt/slides/slide911.xml" ContentType="application/vnd.openxmlformats-officedocument.presentationml.slide+xml"/>
  <Override PartName="/ppt/slides/slide912.xml" ContentType="application/vnd.openxmlformats-officedocument.presentationml.slide+xml"/>
  <Override PartName="/ppt/slides/slide913.xml" ContentType="application/vnd.openxmlformats-officedocument.presentationml.slide+xml"/>
  <Override PartName="/ppt/slides/slide914.xml" ContentType="application/vnd.openxmlformats-officedocument.presentationml.slide+xml"/>
  <Override PartName="/ppt/slides/slide915.xml" ContentType="application/vnd.openxmlformats-officedocument.presentationml.slide+xml"/>
  <Override PartName="/ppt/slides/slide916.xml" ContentType="application/vnd.openxmlformats-officedocument.presentationml.slide+xml"/>
  <Override PartName="/ppt/slides/slide917.xml" ContentType="application/vnd.openxmlformats-officedocument.presentationml.slide+xml"/>
  <Override PartName="/ppt/slides/slide918.xml" ContentType="application/vnd.openxmlformats-officedocument.presentationml.slide+xml"/>
  <Override PartName="/ppt/slides/slide919.xml" ContentType="application/vnd.openxmlformats-officedocument.presentationml.slide+xml"/>
  <Override PartName="/ppt/slides/slide920.xml" ContentType="application/vnd.openxmlformats-officedocument.presentationml.slide+xml"/>
  <Override PartName="/ppt/slides/slide921.xml" ContentType="application/vnd.openxmlformats-officedocument.presentationml.slide+xml"/>
  <Override PartName="/ppt/slides/slide922.xml" ContentType="application/vnd.openxmlformats-officedocument.presentationml.slide+xml"/>
  <Override PartName="/ppt/slides/slide923.xml" ContentType="application/vnd.openxmlformats-officedocument.presentationml.slide+xml"/>
  <Override PartName="/ppt/slides/slide924.xml" ContentType="application/vnd.openxmlformats-officedocument.presentationml.slide+xml"/>
  <Override PartName="/ppt/slides/slide925.xml" ContentType="application/vnd.openxmlformats-officedocument.presentationml.slide+xml"/>
  <Override PartName="/ppt/slides/slide926.xml" ContentType="application/vnd.openxmlformats-officedocument.presentationml.slide+xml"/>
  <Override PartName="/ppt/slides/slide927.xml" ContentType="application/vnd.openxmlformats-officedocument.presentationml.slide+xml"/>
  <Override PartName="/ppt/slides/slide928.xml" ContentType="application/vnd.openxmlformats-officedocument.presentationml.slide+xml"/>
  <Override PartName="/ppt/slides/slide929.xml" ContentType="application/vnd.openxmlformats-officedocument.presentationml.slide+xml"/>
  <Override PartName="/ppt/slides/slide930.xml" ContentType="application/vnd.openxmlformats-officedocument.presentationml.slide+xml"/>
  <Override PartName="/ppt/slides/slide931.xml" ContentType="application/vnd.openxmlformats-officedocument.presentationml.slide+xml"/>
  <Override PartName="/ppt/slides/slide932.xml" ContentType="application/vnd.openxmlformats-officedocument.presentationml.slide+xml"/>
  <Override PartName="/ppt/slides/slide933.xml" ContentType="application/vnd.openxmlformats-officedocument.presentationml.slide+xml"/>
  <Override PartName="/ppt/slides/slide934.xml" ContentType="application/vnd.openxmlformats-officedocument.presentationml.slide+xml"/>
  <Override PartName="/ppt/slides/slide935.xml" ContentType="application/vnd.openxmlformats-officedocument.presentationml.slide+xml"/>
  <Override PartName="/ppt/slides/slide936.xml" ContentType="application/vnd.openxmlformats-officedocument.presentationml.slide+xml"/>
  <Override PartName="/ppt/slides/slide937.xml" ContentType="application/vnd.openxmlformats-officedocument.presentationml.slide+xml"/>
  <Override PartName="/ppt/slides/slide938.xml" ContentType="application/vnd.openxmlformats-officedocument.presentationml.slide+xml"/>
  <Override PartName="/ppt/slides/slide939.xml" ContentType="application/vnd.openxmlformats-officedocument.presentationml.slide+xml"/>
  <Override PartName="/ppt/slides/slide940.xml" ContentType="application/vnd.openxmlformats-officedocument.presentationml.slide+xml"/>
  <Override PartName="/ppt/slides/slide941.xml" ContentType="application/vnd.openxmlformats-officedocument.presentationml.slide+xml"/>
  <Override PartName="/ppt/slides/slide942.xml" ContentType="application/vnd.openxmlformats-officedocument.presentationml.slide+xml"/>
  <Override PartName="/ppt/slides/slide943.xml" ContentType="application/vnd.openxmlformats-officedocument.presentationml.slide+xml"/>
  <Override PartName="/ppt/slides/slide944.xml" ContentType="application/vnd.openxmlformats-officedocument.presentationml.slide+xml"/>
  <Override PartName="/ppt/slides/slide945.xml" ContentType="application/vnd.openxmlformats-officedocument.presentationml.slide+xml"/>
  <Override PartName="/ppt/slides/slide946.xml" ContentType="application/vnd.openxmlformats-officedocument.presentationml.slide+xml"/>
  <Override PartName="/ppt/slides/slide947.xml" ContentType="application/vnd.openxmlformats-officedocument.presentationml.slide+xml"/>
  <Override PartName="/ppt/slides/slide948.xml" ContentType="application/vnd.openxmlformats-officedocument.presentationml.slide+xml"/>
  <Override PartName="/ppt/slides/slide949.xml" ContentType="application/vnd.openxmlformats-officedocument.presentationml.slide+xml"/>
  <Override PartName="/ppt/slides/slide950.xml" ContentType="application/vnd.openxmlformats-officedocument.presentationml.slide+xml"/>
  <Override PartName="/ppt/slides/slide951.xml" ContentType="application/vnd.openxmlformats-officedocument.presentationml.slide+xml"/>
  <Override PartName="/ppt/slides/slide952.xml" ContentType="application/vnd.openxmlformats-officedocument.presentationml.slide+xml"/>
  <Override PartName="/ppt/slides/slide953.xml" ContentType="application/vnd.openxmlformats-officedocument.presentationml.slide+xml"/>
  <Override PartName="/ppt/slides/slide954.xml" ContentType="application/vnd.openxmlformats-officedocument.presentationml.slide+xml"/>
  <Override PartName="/ppt/slides/slide955.xml" ContentType="application/vnd.openxmlformats-officedocument.presentationml.slide+xml"/>
  <Override PartName="/ppt/slides/slide956.xml" ContentType="application/vnd.openxmlformats-officedocument.presentationml.slide+xml"/>
  <Override PartName="/ppt/slides/slide957.xml" ContentType="application/vnd.openxmlformats-officedocument.presentationml.slide+xml"/>
  <Override PartName="/ppt/slides/slide958.xml" ContentType="application/vnd.openxmlformats-officedocument.presentationml.slide+xml"/>
  <Override PartName="/ppt/slides/slide959.xml" ContentType="application/vnd.openxmlformats-officedocument.presentationml.slide+xml"/>
  <Override PartName="/ppt/slides/slide960.xml" ContentType="application/vnd.openxmlformats-officedocument.presentationml.slide+xml"/>
  <Override PartName="/ppt/slides/slide961.xml" ContentType="application/vnd.openxmlformats-officedocument.presentationml.slide+xml"/>
  <Override PartName="/ppt/slides/slide962.xml" ContentType="application/vnd.openxmlformats-officedocument.presentationml.slide+xml"/>
  <Override PartName="/ppt/slides/slide963.xml" ContentType="application/vnd.openxmlformats-officedocument.presentationml.slide+xml"/>
  <Override PartName="/ppt/slides/slide964.xml" ContentType="application/vnd.openxmlformats-officedocument.presentationml.slide+xml"/>
  <Override PartName="/ppt/slides/slide965.xml" ContentType="application/vnd.openxmlformats-officedocument.presentationml.slide+xml"/>
  <Override PartName="/ppt/slides/slide966.xml" ContentType="application/vnd.openxmlformats-officedocument.presentationml.slide+xml"/>
  <Override PartName="/ppt/slides/slide967.xml" ContentType="application/vnd.openxmlformats-officedocument.presentationml.slide+xml"/>
  <Override PartName="/ppt/slides/slide968.xml" ContentType="application/vnd.openxmlformats-officedocument.presentationml.slide+xml"/>
  <Override PartName="/ppt/slides/slide969.xml" ContentType="application/vnd.openxmlformats-officedocument.presentationml.slide+xml"/>
  <Override PartName="/ppt/slides/slide970.xml" ContentType="application/vnd.openxmlformats-officedocument.presentationml.slide+xml"/>
  <Override PartName="/ppt/slides/slide971.xml" ContentType="application/vnd.openxmlformats-officedocument.presentationml.slide+xml"/>
  <Override PartName="/ppt/slides/slide972.xml" ContentType="application/vnd.openxmlformats-officedocument.presentationml.slide+xml"/>
  <Override PartName="/ppt/slides/slide973.xml" ContentType="application/vnd.openxmlformats-officedocument.presentationml.slide+xml"/>
  <Override PartName="/ppt/slides/slide974.xml" ContentType="application/vnd.openxmlformats-officedocument.presentationml.slide+xml"/>
  <Override PartName="/ppt/slides/slide975.xml" ContentType="application/vnd.openxmlformats-officedocument.presentationml.slide+xml"/>
  <Override PartName="/ppt/slides/slide976.xml" ContentType="application/vnd.openxmlformats-officedocument.presentationml.slide+xml"/>
  <Override PartName="/ppt/slides/slide977.xml" ContentType="application/vnd.openxmlformats-officedocument.presentationml.slide+xml"/>
  <Override PartName="/ppt/slides/slide978.xml" ContentType="application/vnd.openxmlformats-officedocument.presentationml.slide+xml"/>
  <Override PartName="/ppt/slides/slide979.xml" ContentType="application/vnd.openxmlformats-officedocument.presentationml.slide+xml"/>
  <Override PartName="/ppt/slides/slide980.xml" ContentType="application/vnd.openxmlformats-officedocument.presentationml.slide+xml"/>
  <Override PartName="/ppt/slides/slide981.xml" ContentType="application/vnd.openxmlformats-officedocument.presentationml.slide+xml"/>
  <Override PartName="/ppt/slides/slide982.xml" ContentType="application/vnd.openxmlformats-officedocument.presentationml.slide+xml"/>
  <Override PartName="/ppt/slides/slide983.xml" ContentType="application/vnd.openxmlformats-officedocument.presentationml.slide+xml"/>
  <Override PartName="/ppt/slides/slide984.xml" ContentType="application/vnd.openxmlformats-officedocument.presentationml.slide+xml"/>
  <Override PartName="/ppt/slides/slide985.xml" ContentType="application/vnd.openxmlformats-officedocument.presentationml.slide+xml"/>
  <Override PartName="/ppt/slides/slide986.xml" ContentType="application/vnd.openxmlformats-officedocument.presentationml.slide+xml"/>
  <Override PartName="/ppt/slides/slide987.xml" ContentType="application/vnd.openxmlformats-officedocument.presentationml.slide+xml"/>
  <Override PartName="/ppt/slides/slide988.xml" ContentType="application/vnd.openxmlformats-officedocument.presentationml.slide+xml"/>
  <Override PartName="/ppt/slides/slide989.xml" ContentType="application/vnd.openxmlformats-officedocument.presentationml.slide+xml"/>
  <Override PartName="/ppt/slides/slide990.xml" ContentType="application/vnd.openxmlformats-officedocument.presentationml.slide+xml"/>
  <Override PartName="/ppt/slides/slide991.xml" ContentType="application/vnd.openxmlformats-officedocument.presentationml.slide+xml"/>
  <Override PartName="/ppt/slides/slide992.xml" ContentType="application/vnd.openxmlformats-officedocument.presentationml.slide+xml"/>
  <Override PartName="/ppt/slides/slide993.xml" ContentType="application/vnd.openxmlformats-officedocument.presentationml.slide+xml"/>
  <Override PartName="/ppt/slides/slide994.xml" ContentType="application/vnd.openxmlformats-officedocument.presentationml.slide+xml"/>
  <Override PartName="/ppt/slides/slide995.xml" ContentType="application/vnd.openxmlformats-officedocument.presentationml.slide+xml"/>
  <Override PartName="/ppt/slides/slide996.xml" ContentType="application/vnd.openxmlformats-officedocument.presentationml.slide+xml"/>
  <Override PartName="/ppt/slides/slide997.xml" ContentType="application/vnd.openxmlformats-officedocument.presentationml.slide+xml"/>
  <Override PartName="/ppt/slides/slide998.xml" ContentType="application/vnd.openxmlformats-officedocument.presentationml.slide+xml"/>
  <Override PartName="/ppt/slides/slide999.xml" ContentType="application/vnd.openxmlformats-officedocument.presentationml.slide+xml"/>
  <Override PartName="/ppt/slides/slide1000.xml" ContentType="application/vnd.openxmlformats-officedocument.presentationml.slide+xml"/>
  <Override PartName="/ppt/slides/slide1001.xml" ContentType="application/vnd.openxmlformats-officedocument.presentationml.slide+xml"/>
  <Override PartName="/ppt/slides/slide1002.xml" ContentType="application/vnd.openxmlformats-officedocument.presentationml.slide+xml"/>
  <Override PartName="/ppt/slides/slide1003.xml" ContentType="application/vnd.openxmlformats-officedocument.presentationml.slide+xml"/>
  <Override PartName="/ppt/slides/slide1004.xml" ContentType="application/vnd.openxmlformats-officedocument.presentationml.slide+xml"/>
  <Override PartName="/ppt/slides/slide1005.xml" ContentType="application/vnd.openxmlformats-officedocument.presentationml.slide+xml"/>
  <Override PartName="/ppt/slides/slide1006.xml" ContentType="application/vnd.openxmlformats-officedocument.presentationml.slide+xml"/>
  <Override PartName="/ppt/slides/slide1007.xml" ContentType="application/vnd.openxmlformats-officedocument.presentationml.slide+xml"/>
  <Override PartName="/ppt/slides/slide1008.xml" ContentType="application/vnd.openxmlformats-officedocument.presentationml.slide+xml"/>
  <Override PartName="/ppt/slides/slide1009.xml" ContentType="application/vnd.openxmlformats-officedocument.presentationml.slide+xml"/>
  <Override PartName="/ppt/slides/slide1010.xml" ContentType="application/vnd.openxmlformats-officedocument.presentationml.slide+xml"/>
  <Override PartName="/ppt/slides/slide1011.xml" ContentType="application/vnd.openxmlformats-officedocument.presentationml.slide+xml"/>
  <Override PartName="/ppt/slides/slide1012.xml" ContentType="application/vnd.openxmlformats-officedocument.presentationml.slide+xml"/>
  <Override PartName="/ppt/slides/slide1013.xml" ContentType="application/vnd.openxmlformats-officedocument.presentationml.slide+xml"/>
  <Override PartName="/ppt/slides/slide1014.xml" ContentType="application/vnd.openxmlformats-officedocument.presentationml.slide+xml"/>
  <Override PartName="/ppt/slides/slide1015.xml" ContentType="application/vnd.openxmlformats-officedocument.presentationml.slide+xml"/>
  <Override PartName="/ppt/slides/slide1016.xml" ContentType="application/vnd.openxmlformats-officedocument.presentationml.slide+xml"/>
  <Override PartName="/ppt/slides/slide1017.xml" ContentType="application/vnd.openxmlformats-officedocument.presentationml.slide+xml"/>
  <Override PartName="/ppt/slides/slide1018.xml" ContentType="application/vnd.openxmlformats-officedocument.presentationml.slide+xml"/>
  <Override PartName="/ppt/slides/slide1019.xml" ContentType="application/vnd.openxmlformats-officedocument.presentationml.slide+xml"/>
  <Override PartName="/ppt/slides/slide1020.xml" ContentType="application/vnd.openxmlformats-officedocument.presentationml.slide+xml"/>
  <Override PartName="/ppt/slides/slide1021.xml" ContentType="application/vnd.openxmlformats-officedocument.presentationml.slide+xml"/>
  <Override PartName="/ppt/slides/slide1022.xml" ContentType="application/vnd.openxmlformats-officedocument.presentationml.slide+xml"/>
  <Override PartName="/ppt/slides/slide1023.xml" ContentType="application/vnd.openxmlformats-officedocument.presentationml.slide+xml"/>
  <Override PartName="/ppt/slides/slide1024.xml" ContentType="application/vnd.openxmlformats-officedocument.presentationml.slide+xml"/>
  <Override PartName="/ppt/slides/slide1025.xml" ContentType="application/vnd.openxmlformats-officedocument.presentationml.slide+xml"/>
  <Override PartName="/ppt/slides/slide1026.xml" ContentType="application/vnd.openxmlformats-officedocument.presentationml.slide+xml"/>
  <Override PartName="/ppt/slides/slide1027.xml" ContentType="application/vnd.openxmlformats-officedocument.presentationml.slide+xml"/>
  <Override PartName="/ppt/slides/slide1028.xml" ContentType="application/vnd.openxmlformats-officedocument.presentationml.slide+xml"/>
  <Override PartName="/ppt/slides/slide1029.xml" ContentType="application/vnd.openxmlformats-officedocument.presentationml.slide+xml"/>
  <Override PartName="/ppt/slides/slide1030.xml" ContentType="application/vnd.openxmlformats-officedocument.presentationml.slide+xml"/>
  <Override PartName="/ppt/slides/slide1031.xml" ContentType="application/vnd.openxmlformats-officedocument.presentationml.slide+xml"/>
  <Override PartName="/ppt/slides/slide1032.xml" ContentType="application/vnd.openxmlformats-officedocument.presentationml.slide+xml"/>
  <Override PartName="/ppt/slides/slide1033.xml" ContentType="application/vnd.openxmlformats-officedocument.presentationml.slide+xml"/>
  <Override PartName="/ppt/slides/slide1034.xml" ContentType="application/vnd.openxmlformats-officedocument.presentationml.slide+xml"/>
  <Override PartName="/ppt/slides/slide1035.xml" ContentType="application/vnd.openxmlformats-officedocument.presentationml.slide+xml"/>
  <Override PartName="/ppt/slides/slide1036.xml" ContentType="application/vnd.openxmlformats-officedocument.presentationml.slide+xml"/>
  <Override PartName="/ppt/slides/slide1037.xml" ContentType="application/vnd.openxmlformats-officedocument.presentationml.slide+xml"/>
  <Override PartName="/ppt/slides/slide1038.xml" ContentType="application/vnd.openxmlformats-officedocument.presentationml.slide+xml"/>
  <Override PartName="/ppt/slides/slide1039.xml" ContentType="application/vnd.openxmlformats-officedocument.presentationml.slide+xml"/>
  <Override PartName="/ppt/slides/slide1040.xml" ContentType="application/vnd.openxmlformats-officedocument.presentationml.slide+xml"/>
  <Override PartName="/ppt/slides/slide1041.xml" ContentType="application/vnd.openxmlformats-officedocument.presentationml.slide+xml"/>
  <Override PartName="/ppt/slides/slide1042.xml" ContentType="application/vnd.openxmlformats-officedocument.presentationml.slide+xml"/>
  <Override PartName="/ppt/slides/slide1043.xml" ContentType="application/vnd.openxmlformats-officedocument.presentationml.slide+xml"/>
  <Override PartName="/ppt/slides/slide1044.xml" ContentType="application/vnd.openxmlformats-officedocument.presentationml.slide+xml"/>
  <Override PartName="/ppt/slides/slide1045.xml" ContentType="application/vnd.openxmlformats-officedocument.presentationml.slide+xml"/>
  <Override PartName="/ppt/slides/slide1046.xml" ContentType="application/vnd.openxmlformats-officedocument.presentationml.slide+xml"/>
  <Override PartName="/ppt/slides/slide1047.xml" ContentType="application/vnd.openxmlformats-officedocument.presentationml.slide+xml"/>
  <Override PartName="/ppt/slides/slide1048.xml" ContentType="application/vnd.openxmlformats-officedocument.presentationml.slide+xml"/>
  <Override PartName="/ppt/slides/slide1049.xml" ContentType="application/vnd.openxmlformats-officedocument.presentationml.slide+xml"/>
  <Override PartName="/ppt/slides/slide1050.xml" ContentType="application/vnd.openxmlformats-officedocument.presentationml.slide+xml"/>
  <Override PartName="/ppt/slides/slide1051.xml" ContentType="application/vnd.openxmlformats-officedocument.presentationml.slide+xml"/>
  <Override PartName="/ppt/slides/slide1052.xml" ContentType="application/vnd.openxmlformats-officedocument.presentationml.slide+xml"/>
  <Override PartName="/ppt/slides/slide1053.xml" ContentType="application/vnd.openxmlformats-officedocument.presentationml.slide+xml"/>
  <Override PartName="/ppt/slides/slide1054.xml" ContentType="application/vnd.openxmlformats-officedocument.presentationml.slide+xml"/>
  <Override PartName="/ppt/slides/slide1055.xml" ContentType="application/vnd.openxmlformats-officedocument.presentationml.slide+xml"/>
  <Override PartName="/ppt/slides/slide1056.xml" ContentType="application/vnd.openxmlformats-officedocument.presentationml.slide+xml"/>
  <Override PartName="/ppt/slides/slide1057.xml" ContentType="application/vnd.openxmlformats-officedocument.presentationml.slide+xml"/>
  <Override PartName="/ppt/slides/slide1058.xml" ContentType="application/vnd.openxmlformats-officedocument.presentationml.slide+xml"/>
  <Override PartName="/ppt/slides/slide1059.xml" ContentType="application/vnd.openxmlformats-officedocument.presentationml.slide+xml"/>
  <Override PartName="/ppt/slides/slide1060.xml" ContentType="application/vnd.openxmlformats-officedocument.presentationml.slide+xml"/>
  <Override PartName="/ppt/slides/slide1061.xml" ContentType="application/vnd.openxmlformats-officedocument.presentationml.slide+xml"/>
  <Override PartName="/ppt/slides/slide1062.xml" ContentType="application/vnd.openxmlformats-officedocument.presentationml.slide+xml"/>
  <Override PartName="/ppt/slides/slide1063.xml" ContentType="application/vnd.openxmlformats-officedocument.presentationml.slide+xml"/>
  <Override PartName="/ppt/slides/slide1064.xml" ContentType="application/vnd.openxmlformats-officedocument.presentationml.slide+xml"/>
  <Override PartName="/ppt/slides/slide1065.xml" ContentType="application/vnd.openxmlformats-officedocument.presentationml.slide+xml"/>
  <Override PartName="/ppt/slides/slide1066.xml" ContentType="application/vnd.openxmlformats-officedocument.presentationml.slide+xml"/>
  <Override PartName="/ppt/slides/slide1067.xml" ContentType="application/vnd.openxmlformats-officedocument.presentationml.slide+xml"/>
  <Override PartName="/ppt/slides/slide10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70"/>
  </p:notesMasterIdLst>
  <p:sldIdLst>
    <p:sldId id="260" r:id="rId2"/>
    <p:sldId id="271" r:id="rId3"/>
    <p:sldId id="376" r:id="rId4"/>
    <p:sldId id="377" r:id="rId5"/>
    <p:sldId id="1164" r:id="rId6"/>
    <p:sldId id="1165" r:id="rId7"/>
    <p:sldId id="1166" r:id="rId8"/>
    <p:sldId id="1167" r:id="rId9"/>
    <p:sldId id="1173" r:id="rId10"/>
    <p:sldId id="1161" r:id="rId11"/>
    <p:sldId id="1435" r:id="rId12"/>
    <p:sldId id="1022" r:id="rId13"/>
    <p:sldId id="1434" r:id="rId14"/>
    <p:sldId id="1174" r:id="rId15"/>
    <p:sldId id="259" r:id="rId16"/>
    <p:sldId id="1194" r:id="rId17"/>
    <p:sldId id="1168" r:id="rId18"/>
    <p:sldId id="1169" r:id="rId19"/>
    <p:sldId id="1170" r:id="rId20"/>
    <p:sldId id="1171" r:id="rId21"/>
    <p:sldId id="1172" r:id="rId22"/>
    <p:sldId id="1175" r:id="rId23"/>
    <p:sldId id="1176" r:id="rId24"/>
    <p:sldId id="1178" r:id="rId25"/>
    <p:sldId id="1179" r:id="rId26"/>
    <p:sldId id="1180" r:id="rId27"/>
    <p:sldId id="1181" r:id="rId28"/>
    <p:sldId id="1182" r:id="rId29"/>
    <p:sldId id="1177" r:id="rId30"/>
    <p:sldId id="1077" r:id="rId31"/>
    <p:sldId id="1078" r:id="rId32"/>
    <p:sldId id="1079" r:id="rId33"/>
    <p:sldId id="981" r:id="rId34"/>
    <p:sldId id="1183" r:id="rId35"/>
    <p:sldId id="1163" r:id="rId36"/>
    <p:sldId id="272" r:id="rId37"/>
    <p:sldId id="274" r:id="rId38"/>
    <p:sldId id="273" r:id="rId39"/>
    <p:sldId id="275" r:id="rId40"/>
    <p:sldId id="276" r:id="rId41"/>
    <p:sldId id="277" r:id="rId42"/>
    <p:sldId id="1184" r:id="rId43"/>
    <p:sldId id="1418" r:id="rId44"/>
    <p:sldId id="1419" r:id="rId45"/>
    <p:sldId id="1420" r:id="rId46"/>
    <p:sldId id="1421" r:id="rId47"/>
    <p:sldId id="1422" r:id="rId48"/>
    <p:sldId id="1423" r:id="rId49"/>
    <p:sldId id="1417" r:id="rId50"/>
    <p:sldId id="1185" r:id="rId51"/>
    <p:sldId id="1186" r:id="rId52"/>
    <p:sldId id="1187" r:id="rId53"/>
    <p:sldId id="1188" r:id="rId54"/>
    <p:sldId id="1189" r:id="rId55"/>
    <p:sldId id="1190" r:id="rId56"/>
    <p:sldId id="1191" r:id="rId57"/>
    <p:sldId id="983" r:id="rId58"/>
    <p:sldId id="263" r:id="rId59"/>
    <p:sldId id="264" r:id="rId60"/>
    <p:sldId id="265" r:id="rId61"/>
    <p:sldId id="267" r:id="rId62"/>
    <p:sldId id="268" r:id="rId63"/>
    <p:sldId id="991" r:id="rId64"/>
    <p:sldId id="279" r:id="rId65"/>
    <p:sldId id="280" r:id="rId66"/>
    <p:sldId id="283" r:id="rId67"/>
    <p:sldId id="284" r:id="rId68"/>
    <p:sldId id="285" r:id="rId69"/>
    <p:sldId id="286" r:id="rId70"/>
    <p:sldId id="282" r:id="rId71"/>
    <p:sldId id="1192" r:id="rId72"/>
    <p:sldId id="288" r:id="rId73"/>
    <p:sldId id="289" r:id="rId74"/>
    <p:sldId id="290" r:id="rId75"/>
    <p:sldId id="293" r:id="rId76"/>
    <p:sldId id="294" r:id="rId77"/>
    <p:sldId id="291" r:id="rId78"/>
    <p:sldId id="295" r:id="rId79"/>
    <p:sldId id="296" r:id="rId80"/>
    <p:sldId id="292" r:id="rId81"/>
    <p:sldId id="297" r:id="rId82"/>
    <p:sldId id="329" r:id="rId83"/>
    <p:sldId id="330" r:id="rId84"/>
    <p:sldId id="331" r:id="rId85"/>
    <p:sldId id="1195" r:id="rId86"/>
    <p:sldId id="1196" r:id="rId87"/>
    <p:sldId id="301" r:id="rId88"/>
    <p:sldId id="1197" r:id="rId89"/>
    <p:sldId id="1198" r:id="rId90"/>
    <p:sldId id="1199" r:id="rId91"/>
    <p:sldId id="1200" r:id="rId92"/>
    <p:sldId id="1201" r:id="rId93"/>
    <p:sldId id="1202" r:id="rId94"/>
    <p:sldId id="1203" r:id="rId95"/>
    <p:sldId id="1204" r:id="rId96"/>
    <p:sldId id="1205" r:id="rId97"/>
    <p:sldId id="302" r:id="rId98"/>
    <p:sldId id="304" r:id="rId99"/>
    <p:sldId id="305" r:id="rId100"/>
    <p:sldId id="306" r:id="rId101"/>
    <p:sldId id="307" r:id="rId102"/>
    <p:sldId id="309" r:id="rId103"/>
    <p:sldId id="310" r:id="rId104"/>
    <p:sldId id="308" r:id="rId105"/>
    <p:sldId id="1206" r:id="rId106"/>
    <p:sldId id="1208" r:id="rId107"/>
    <p:sldId id="1209" r:id="rId108"/>
    <p:sldId id="1210" r:id="rId109"/>
    <p:sldId id="1211" r:id="rId110"/>
    <p:sldId id="1212" r:id="rId111"/>
    <p:sldId id="1213" r:id="rId112"/>
    <p:sldId id="1214" r:id="rId113"/>
    <p:sldId id="1215" r:id="rId114"/>
    <p:sldId id="1207" r:id="rId115"/>
    <p:sldId id="311" r:id="rId116"/>
    <p:sldId id="312" r:id="rId117"/>
    <p:sldId id="313" r:id="rId118"/>
    <p:sldId id="314" r:id="rId119"/>
    <p:sldId id="315" r:id="rId120"/>
    <p:sldId id="316" r:id="rId121"/>
    <p:sldId id="317" r:id="rId122"/>
    <p:sldId id="318" r:id="rId123"/>
    <p:sldId id="319" r:id="rId124"/>
    <p:sldId id="320" r:id="rId125"/>
    <p:sldId id="324" r:id="rId126"/>
    <p:sldId id="1126" r:id="rId127"/>
    <p:sldId id="325" r:id="rId128"/>
    <p:sldId id="1127" r:id="rId129"/>
    <p:sldId id="1128" r:id="rId130"/>
    <p:sldId id="326" r:id="rId131"/>
    <p:sldId id="1129" r:id="rId132"/>
    <p:sldId id="327" r:id="rId133"/>
    <p:sldId id="328" r:id="rId134"/>
    <p:sldId id="1125" r:id="rId135"/>
    <p:sldId id="995" r:id="rId136"/>
    <p:sldId id="1216" r:id="rId137"/>
    <p:sldId id="997" r:id="rId138"/>
    <p:sldId id="396" r:id="rId139"/>
    <p:sldId id="398" r:id="rId140"/>
    <p:sldId id="399" r:id="rId141"/>
    <p:sldId id="400" r:id="rId142"/>
    <p:sldId id="397" r:id="rId143"/>
    <p:sldId id="456" r:id="rId144"/>
    <p:sldId id="458" r:id="rId145"/>
    <p:sldId id="459" r:id="rId146"/>
    <p:sldId id="460" r:id="rId147"/>
    <p:sldId id="461" r:id="rId148"/>
    <p:sldId id="462" r:id="rId149"/>
    <p:sldId id="463" r:id="rId150"/>
    <p:sldId id="464" r:id="rId151"/>
    <p:sldId id="457" r:id="rId152"/>
    <p:sldId id="401" r:id="rId153"/>
    <p:sldId id="403" r:id="rId154"/>
    <p:sldId id="404" r:id="rId155"/>
    <p:sldId id="405" r:id="rId156"/>
    <p:sldId id="1028" r:id="rId157"/>
    <p:sldId id="1029" r:id="rId158"/>
    <p:sldId id="408" r:id="rId159"/>
    <p:sldId id="1030" r:id="rId160"/>
    <p:sldId id="1031" r:id="rId161"/>
    <p:sldId id="402" r:id="rId162"/>
    <p:sldId id="1217" r:id="rId163"/>
    <p:sldId id="1219" r:id="rId164"/>
    <p:sldId id="1220" r:id="rId165"/>
    <p:sldId id="1218" r:id="rId166"/>
    <p:sldId id="758" r:id="rId167"/>
    <p:sldId id="761" r:id="rId168"/>
    <p:sldId id="760" r:id="rId169"/>
    <p:sldId id="762" r:id="rId170"/>
    <p:sldId id="763" r:id="rId171"/>
    <p:sldId id="764" r:id="rId172"/>
    <p:sldId id="765" r:id="rId173"/>
    <p:sldId id="766" r:id="rId174"/>
    <p:sldId id="767" r:id="rId175"/>
    <p:sldId id="768" r:id="rId176"/>
    <p:sldId id="759" r:id="rId177"/>
    <p:sldId id="715" r:id="rId178"/>
    <p:sldId id="714" r:id="rId179"/>
    <p:sldId id="355" r:id="rId180"/>
    <p:sldId id="357" r:id="rId181"/>
    <p:sldId id="358" r:id="rId182"/>
    <p:sldId id="359" r:id="rId183"/>
    <p:sldId id="360" r:id="rId184"/>
    <p:sldId id="356" r:id="rId185"/>
    <p:sldId id="998" r:id="rId186"/>
    <p:sldId id="999" r:id="rId187"/>
    <p:sldId id="547" r:id="rId188"/>
    <p:sldId id="549" r:id="rId189"/>
    <p:sldId id="550" r:id="rId190"/>
    <p:sldId id="551" r:id="rId191"/>
    <p:sldId id="552" r:id="rId192"/>
    <p:sldId id="553" r:id="rId193"/>
    <p:sldId id="554" r:id="rId194"/>
    <p:sldId id="555" r:id="rId195"/>
    <p:sldId id="556" r:id="rId196"/>
    <p:sldId id="548" r:id="rId197"/>
    <p:sldId id="1221" r:id="rId198"/>
    <p:sldId id="1222" r:id="rId199"/>
    <p:sldId id="581" r:id="rId200"/>
    <p:sldId id="583" r:id="rId201"/>
    <p:sldId id="584" r:id="rId202"/>
    <p:sldId id="585" r:id="rId203"/>
    <p:sldId id="586" r:id="rId204"/>
    <p:sldId id="1442" r:id="rId205"/>
    <p:sldId id="1437" r:id="rId206"/>
    <p:sldId id="1438" r:id="rId207"/>
    <p:sldId id="1441" r:id="rId208"/>
    <p:sldId id="1440" r:id="rId209"/>
    <p:sldId id="582" r:id="rId210"/>
    <p:sldId id="1038" r:id="rId211"/>
    <p:sldId id="1003" r:id="rId212"/>
    <p:sldId id="361" r:id="rId213"/>
    <p:sldId id="363" r:id="rId214"/>
    <p:sldId id="364" r:id="rId215"/>
    <p:sldId id="365" r:id="rId216"/>
    <p:sldId id="366" r:id="rId217"/>
    <p:sldId id="362" r:id="rId218"/>
    <p:sldId id="587" r:id="rId219"/>
    <p:sldId id="589" r:id="rId220"/>
    <p:sldId id="590" r:id="rId221"/>
    <p:sldId id="1229" r:id="rId222"/>
    <p:sldId id="526" r:id="rId223"/>
    <p:sldId id="528" r:id="rId224"/>
    <p:sldId id="529" r:id="rId225"/>
    <p:sldId id="530" r:id="rId226"/>
    <p:sldId id="531" r:id="rId227"/>
    <p:sldId id="527" r:id="rId228"/>
    <p:sldId id="1223" r:id="rId229"/>
    <p:sldId id="1224" r:id="rId230"/>
    <p:sldId id="1225" r:id="rId231"/>
    <p:sldId id="1227" r:id="rId232"/>
    <p:sldId id="1226" r:id="rId233"/>
    <p:sldId id="484" r:id="rId234"/>
    <p:sldId id="1228" r:id="rId235"/>
    <p:sldId id="591" r:id="rId236"/>
    <p:sldId id="593" r:id="rId237"/>
    <p:sldId id="594" r:id="rId238"/>
    <p:sldId id="595" r:id="rId239"/>
    <p:sldId id="596" r:id="rId240"/>
    <p:sldId id="592" r:id="rId241"/>
    <p:sldId id="1230" r:id="rId242"/>
    <p:sldId id="1232" r:id="rId243"/>
    <p:sldId id="1233" r:id="rId244"/>
    <p:sldId id="1234" r:id="rId245"/>
    <p:sldId id="1235" r:id="rId246"/>
    <p:sldId id="1236" r:id="rId247"/>
    <p:sldId id="1237" r:id="rId248"/>
    <p:sldId id="1238" r:id="rId249"/>
    <p:sldId id="1231" r:id="rId250"/>
    <p:sldId id="597" r:id="rId251"/>
    <p:sldId id="1239" r:id="rId252"/>
    <p:sldId id="598" r:id="rId253"/>
    <p:sldId id="1240" r:id="rId254"/>
    <p:sldId id="1241" r:id="rId255"/>
    <p:sldId id="1242" r:id="rId256"/>
    <p:sldId id="1243" r:id="rId257"/>
    <p:sldId id="1244" r:id="rId258"/>
    <p:sldId id="985" r:id="rId259"/>
    <p:sldId id="423" r:id="rId260"/>
    <p:sldId id="425" r:id="rId261"/>
    <p:sldId id="426" r:id="rId262"/>
    <p:sldId id="1431" r:id="rId263"/>
    <p:sldId id="428" r:id="rId264"/>
    <p:sldId id="1432" r:id="rId265"/>
    <p:sldId id="430" r:id="rId266"/>
    <p:sldId id="1433" r:id="rId267"/>
    <p:sldId id="424" r:id="rId268"/>
    <p:sldId id="649" r:id="rId269"/>
    <p:sldId id="650" r:id="rId270"/>
    <p:sldId id="651" r:id="rId271"/>
    <p:sldId id="652" r:id="rId272"/>
    <p:sldId id="653" r:id="rId273"/>
    <p:sldId id="654" r:id="rId274"/>
    <p:sldId id="648" r:id="rId275"/>
    <p:sldId id="662" r:id="rId276"/>
    <p:sldId id="664" r:id="rId277"/>
    <p:sldId id="666" r:id="rId278"/>
    <p:sldId id="665" r:id="rId279"/>
    <p:sldId id="667" r:id="rId280"/>
    <p:sldId id="668" r:id="rId281"/>
    <p:sldId id="663" r:id="rId282"/>
    <p:sldId id="769" r:id="rId283"/>
    <p:sldId id="771" r:id="rId284"/>
    <p:sldId id="772" r:id="rId285"/>
    <p:sldId id="770" r:id="rId286"/>
    <p:sldId id="773" r:id="rId287"/>
    <p:sldId id="775" r:id="rId288"/>
    <p:sldId id="776" r:id="rId289"/>
    <p:sldId id="777" r:id="rId290"/>
    <p:sldId id="778" r:id="rId291"/>
    <p:sldId id="779" r:id="rId292"/>
    <p:sldId id="780" r:id="rId293"/>
    <p:sldId id="774" r:id="rId294"/>
    <p:sldId id="1245" r:id="rId295"/>
    <p:sldId id="1247" r:id="rId296"/>
    <p:sldId id="1248" r:id="rId297"/>
    <p:sldId id="1249" r:id="rId298"/>
    <p:sldId id="1246" r:id="rId299"/>
    <p:sldId id="1424" r:id="rId300"/>
    <p:sldId id="1426" r:id="rId301"/>
    <p:sldId id="1427" r:id="rId302"/>
    <p:sldId id="1428" r:id="rId303"/>
    <p:sldId id="1429" r:id="rId304"/>
    <p:sldId id="1430" r:id="rId305"/>
    <p:sldId id="1425" r:id="rId306"/>
    <p:sldId id="781" r:id="rId307"/>
    <p:sldId id="783" r:id="rId308"/>
    <p:sldId id="784" r:id="rId309"/>
    <p:sldId id="785" r:id="rId310"/>
    <p:sldId id="782" r:id="rId311"/>
    <p:sldId id="786" r:id="rId312"/>
    <p:sldId id="788" r:id="rId313"/>
    <p:sldId id="789" r:id="rId314"/>
    <p:sldId id="787" r:id="rId315"/>
    <p:sldId id="374" r:id="rId316"/>
    <p:sldId id="380" r:id="rId317"/>
    <p:sldId id="381" r:id="rId318"/>
    <p:sldId id="382" r:id="rId319"/>
    <p:sldId id="375" r:id="rId320"/>
    <p:sldId id="521" r:id="rId321"/>
    <p:sldId id="523" r:id="rId322"/>
    <p:sldId id="524" r:id="rId323"/>
    <p:sldId id="525" r:id="rId324"/>
    <p:sldId id="522" r:id="rId325"/>
    <p:sldId id="1156" r:id="rId326"/>
    <p:sldId id="1157" r:id="rId327"/>
    <p:sldId id="599" r:id="rId328"/>
    <p:sldId id="601" r:id="rId329"/>
    <p:sldId id="602" r:id="rId330"/>
    <p:sldId id="600" r:id="rId331"/>
    <p:sldId id="655" r:id="rId332"/>
    <p:sldId id="657" r:id="rId333"/>
    <p:sldId id="658" r:id="rId334"/>
    <p:sldId id="659" r:id="rId335"/>
    <p:sldId id="660" r:id="rId336"/>
    <p:sldId id="661" r:id="rId337"/>
    <p:sldId id="656" r:id="rId338"/>
    <p:sldId id="1250" r:id="rId339"/>
    <p:sldId id="1251" r:id="rId340"/>
    <p:sldId id="790" r:id="rId341"/>
    <p:sldId id="802" r:id="rId342"/>
    <p:sldId id="803" r:id="rId343"/>
    <p:sldId id="804" r:id="rId344"/>
    <p:sldId id="806" r:id="rId345"/>
    <p:sldId id="791" r:id="rId346"/>
    <p:sldId id="807" r:id="rId347"/>
    <p:sldId id="809" r:id="rId348"/>
    <p:sldId id="810" r:id="rId349"/>
    <p:sldId id="811" r:id="rId350"/>
    <p:sldId id="812" r:id="rId351"/>
    <p:sldId id="813" r:id="rId352"/>
    <p:sldId id="814" r:id="rId353"/>
    <p:sldId id="808" r:id="rId354"/>
    <p:sldId id="815" r:id="rId355"/>
    <p:sldId id="817" r:id="rId356"/>
    <p:sldId id="818" r:id="rId357"/>
    <p:sldId id="819" r:id="rId358"/>
    <p:sldId id="820" r:id="rId359"/>
    <p:sldId id="821" r:id="rId360"/>
    <p:sldId id="816" r:id="rId361"/>
    <p:sldId id="669" r:id="rId362"/>
    <p:sldId id="671" r:id="rId363"/>
    <p:sldId id="670" r:id="rId364"/>
    <p:sldId id="672" r:id="rId365"/>
    <p:sldId id="674" r:id="rId366"/>
    <p:sldId id="675" r:id="rId367"/>
    <p:sldId id="677" r:id="rId368"/>
    <p:sldId id="1450" r:id="rId369"/>
    <p:sldId id="678" r:id="rId370"/>
    <p:sldId id="1451" r:id="rId371"/>
    <p:sldId id="673" r:id="rId372"/>
    <p:sldId id="720" r:id="rId373"/>
    <p:sldId id="721" r:id="rId374"/>
    <p:sldId id="722" r:id="rId375"/>
    <p:sldId id="723" r:id="rId376"/>
    <p:sldId id="719" r:id="rId377"/>
    <p:sldId id="1252" r:id="rId378"/>
    <p:sldId id="1253" r:id="rId379"/>
    <p:sldId id="1254" r:id="rId380"/>
    <p:sldId id="1255" r:id="rId381"/>
    <p:sldId id="1257" r:id="rId382"/>
    <p:sldId id="1258" r:id="rId383"/>
    <p:sldId id="1256" r:id="rId384"/>
    <p:sldId id="1259" r:id="rId385"/>
    <p:sldId id="1260" r:id="rId386"/>
    <p:sldId id="825" r:id="rId387"/>
    <p:sldId id="704" r:id="rId388"/>
    <p:sldId id="705" r:id="rId389"/>
    <p:sldId id="706" r:id="rId390"/>
    <p:sldId id="707" r:id="rId391"/>
    <p:sldId id="708" r:id="rId392"/>
    <p:sldId id="703" r:id="rId393"/>
    <p:sldId id="486" r:id="rId394"/>
    <p:sldId id="488" r:id="rId395"/>
    <p:sldId id="489" r:id="rId396"/>
    <p:sldId id="490" r:id="rId397"/>
    <p:sldId id="491" r:id="rId398"/>
    <p:sldId id="487" r:id="rId399"/>
    <p:sldId id="826" r:id="rId400"/>
    <p:sldId id="828" r:id="rId401"/>
    <p:sldId id="829" r:id="rId402"/>
    <p:sldId id="830" r:id="rId403"/>
    <p:sldId id="831" r:id="rId404"/>
    <p:sldId id="832" r:id="rId405"/>
    <p:sldId id="833" r:id="rId406"/>
    <p:sldId id="834" r:id="rId407"/>
    <p:sldId id="827" r:id="rId408"/>
    <p:sldId id="724" r:id="rId409"/>
    <p:sldId id="726" r:id="rId410"/>
    <p:sldId id="727" r:id="rId411"/>
    <p:sldId id="728" r:id="rId412"/>
    <p:sldId id="729" r:id="rId413"/>
    <p:sldId id="725" r:id="rId414"/>
    <p:sldId id="1261" r:id="rId415"/>
    <p:sldId id="1262" r:id="rId416"/>
    <p:sldId id="835" r:id="rId417"/>
    <p:sldId id="837" r:id="rId418"/>
    <p:sldId id="838" r:id="rId419"/>
    <p:sldId id="839" r:id="rId420"/>
    <p:sldId id="836" r:id="rId421"/>
    <p:sldId id="508" r:id="rId422"/>
    <p:sldId id="510" r:id="rId423"/>
    <p:sldId id="511" r:id="rId424"/>
    <p:sldId id="509" r:id="rId425"/>
    <p:sldId id="1271" r:id="rId426"/>
    <p:sldId id="1009" r:id="rId427"/>
    <p:sldId id="512" r:id="rId428"/>
    <p:sldId id="514" r:id="rId429"/>
    <p:sldId id="515" r:id="rId430"/>
    <p:sldId id="513" r:id="rId431"/>
    <p:sldId id="532" r:id="rId432"/>
    <p:sldId id="533" r:id="rId433"/>
    <p:sldId id="535" r:id="rId434"/>
    <p:sldId id="534" r:id="rId435"/>
    <p:sldId id="1272" r:id="rId436"/>
    <p:sldId id="1273" r:id="rId437"/>
    <p:sldId id="987" r:id="rId438"/>
    <p:sldId id="603" r:id="rId439"/>
    <p:sldId id="730" r:id="rId440"/>
    <p:sldId id="731" r:id="rId441"/>
    <p:sldId id="732" r:id="rId442"/>
    <p:sldId id="604" r:id="rId443"/>
    <p:sldId id="849" r:id="rId444"/>
    <p:sldId id="851" r:id="rId445"/>
    <p:sldId id="852" r:id="rId446"/>
    <p:sldId id="853" r:id="rId447"/>
    <p:sldId id="850" r:id="rId448"/>
    <p:sldId id="1274" r:id="rId449"/>
    <p:sldId id="1276" r:id="rId450"/>
    <p:sldId id="1277" r:id="rId451"/>
    <p:sldId id="1278" r:id="rId452"/>
    <p:sldId id="1279" r:id="rId453"/>
    <p:sldId id="1275" r:id="rId454"/>
    <p:sldId id="1280" r:id="rId455"/>
    <p:sldId id="1282" r:id="rId456"/>
    <p:sldId id="1283" r:id="rId457"/>
    <p:sldId id="1284" r:id="rId458"/>
    <p:sldId id="1285" r:id="rId459"/>
    <p:sldId id="1287" r:id="rId460"/>
    <p:sldId id="1286" r:id="rId461"/>
    <p:sldId id="1281" r:id="rId462"/>
    <p:sldId id="1288" r:id="rId463"/>
    <p:sldId id="1290" r:id="rId464"/>
    <p:sldId id="1291" r:id="rId465"/>
    <p:sldId id="1292" r:id="rId466"/>
    <p:sldId id="1293" r:id="rId467"/>
    <p:sldId id="1295" r:id="rId468"/>
    <p:sldId id="1294" r:id="rId469"/>
    <p:sldId id="1289" r:id="rId470"/>
    <p:sldId id="1296" r:id="rId471"/>
    <p:sldId id="1011" r:id="rId472"/>
    <p:sldId id="854" r:id="rId473"/>
    <p:sldId id="1140" r:id="rId474"/>
    <p:sldId id="856" r:id="rId475"/>
    <p:sldId id="1141" r:id="rId476"/>
    <p:sldId id="855" r:id="rId477"/>
    <p:sldId id="733" r:id="rId478"/>
    <p:sldId id="735" r:id="rId479"/>
    <p:sldId id="736" r:id="rId480"/>
    <p:sldId id="737" r:id="rId481"/>
    <p:sldId id="734" r:id="rId482"/>
    <p:sldId id="643" r:id="rId483"/>
    <p:sldId id="645" r:id="rId484"/>
    <p:sldId id="644" r:id="rId485"/>
    <p:sldId id="738" r:id="rId486"/>
    <p:sldId id="739" r:id="rId487"/>
    <p:sldId id="857" r:id="rId488"/>
    <p:sldId id="859" r:id="rId489"/>
    <p:sldId id="860" r:id="rId490"/>
    <p:sldId id="861" r:id="rId491"/>
    <p:sldId id="862" r:id="rId492"/>
    <p:sldId id="863" r:id="rId493"/>
    <p:sldId id="858" r:id="rId494"/>
    <p:sldId id="1297" r:id="rId495"/>
    <p:sldId id="1013" r:id="rId496"/>
    <p:sldId id="864" r:id="rId497"/>
    <p:sldId id="866" r:id="rId498"/>
    <p:sldId id="865" r:id="rId499"/>
    <p:sldId id="1298" r:id="rId500"/>
    <p:sldId id="1300" r:id="rId501"/>
    <p:sldId id="1301" r:id="rId502"/>
    <p:sldId id="1302" r:id="rId503"/>
    <p:sldId id="1299" r:id="rId504"/>
    <p:sldId id="867" r:id="rId505"/>
    <p:sldId id="868" r:id="rId506"/>
    <p:sldId id="740" r:id="rId507"/>
    <p:sldId id="1303" r:id="rId508"/>
    <p:sldId id="869" r:id="rId509"/>
    <p:sldId id="871" r:id="rId510"/>
    <p:sldId id="876" r:id="rId511"/>
    <p:sldId id="872" r:id="rId512"/>
    <p:sldId id="873" r:id="rId513"/>
    <p:sldId id="874" r:id="rId514"/>
    <p:sldId id="875" r:id="rId515"/>
    <p:sldId id="741" r:id="rId516"/>
    <p:sldId id="432" r:id="rId517"/>
    <p:sldId id="434" r:id="rId518"/>
    <p:sldId id="435" r:id="rId519"/>
    <p:sldId id="433" r:id="rId520"/>
    <p:sldId id="570" r:id="rId521"/>
    <p:sldId id="572" r:id="rId522"/>
    <p:sldId id="573" r:id="rId523"/>
    <p:sldId id="574" r:id="rId524"/>
    <p:sldId id="571" r:id="rId525"/>
    <p:sldId id="448" r:id="rId526"/>
    <p:sldId id="450" r:id="rId527"/>
    <p:sldId id="801" r:id="rId528"/>
    <p:sldId id="878" r:id="rId529"/>
    <p:sldId id="877" r:id="rId530"/>
    <p:sldId id="879" r:id="rId531"/>
    <p:sldId id="880" r:id="rId532"/>
    <p:sldId id="881" r:id="rId533"/>
    <p:sldId id="882" r:id="rId534"/>
    <p:sldId id="883" r:id="rId535"/>
    <p:sldId id="1304" r:id="rId536"/>
    <p:sldId id="1305" r:id="rId537"/>
    <p:sldId id="1306" r:id="rId538"/>
    <p:sldId id="1307" r:id="rId539"/>
    <p:sldId id="449" r:id="rId540"/>
    <p:sldId id="1308" r:id="rId541"/>
    <p:sldId id="1310" r:id="rId542"/>
    <p:sldId id="1311" r:id="rId543"/>
    <p:sldId id="1313" r:id="rId544"/>
    <p:sldId id="1314" r:id="rId545"/>
    <p:sldId id="1312" r:id="rId546"/>
    <p:sldId id="1309" r:id="rId547"/>
    <p:sldId id="1316" r:id="rId548"/>
    <p:sldId id="1017" r:id="rId549"/>
    <p:sldId id="646" r:id="rId550"/>
    <p:sldId id="1315" r:id="rId551"/>
    <p:sldId id="575" r:id="rId552"/>
    <p:sldId id="577" r:id="rId553"/>
    <p:sldId id="578" r:id="rId554"/>
    <p:sldId id="579" r:id="rId555"/>
    <p:sldId id="580" r:id="rId556"/>
    <p:sldId id="576" r:id="rId557"/>
    <p:sldId id="478" r:id="rId558"/>
    <p:sldId id="480" r:id="rId559"/>
    <p:sldId id="481" r:id="rId560"/>
    <p:sldId id="482" r:id="rId561"/>
    <p:sldId id="483" r:id="rId562"/>
    <p:sldId id="479" r:id="rId563"/>
    <p:sldId id="1317" r:id="rId564"/>
    <p:sldId id="1319" r:id="rId565"/>
    <p:sldId id="1320" r:id="rId566"/>
    <p:sldId id="1321" r:id="rId567"/>
    <p:sldId id="1323" r:id="rId568"/>
    <p:sldId id="1322" r:id="rId569"/>
    <p:sldId id="1318" r:id="rId570"/>
    <p:sldId id="383" r:id="rId571"/>
    <p:sldId id="385" r:id="rId572"/>
    <p:sldId id="386" r:id="rId573"/>
    <p:sldId id="387" r:id="rId574"/>
    <p:sldId id="388" r:id="rId575"/>
    <p:sldId id="389" r:id="rId576"/>
    <p:sldId id="384" r:id="rId577"/>
    <p:sldId id="893" r:id="rId578"/>
    <p:sldId id="894" r:id="rId579"/>
    <p:sldId id="895" r:id="rId580"/>
    <p:sldId id="896" r:id="rId581"/>
    <p:sldId id="892" r:id="rId582"/>
    <p:sldId id="884" r:id="rId583"/>
    <p:sldId id="886" r:id="rId584"/>
    <p:sldId id="887" r:id="rId585"/>
    <p:sldId id="888" r:id="rId586"/>
    <p:sldId id="889" r:id="rId587"/>
    <p:sldId id="890" r:id="rId588"/>
    <p:sldId id="885" r:id="rId589"/>
    <p:sldId id="1324" r:id="rId590"/>
    <p:sldId id="1326" r:id="rId591"/>
    <p:sldId id="1327" r:id="rId592"/>
    <p:sldId id="1329" r:id="rId593"/>
    <p:sldId id="1328" r:id="rId594"/>
    <p:sldId id="1325" r:id="rId595"/>
    <p:sldId id="639" r:id="rId596"/>
    <p:sldId id="640" r:id="rId597"/>
    <p:sldId id="641" r:id="rId598"/>
    <p:sldId id="642" r:id="rId599"/>
    <p:sldId id="638" r:id="rId600"/>
    <p:sldId id="1330" r:id="rId601"/>
    <p:sldId id="1331" r:id="rId602"/>
    <p:sldId id="1332" r:id="rId603"/>
    <p:sldId id="898" r:id="rId604"/>
    <p:sldId id="353" r:id="rId605"/>
    <p:sldId id="354" r:id="rId606"/>
    <p:sldId id="900" r:id="rId607"/>
    <p:sldId id="902" r:id="rId608"/>
    <p:sldId id="903" r:id="rId609"/>
    <p:sldId id="904" r:id="rId610"/>
    <p:sldId id="905" r:id="rId611"/>
    <p:sldId id="906" r:id="rId612"/>
    <p:sldId id="901" r:id="rId613"/>
    <p:sldId id="797" r:id="rId614"/>
    <p:sldId id="798" r:id="rId615"/>
    <p:sldId id="796" r:id="rId616"/>
    <p:sldId id="907" r:id="rId617"/>
    <p:sldId id="909" r:id="rId618"/>
    <p:sldId id="910" r:id="rId619"/>
    <p:sldId id="911" r:id="rId620"/>
    <p:sldId id="912" r:id="rId621"/>
    <p:sldId id="913" r:id="rId622"/>
    <p:sldId id="908" r:id="rId623"/>
    <p:sldId id="626" r:id="rId624"/>
    <p:sldId id="627" r:id="rId625"/>
    <p:sldId id="628" r:id="rId626"/>
    <p:sldId id="629" r:id="rId627"/>
    <p:sldId id="630" r:id="rId628"/>
    <p:sldId id="631" r:id="rId629"/>
    <p:sldId id="632" r:id="rId630"/>
    <p:sldId id="633" r:id="rId631"/>
    <p:sldId id="634" r:id="rId632"/>
    <p:sldId id="635" r:id="rId633"/>
    <p:sldId id="636" r:id="rId634"/>
    <p:sldId id="637" r:id="rId635"/>
    <p:sldId id="625" r:id="rId636"/>
    <p:sldId id="367" r:id="rId637"/>
    <p:sldId id="369" r:id="rId638"/>
    <p:sldId id="370" r:id="rId639"/>
    <p:sldId id="371" r:id="rId640"/>
    <p:sldId id="372" r:id="rId641"/>
    <p:sldId id="373" r:id="rId642"/>
    <p:sldId id="368" r:id="rId643"/>
    <p:sldId id="1335" r:id="rId644"/>
    <p:sldId id="1336" r:id="rId645"/>
    <p:sldId id="1337" r:id="rId646"/>
    <p:sldId id="1338" r:id="rId647"/>
    <p:sldId id="1339" r:id="rId648"/>
    <p:sldId id="1340" r:id="rId649"/>
    <p:sldId id="1334" r:id="rId650"/>
    <p:sldId id="336" r:id="rId651"/>
    <p:sldId id="337" r:id="rId652"/>
    <p:sldId id="338" r:id="rId653"/>
    <p:sldId id="339" r:id="rId654"/>
    <p:sldId id="340" r:id="rId655"/>
    <p:sldId id="921" r:id="rId656"/>
    <p:sldId id="923" r:id="rId657"/>
    <p:sldId id="924" r:id="rId658"/>
    <p:sldId id="925" r:id="rId659"/>
    <p:sldId id="926" r:id="rId660"/>
    <p:sldId id="927" r:id="rId661"/>
    <p:sldId id="928" r:id="rId662"/>
    <p:sldId id="922" r:id="rId663"/>
    <p:sldId id="543" r:id="rId664"/>
    <p:sldId id="545" r:id="rId665"/>
    <p:sldId id="546" r:id="rId666"/>
    <p:sldId id="1341" r:id="rId667"/>
    <p:sldId id="1343" r:id="rId668"/>
    <p:sldId id="1342" r:id="rId669"/>
    <p:sldId id="544" r:id="rId670"/>
    <p:sldId id="436" r:id="rId671"/>
    <p:sldId id="438" r:id="rId672"/>
    <p:sldId id="439" r:id="rId673"/>
    <p:sldId id="440" r:id="rId674"/>
    <p:sldId id="441" r:id="rId675"/>
    <p:sldId id="442" r:id="rId676"/>
    <p:sldId id="437" r:id="rId677"/>
    <p:sldId id="929" r:id="rId678"/>
    <p:sldId id="931" r:id="rId679"/>
    <p:sldId id="932" r:id="rId680"/>
    <p:sldId id="930" r:id="rId681"/>
    <p:sldId id="933" r:id="rId682"/>
    <p:sldId id="935" r:id="rId683"/>
    <p:sldId id="936" r:id="rId684"/>
    <p:sldId id="937" r:id="rId685"/>
    <p:sldId id="934" r:id="rId686"/>
    <p:sldId id="443" r:id="rId687"/>
    <p:sldId id="445" r:id="rId688"/>
    <p:sldId id="446" r:id="rId689"/>
    <p:sldId id="447" r:id="rId690"/>
    <p:sldId id="444" r:id="rId691"/>
    <p:sldId id="1124" r:id="rId692"/>
    <p:sldId id="1019" r:id="rId693"/>
    <p:sldId id="1046" r:id="rId694"/>
    <p:sldId id="941" r:id="rId695"/>
    <p:sldId id="1047" r:id="rId696"/>
    <p:sldId id="1048" r:id="rId697"/>
    <p:sldId id="1049" r:id="rId698"/>
    <p:sldId id="1050" r:id="rId699"/>
    <p:sldId id="1051" r:id="rId700"/>
    <p:sldId id="1436" r:id="rId701"/>
    <p:sldId id="943" r:id="rId702"/>
    <p:sldId id="390" r:id="rId703"/>
    <p:sldId id="392" r:id="rId704"/>
    <p:sldId id="393" r:id="rId705"/>
    <p:sldId id="394" r:id="rId706"/>
    <p:sldId id="395" r:id="rId707"/>
    <p:sldId id="391" r:id="rId708"/>
    <p:sldId id="742" r:id="rId709"/>
    <p:sldId id="743" r:id="rId710"/>
    <p:sldId id="501" r:id="rId711"/>
    <p:sldId id="503" r:id="rId712"/>
    <p:sldId id="504" r:id="rId713"/>
    <p:sldId id="505" r:id="rId714"/>
    <p:sldId id="506" r:id="rId715"/>
    <p:sldId id="507" r:id="rId716"/>
    <p:sldId id="502" r:id="rId717"/>
    <p:sldId id="492" r:id="rId718"/>
    <p:sldId id="494" r:id="rId719"/>
    <p:sldId id="1130" r:id="rId720"/>
    <p:sldId id="495" r:id="rId721"/>
    <p:sldId id="1452" r:id="rId722"/>
    <p:sldId id="496" r:id="rId723"/>
    <p:sldId id="1453" r:id="rId724"/>
    <p:sldId id="493" r:id="rId725"/>
    <p:sldId id="1344" r:id="rId726"/>
    <p:sldId id="1345" r:id="rId727"/>
    <p:sldId id="945" r:id="rId728"/>
    <p:sldId id="1053" r:id="rId729"/>
    <p:sldId id="1054" r:id="rId730"/>
    <p:sldId id="1055" r:id="rId731"/>
    <p:sldId id="1056" r:id="rId732"/>
    <p:sldId id="939" r:id="rId733"/>
    <p:sldId id="1346" r:id="rId734"/>
    <p:sldId id="1348" r:id="rId735"/>
    <p:sldId id="1349" r:id="rId736"/>
    <p:sldId id="1350" r:id="rId737"/>
    <p:sldId id="1351" r:id="rId738"/>
    <p:sldId id="1352" r:id="rId739"/>
    <p:sldId id="1353" r:id="rId740"/>
    <p:sldId id="1354" r:id="rId741"/>
    <p:sldId id="1356" r:id="rId742"/>
    <p:sldId id="1355" r:id="rId743"/>
    <p:sldId id="1347" r:id="rId744"/>
    <p:sldId id="1357" r:id="rId745"/>
    <p:sldId id="1359" r:id="rId746"/>
    <p:sldId id="1360" r:id="rId747"/>
    <p:sldId id="1361" r:id="rId748"/>
    <p:sldId id="1362" r:id="rId749"/>
    <p:sldId id="1363" r:id="rId750"/>
    <p:sldId id="1358" r:id="rId751"/>
    <p:sldId id="1364" r:id="rId752"/>
    <p:sldId id="1365" r:id="rId753"/>
    <p:sldId id="1366" r:id="rId754"/>
    <p:sldId id="1367" r:id="rId755"/>
    <p:sldId id="1368" r:id="rId756"/>
    <p:sldId id="1370" r:id="rId757"/>
    <p:sldId id="1369" r:id="rId758"/>
    <p:sldId id="1372" r:id="rId759"/>
    <p:sldId id="1371" r:id="rId760"/>
    <p:sldId id="1374" r:id="rId761"/>
    <p:sldId id="1373" r:id="rId762"/>
    <p:sldId id="947" r:id="rId763"/>
    <p:sldId id="465" r:id="rId764"/>
    <p:sldId id="1133" r:id="rId765"/>
    <p:sldId id="467" r:id="rId766"/>
    <p:sldId id="468" r:id="rId767"/>
    <p:sldId id="1134" r:id="rId768"/>
    <p:sldId id="469" r:id="rId769"/>
    <p:sldId id="1135" r:id="rId770"/>
    <p:sldId id="470" r:id="rId771"/>
    <p:sldId id="1136" r:id="rId772"/>
    <p:sldId id="471" r:id="rId773"/>
    <p:sldId id="1137" r:id="rId774"/>
    <p:sldId id="472" r:id="rId775"/>
    <p:sldId id="1138" r:id="rId776"/>
    <p:sldId id="473" r:id="rId777"/>
    <p:sldId id="1139" r:id="rId778"/>
    <p:sldId id="466" r:id="rId779"/>
    <p:sldId id="1039" r:id="rId780"/>
    <p:sldId id="1021" r:id="rId781"/>
    <p:sldId id="948" r:id="rId782"/>
    <p:sldId id="1446" r:id="rId783"/>
    <p:sldId id="1447" r:id="rId784"/>
    <p:sldId id="1448" r:id="rId785"/>
    <p:sldId id="949" r:id="rId786"/>
    <p:sldId id="950" r:id="rId787"/>
    <p:sldId id="1449" r:id="rId788"/>
    <p:sldId id="951" r:id="rId789"/>
    <p:sldId id="1040" r:id="rId790"/>
    <p:sldId id="1041" r:id="rId791"/>
    <p:sldId id="1042" r:id="rId792"/>
    <p:sldId id="1043" r:id="rId793"/>
    <p:sldId id="1044" r:id="rId794"/>
    <p:sldId id="1045" r:id="rId795"/>
    <p:sldId id="953" r:id="rId796"/>
    <p:sldId id="516" r:id="rId797"/>
    <p:sldId id="518" r:id="rId798"/>
    <p:sldId id="519" r:id="rId799"/>
    <p:sldId id="520" r:id="rId800"/>
    <p:sldId id="955" r:id="rId801"/>
    <p:sldId id="615" r:id="rId802"/>
    <p:sldId id="617" r:id="rId803"/>
    <p:sldId id="618" r:id="rId804"/>
    <p:sldId id="619" r:id="rId805"/>
    <p:sldId id="1377" r:id="rId806"/>
    <p:sldId id="1378" r:id="rId807"/>
    <p:sldId id="1379" r:id="rId808"/>
    <p:sldId id="1380" r:id="rId809"/>
    <p:sldId id="1381" r:id="rId810"/>
    <p:sldId id="1383" r:id="rId811"/>
    <p:sldId id="1382" r:id="rId812"/>
    <p:sldId id="957" r:id="rId813"/>
    <p:sldId id="1107" r:id="rId814"/>
    <p:sldId id="1108" r:id="rId815"/>
    <p:sldId id="1109" r:id="rId816"/>
    <p:sldId id="1110" r:id="rId817"/>
    <p:sldId id="1113" r:id="rId818"/>
    <p:sldId id="1111" r:id="rId819"/>
    <p:sldId id="1112" r:id="rId820"/>
    <p:sldId id="959" r:id="rId821"/>
    <p:sldId id="964" r:id="rId822"/>
    <p:sldId id="965" r:id="rId823"/>
    <p:sldId id="961" r:id="rId824"/>
    <p:sldId id="1057" r:id="rId825"/>
    <p:sldId id="1058" r:id="rId826"/>
    <p:sldId id="1059" r:id="rId827"/>
    <p:sldId id="1060" r:id="rId828"/>
    <p:sldId id="1061" r:id="rId829"/>
    <p:sldId id="963" r:id="rId830"/>
    <p:sldId id="341" r:id="rId831"/>
    <p:sldId id="342" r:id="rId832"/>
    <p:sldId id="343" r:id="rId833"/>
    <p:sldId id="344" r:id="rId834"/>
    <p:sldId id="345" r:id="rId835"/>
    <p:sldId id="346" r:id="rId836"/>
    <p:sldId id="347" r:id="rId837"/>
    <p:sldId id="348" r:id="rId838"/>
    <p:sldId id="349" r:id="rId839"/>
    <p:sldId id="350" r:id="rId840"/>
    <p:sldId id="351" r:id="rId841"/>
    <p:sldId id="352" r:id="rId842"/>
    <p:sldId id="474" r:id="rId843"/>
    <p:sldId id="476" r:id="rId844"/>
    <p:sldId id="477" r:id="rId845"/>
    <p:sldId id="475" r:id="rId846"/>
    <p:sldId id="1415" r:id="rId847"/>
    <p:sldId id="1416" r:id="rId848"/>
    <p:sldId id="967" r:id="rId849"/>
    <p:sldId id="1384" r:id="rId850"/>
    <p:sldId id="1023" r:id="rId851"/>
    <p:sldId id="1385" r:id="rId852"/>
    <p:sldId id="1025" r:id="rId853"/>
    <p:sldId id="751" r:id="rId854"/>
    <p:sldId id="753" r:id="rId855"/>
    <p:sldId id="754" r:id="rId856"/>
    <p:sldId id="755" r:id="rId857"/>
    <p:sldId id="756" r:id="rId858"/>
    <p:sldId id="757" r:id="rId859"/>
    <p:sldId id="752" r:id="rId860"/>
    <p:sldId id="451" r:id="rId861"/>
    <p:sldId id="453" r:id="rId862"/>
    <p:sldId id="454" r:id="rId863"/>
    <p:sldId id="455" r:id="rId864"/>
    <p:sldId id="452" r:id="rId865"/>
    <p:sldId id="744" r:id="rId866"/>
    <p:sldId id="746" r:id="rId867"/>
    <p:sldId id="747" r:id="rId868"/>
    <p:sldId id="748" r:id="rId869"/>
    <p:sldId id="749" r:id="rId870"/>
    <p:sldId id="750" r:id="rId871"/>
    <p:sldId id="745" r:id="rId872"/>
    <p:sldId id="1062" r:id="rId873"/>
    <p:sldId id="1063" r:id="rId874"/>
    <p:sldId id="1064" r:id="rId875"/>
    <p:sldId id="1065" r:id="rId876"/>
    <p:sldId id="1066" r:id="rId877"/>
    <p:sldId id="1067" r:id="rId878"/>
    <p:sldId id="969" r:id="rId879"/>
    <p:sldId id="497" r:id="rId880"/>
    <p:sldId id="499" r:id="rId881"/>
    <p:sldId id="500" r:id="rId882"/>
    <p:sldId id="498" r:id="rId883"/>
    <p:sldId id="1068" r:id="rId884"/>
    <p:sldId id="1069" r:id="rId885"/>
    <p:sldId id="1070" r:id="rId886"/>
    <p:sldId id="1071" r:id="rId887"/>
    <p:sldId id="1072" r:id="rId888"/>
    <p:sldId id="1073" r:id="rId889"/>
    <p:sldId id="1074" r:id="rId890"/>
    <p:sldId id="1075" r:id="rId891"/>
    <p:sldId id="1076" r:id="rId892"/>
    <p:sldId id="971" r:id="rId893"/>
    <p:sldId id="1032" r:id="rId894"/>
    <p:sldId id="1033" r:id="rId895"/>
    <p:sldId id="1034" r:id="rId896"/>
    <p:sldId id="1035" r:id="rId897"/>
    <p:sldId id="1036" r:id="rId898"/>
    <p:sldId id="1037" r:id="rId899"/>
    <p:sldId id="973" r:id="rId900"/>
    <p:sldId id="1388" r:id="rId901"/>
    <p:sldId id="1389" r:id="rId902"/>
    <p:sldId id="1391" r:id="rId903"/>
    <p:sldId id="1392" r:id="rId904"/>
    <p:sldId id="1390" r:id="rId905"/>
    <p:sldId id="332" r:id="rId906"/>
    <p:sldId id="333" r:id="rId907"/>
    <p:sldId id="334" r:id="rId908"/>
    <p:sldId id="335" r:id="rId909"/>
    <p:sldId id="1393" r:id="rId910"/>
    <p:sldId id="977" r:id="rId911"/>
    <p:sldId id="562" r:id="rId912"/>
    <p:sldId id="564" r:id="rId913"/>
    <p:sldId id="565" r:id="rId914"/>
    <p:sldId id="566" r:id="rId915"/>
    <p:sldId id="567" r:id="rId916"/>
    <p:sldId id="568" r:id="rId917"/>
    <p:sldId id="569" r:id="rId918"/>
    <p:sldId id="563" r:id="rId919"/>
    <p:sldId id="1122" r:id="rId920"/>
    <p:sldId id="1123" r:id="rId921"/>
    <p:sldId id="1121" r:id="rId922"/>
    <p:sldId id="1394" r:id="rId923"/>
    <p:sldId id="1395" r:id="rId924"/>
    <p:sldId id="1396" r:id="rId925"/>
    <p:sldId id="1397" r:id="rId926"/>
    <p:sldId id="1398" r:id="rId927"/>
    <p:sldId id="1399" r:id="rId928"/>
    <p:sldId id="1400" r:id="rId929"/>
    <p:sldId id="979" r:id="rId930"/>
    <p:sldId id="559" r:id="rId931"/>
    <p:sldId id="557" r:id="rId932"/>
    <p:sldId id="560" r:id="rId933"/>
    <p:sldId id="561" r:id="rId934"/>
    <p:sldId id="558" r:id="rId935"/>
    <p:sldId id="1401" r:id="rId936"/>
    <p:sldId id="1403" r:id="rId937"/>
    <p:sldId id="1406" r:id="rId938"/>
    <p:sldId id="1404" r:id="rId939"/>
    <p:sldId id="1407" r:id="rId940"/>
    <p:sldId id="1405" r:id="rId941"/>
    <p:sldId id="1408" r:id="rId942"/>
    <p:sldId id="1402" r:id="rId943"/>
    <p:sldId id="411" r:id="rId944"/>
    <p:sldId id="413" r:id="rId945"/>
    <p:sldId id="414" r:id="rId946"/>
    <p:sldId id="415" r:id="rId947"/>
    <p:sldId id="412" r:id="rId948"/>
    <p:sldId id="416" r:id="rId949"/>
    <p:sldId id="418" r:id="rId950"/>
    <p:sldId id="419" r:id="rId951"/>
    <p:sldId id="420" r:id="rId952"/>
    <p:sldId id="421" r:id="rId953"/>
    <p:sldId id="422" r:id="rId954"/>
    <p:sldId id="417" r:id="rId955"/>
    <p:sldId id="536" r:id="rId956"/>
    <p:sldId id="538" r:id="rId957"/>
    <p:sldId id="539" r:id="rId958"/>
    <p:sldId id="540" r:id="rId959"/>
    <p:sldId id="541" r:id="rId960"/>
    <p:sldId id="542" r:id="rId961"/>
    <p:sldId id="537" r:id="rId962"/>
    <p:sldId id="1100" r:id="rId963"/>
    <p:sldId id="1409" r:id="rId964"/>
    <p:sldId id="1411" r:id="rId965"/>
    <p:sldId id="1410" r:id="rId966"/>
    <p:sldId id="1412" r:id="rId967"/>
    <p:sldId id="261" r:id="rId968"/>
    <p:sldId id="262" r:id="rId969"/>
    <p:sldId id="270" r:id="rId970"/>
    <p:sldId id="1413" r:id="rId971"/>
    <p:sldId id="379" r:id="rId972"/>
    <p:sldId id="605" r:id="rId973"/>
    <p:sldId id="690" r:id="rId974"/>
    <p:sldId id="1115" r:id="rId975"/>
    <p:sldId id="1114" r:id="rId976"/>
    <p:sldId id="691" r:id="rId977"/>
    <p:sldId id="1118" r:id="rId978"/>
    <p:sldId id="1119" r:id="rId979"/>
    <p:sldId id="680" r:id="rId980"/>
    <p:sldId id="682" r:id="rId981"/>
    <p:sldId id="683" r:id="rId982"/>
    <p:sldId id="681" r:id="rId983"/>
    <p:sldId id="606" r:id="rId984"/>
    <p:sldId id="607" r:id="rId985"/>
    <p:sldId id="608" r:id="rId986"/>
    <p:sldId id="609" r:id="rId987"/>
    <p:sldId id="717" r:id="rId988"/>
    <p:sldId id="718" r:id="rId989"/>
    <p:sldId id="685" r:id="rId990"/>
    <p:sldId id="692" r:id="rId991"/>
    <p:sldId id="620" r:id="rId992"/>
    <p:sldId id="1116" r:id="rId993"/>
    <p:sldId id="1117" r:id="rId994"/>
    <p:sldId id="710" r:id="rId995"/>
    <p:sldId id="709" r:id="rId996"/>
    <p:sldId id="1150" r:id="rId997"/>
    <p:sldId id="1152" r:id="rId998"/>
    <p:sldId id="1153" r:id="rId999"/>
    <p:sldId id="1154" r:id="rId1000"/>
    <p:sldId id="1155" r:id="rId1001"/>
    <p:sldId id="1151" r:id="rId1002"/>
    <p:sldId id="610" r:id="rId1003"/>
    <p:sldId id="843" r:id="rId1004"/>
    <p:sldId id="1142" r:id="rId1005"/>
    <p:sldId id="1143" r:id="rId1006"/>
    <p:sldId id="1158" r:id="rId1007"/>
    <p:sldId id="1160" r:id="rId1008"/>
    <p:sldId id="1159" r:id="rId1009"/>
    <p:sldId id="1144" r:id="rId1010"/>
    <p:sldId id="1145" r:id="rId1011"/>
    <p:sldId id="1443" r:id="rId1012"/>
    <p:sldId id="1146" r:id="rId1013"/>
    <p:sldId id="1444" r:id="rId1014"/>
    <p:sldId id="1147" r:id="rId1015"/>
    <p:sldId id="1445" r:id="rId1016"/>
    <p:sldId id="1148" r:id="rId1017"/>
    <p:sldId id="799" r:id="rId1018"/>
    <p:sldId id="1149" r:id="rId1019"/>
    <p:sldId id="684" r:id="rId1020"/>
    <p:sldId id="686" r:id="rId1021"/>
    <p:sldId id="842" r:id="rId1022"/>
    <p:sldId id="694" r:id="rId1023"/>
    <p:sldId id="696" r:id="rId1024"/>
    <p:sldId id="695" r:id="rId1025"/>
    <p:sldId id="712" r:id="rId1026"/>
    <p:sldId id="713" r:id="rId1027"/>
    <p:sldId id="711" r:id="rId1028"/>
    <p:sldId id="614" r:id="rId1029"/>
    <p:sldId id="621" r:id="rId1030"/>
    <p:sldId id="622" r:id="rId1031"/>
    <p:sldId id="1104" r:id="rId1032"/>
    <p:sldId id="1105" r:id="rId1033"/>
    <p:sldId id="1106" r:id="rId1034"/>
    <p:sldId id="1103" r:id="rId1035"/>
    <p:sldId id="687" r:id="rId1036"/>
    <p:sldId id="689" r:id="rId1037"/>
    <p:sldId id="688" r:id="rId1038"/>
    <p:sldId id="792" r:id="rId1039"/>
    <p:sldId id="794" r:id="rId1040"/>
    <p:sldId id="795" r:id="rId1041"/>
    <p:sldId id="793" r:id="rId1042"/>
    <p:sldId id="1093" r:id="rId1043"/>
    <p:sldId id="1095" r:id="rId1044"/>
    <p:sldId id="1096" r:id="rId1045"/>
    <p:sldId id="1094" r:id="rId1046"/>
    <p:sldId id="1097" r:id="rId1047"/>
    <p:sldId id="1099" r:id="rId1048"/>
    <p:sldId id="1098" r:id="rId1049"/>
    <p:sldId id="1080" r:id="rId1050"/>
    <p:sldId id="1082" r:id="rId1051"/>
    <p:sldId id="1081" r:id="rId1052"/>
    <p:sldId id="697" r:id="rId1053"/>
    <p:sldId id="698" r:id="rId1054"/>
    <p:sldId id="699" r:id="rId1055"/>
    <p:sldId id="701" r:id="rId1056"/>
    <p:sldId id="702" r:id="rId1057"/>
    <p:sldId id="1083" r:id="rId1058"/>
    <p:sldId id="1084" r:id="rId1059"/>
    <p:sldId id="1086" r:id="rId1060"/>
    <p:sldId id="1085" r:id="rId1061"/>
    <p:sldId id="623" r:id="rId1062"/>
    <p:sldId id="624" r:id="rId1063"/>
    <p:sldId id="700" r:id="rId1064"/>
    <p:sldId id="1087" r:id="rId1065"/>
    <p:sldId id="1088" r:id="rId1066"/>
    <p:sldId id="1090" r:id="rId1067"/>
    <p:sldId id="1089" r:id="rId1068"/>
    <p:sldId id="1091" r:id="rId106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ção Predefinida" id="{C472E6B1-10B4-4AE0-8E91-1D94EF56CC21}">
          <p14:sldIdLst>
            <p14:sldId id="260"/>
            <p14:sldId id="271"/>
            <p14:sldId id="376"/>
            <p14:sldId id="377"/>
            <p14:sldId id="1164"/>
            <p14:sldId id="1165"/>
            <p14:sldId id="1166"/>
            <p14:sldId id="1167"/>
            <p14:sldId id="1173"/>
            <p14:sldId id="1161"/>
            <p14:sldId id="1435"/>
            <p14:sldId id="1022"/>
            <p14:sldId id="1434"/>
            <p14:sldId id="1174"/>
            <p14:sldId id="259"/>
            <p14:sldId id="1194"/>
            <p14:sldId id="1168"/>
            <p14:sldId id="1169"/>
            <p14:sldId id="1170"/>
            <p14:sldId id="1171"/>
            <p14:sldId id="1172"/>
            <p14:sldId id="1175"/>
            <p14:sldId id="1176"/>
            <p14:sldId id="1178"/>
            <p14:sldId id="1179"/>
            <p14:sldId id="1180"/>
            <p14:sldId id="1181"/>
            <p14:sldId id="1182"/>
            <p14:sldId id="1177"/>
            <p14:sldId id="1077"/>
            <p14:sldId id="1078"/>
            <p14:sldId id="1079"/>
            <p14:sldId id="981"/>
            <p14:sldId id="1183"/>
            <p14:sldId id="1163"/>
            <p14:sldId id="272"/>
            <p14:sldId id="274"/>
            <p14:sldId id="273"/>
            <p14:sldId id="275"/>
            <p14:sldId id="276"/>
            <p14:sldId id="277"/>
            <p14:sldId id="1184"/>
            <p14:sldId id="1418"/>
            <p14:sldId id="1419"/>
            <p14:sldId id="1420"/>
            <p14:sldId id="1421"/>
            <p14:sldId id="1422"/>
            <p14:sldId id="1423"/>
            <p14:sldId id="1417"/>
            <p14:sldId id="1185"/>
            <p14:sldId id="1186"/>
            <p14:sldId id="1187"/>
            <p14:sldId id="1188"/>
            <p14:sldId id="1189"/>
            <p14:sldId id="1190"/>
            <p14:sldId id="1191"/>
            <p14:sldId id="983"/>
            <p14:sldId id="263"/>
            <p14:sldId id="264"/>
            <p14:sldId id="265"/>
            <p14:sldId id="267"/>
            <p14:sldId id="268"/>
            <p14:sldId id="991"/>
            <p14:sldId id="279"/>
            <p14:sldId id="280"/>
            <p14:sldId id="283"/>
            <p14:sldId id="284"/>
            <p14:sldId id="285"/>
            <p14:sldId id="286"/>
            <p14:sldId id="282"/>
            <p14:sldId id="1192"/>
            <p14:sldId id="288"/>
            <p14:sldId id="289"/>
            <p14:sldId id="290"/>
            <p14:sldId id="293"/>
            <p14:sldId id="294"/>
            <p14:sldId id="291"/>
            <p14:sldId id="295"/>
            <p14:sldId id="296"/>
            <p14:sldId id="292"/>
            <p14:sldId id="297"/>
            <p14:sldId id="329"/>
            <p14:sldId id="330"/>
            <p14:sldId id="331"/>
            <p14:sldId id="1195"/>
            <p14:sldId id="1196"/>
            <p14:sldId id="301"/>
            <p14:sldId id="1197"/>
            <p14:sldId id="1198"/>
            <p14:sldId id="1199"/>
            <p14:sldId id="1200"/>
            <p14:sldId id="1201"/>
            <p14:sldId id="1202"/>
            <p14:sldId id="1203"/>
            <p14:sldId id="1204"/>
            <p14:sldId id="1205"/>
            <p14:sldId id="302"/>
            <p14:sldId id="304"/>
            <p14:sldId id="305"/>
            <p14:sldId id="306"/>
            <p14:sldId id="307"/>
            <p14:sldId id="309"/>
            <p14:sldId id="310"/>
            <p14:sldId id="308"/>
            <p14:sldId id="1206"/>
            <p14:sldId id="1208"/>
            <p14:sldId id="1209"/>
            <p14:sldId id="1210"/>
            <p14:sldId id="1211"/>
            <p14:sldId id="1212"/>
            <p14:sldId id="1213"/>
            <p14:sldId id="1214"/>
            <p14:sldId id="1215"/>
            <p14:sldId id="1207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4"/>
            <p14:sldId id="1126"/>
            <p14:sldId id="325"/>
            <p14:sldId id="1127"/>
            <p14:sldId id="1128"/>
            <p14:sldId id="326"/>
            <p14:sldId id="1129"/>
            <p14:sldId id="327"/>
            <p14:sldId id="328"/>
            <p14:sldId id="1125"/>
            <p14:sldId id="995"/>
            <p14:sldId id="1216"/>
            <p14:sldId id="997"/>
            <p14:sldId id="396"/>
            <p14:sldId id="398"/>
            <p14:sldId id="399"/>
            <p14:sldId id="400"/>
            <p14:sldId id="397"/>
            <p14:sldId id="456"/>
            <p14:sldId id="458"/>
            <p14:sldId id="459"/>
            <p14:sldId id="460"/>
            <p14:sldId id="461"/>
            <p14:sldId id="462"/>
            <p14:sldId id="463"/>
            <p14:sldId id="464"/>
            <p14:sldId id="457"/>
            <p14:sldId id="401"/>
            <p14:sldId id="403"/>
            <p14:sldId id="404"/>
            <p14:sldId id="405"/>
            <p14:sldId id="1028"/>
            <p14:sldId id="1029"/>
            <p14:sldId id="408"/>
            <p14:sldId id="1030"/>
            <p14:sldId id="1031"/>
            <p14:sldId id="402"/>
            <p14:sldId id="1217"/>
            <p14:sldId id="1219"/>
            <p14:sldId id="1220"/>
            <p14:sldId id="1218"/>
            <p14:sldId id="758"/>
            <p14:sldId id="761"/>
            <p14:sldId id="760"/>
            <p14:sldId id="762"/>
            <p14:sldId id="763"/>
            <p14:sldId id="764"/>
            <p14:sldId id="765"/>
            <p14:sldId id="766"/>
            <p14:sldId id="767"/>
            <p14:sldId id="768"/>
            <p14:sldId id="759"/>
            <p14:sldId id="715"/>
            <p14:sldId id="714"/>
            <p14:sldId id="355"/>
            <p14:sldId id="357"/>
            <p14:sldId id="358"/>
            <p14:sldId id="359"/>
            <p14:sldId id="360"/>
            <p14:sldId id="356"/>
            <p14:sldId id="998"/>
            <p14:sldId id="999"/>
            <p14:sldId id="547"/>
            <p14:sldId id="549"/>
            <p14:sldId id="550"/>
            <p14:sldId id="551"/>
            <p14:sldId id="552"/>
            <p14:sldId id="553"/>
            <p14:sldId id="554"/>
            <p14:sldId id="555"/>
            <p14:sldId id="556"/>
            <p14:sldId id="548"/>
            <p14:sldId id="1221"/>
            <p14:sldId id="1222"/>
            <p14:sldId id="581"/>
            <p14:sldId id="583"/>
            <p14:sldId id="584"/>
            <p14:sldId id="585"/>
            <p14:sldId id="586"/>
            <p14:sldId id="1442"/>
            <p14:sldId id="1437"/>
            <p14:sldId id="1438"/>
            <p14:sldId id="1441"/>
            <p14:sldId id="1440"/>
            <p14:sldId id="582"/>
            <p14:sldId id="1038"/>
            <p14:sldId id="1003"/>
            <p14:sldId id="361"/>
            <p14:sldId id="363"/>
            <p14:sldId id="364"/>
            <p14:sldId id="365"/>
            <p14:sldId id="366"/>
            <p14:sldId id="362"/>
            <p14:sldId id="587"/>
            <p14:sldId id="589"/>
            <p14:sldId id="590"/>
            <p14:sldId id="1229"/>
            <p14:sldId id="526"/>
            <p14:sldId id="528"/>
            <p14:sldId id="529"/>
            <p14:sldId id="530"/>
            <p14:sldId id="531"/>
            <p14:sldId id="527"/>
            <p14:sldId id="1223"/>
            <p14:sldId id="1224"/>
            <p14:sldId id="1225"/>
            <p14:sldId id="1227"/>
            <p14:sldId id="1226"/>
            <p14:sldId id="484"/>
            <p14:sldId id="1228"/>
            <p14:sldId id="591"/>
            <p14:sldId id="593"/>
            <p14:sldId id="594"/>
            <p14:sldId id="595"/>
            <p14:sldId id="596"/>
            <p14:sldId id="592"/>
            <p14:sldId id="1230"/>
            <p14:sldId id="1232"/>
            <p14:sldId id="1233"/>
            <p14:sldId id="1234"/>
            <p14:sldId id="1235"/>
            <p14:sldId id="1236"/>
            <p14:sldId id="1237"/>
            <p14:sldId id="1238"/>
            <p14:sldId id="1231"/>
            <p14:sldId id="597"/>
            <p14:sldId id="1239"/>
            <p14:sldId id="598"/>
            <p14:sldId id="1240"/>
            <p14:sldId id="1241"/>
            <p14:sldId id="1242"/>
            <p14:sldId id="1243"/>
            <p14:sldId id="1244"/>
            <p14:sldId id="985"/>
            <p14:sldId id="423"/>
            <p14:sldId id="425"/>
            <p14:sldId id="426"/>
            <p14:sldId id="1431"/>
            <p14:sldId id="428"/>
            <p14:sldId id="1432"/>
            <p14:sldId id="430"/>
            <p14:sldId id="1433"/>
            <p14:sldId id="424"/>
            <p14:sldId id="649"/>
            <p14:sldId id="650"/>
            <p14:sldId id="651"/>
            <p14:sldId id="652"/>
            <p14:sldId id="653"/>
            <p14:sldId id="654"/>
            <p14:sldId id="648"/>
            <p14:sldId id="662"/>
            <p14:sldId id="664"/>
            <p14:sldId id="666"/>
            <p14:sldId id="665"/>
            <p14:sldId id="667"/>
            <p14:sldId id="668"/>
            <p14:sldId id="663"/>
            <p14:sldId id="769"/>
            <p14:sldId id="771"/>
            <p14:sldId id="772"/>
            <p14:sldId id="770"/>
            <p14:sldId id="773"/>
            <p14:sldId id="775"/>
            <p14:sldId id="776"/>
            <p14:sldId id="777"/>
            <p14:sldId id="778"/>
            <p14:sldId id="779"/>
            <p14:sldId id="780"/>
            <p14:sldId id="774"/>
            <p14:sldId id="1245"/>
            <p14:sldId id="1247"/>
            <p14:sldId id="1248"/>
            <p14:sldId id="1249"/>
            <p14:sldId id="1246"/>
            <p14:sldId id="1424"/>
            <p14:sldId id="1426"/>
            <p14:sldId id="1427"/>
            <p14:sldId id="1428"/>
            <p14:sldId id="1429"/>
            <p14:sldId id="1430"/>
            <p14:sldId id="1425"/>
            <p14:sldId id="781"/>
            <p14:sldId id="783"/>
            <p14:sldId id="784"/>
            <p14:sldId id="785"/>
            <p14:sldId id="782"/>
            <p14:sldId id="786"/>
            <p14:sldId id="788"/>
            <p14:sldId id="789"/>
            <p14:sldId id="787"/>
            <p14:sldId id="374"/>
            <p14:sldId id="380"/>
            <p14:sldId id="381"/>
            <p14:sldId id="382"/>
            <p14:sldId id="375"/>
            <p14:sldId id="521"/>
            <p14:sldId id="523"/>
            <p14:sldId id="524"/>
            <p14:sldId id="525"/>
            <p14:sldId id="522"/>
            <p14:sldId id="1156"/>
            <p14:sldId id="1157"/>
            <p14:sldId id="599"/>
            <p14:sldId id="601"/>
            <p14:sldId id="602"/>
            <p14:sldId id="600"/>
            <p14:sldId id="655"/>
            <p14:sldId id="657"/>
            <p14:sldId id="658"/>
            <p14:sldId id="659"/>
            <p14:sldId id="660"/>
            <p14:sldId id="661"/>
            <p14:sldId id="656"/>
            <p14:sldId id="1250"/>
            <p14:sldId id="1251"/>
            <p14:sldId id="790"/>
            <p14:sldId id="802"/>
            <p14:sldId id="803"/>
            <p14:sldId id="804"/>
            <p14:sldId id="806"/>
            <p14:sldId id="791"/>
            <p14:sldId id="807"/>
            <p14:sldId id="809"/>
            <p14:sldId id="810"/>
            <p14:sldId id="811"/>
            <p14:sldId id="812"/>
            <p14:sldId id="813"/>
            <p14:sldId id="814"/>
            <p14:sldId id="808"/>
            <p14:sldId id="815"/>
            <p14:sldId id="817"/>
            <p14:sldId id="818"/>
            <p14:sldId id="819"/>
            <p14:sldId id="820"/>
            <p14:sldId id="821"/>
            <p14:sldId id="816"/>
            <p14:sldId id="669"/>
            <p14:sldId id="671"/>
            <p14:sldId id="670"/>
            <p14:sldId id="672"/>
            <p14:sldId id="674"/>
            <p14:sldId id="675"/>
            <p14:sldId id="677"/>
            <p14:sldId id="1450"/>
            <p14:sldId id="678"/>
            <p14:sldId id="1451"/>
            <p14:sldId id="673"/>
            <p14:sldId id="720"/>
            <p14:sldId id="721"/>
            <p14:sldId id="722"/>
            <p14:sldId id="723"/>
            <p14:sldId id="719"/>
            <p14:sldId id="1252"/>
            <p14:sldId id="1253"/>
            <p14:sldId id="1254"/>
            <p14:sldId id="1255"/>
            <p14:sldId id="1257"/>
            <p14:sldId id="1258"/>
            <p14:sldId id="1256"/>
            <p14:sldId id="1259"/>
            <p14:sldId id="1260"/>
            <p14:sldId id="825"/>
            <p14:sldId id="704"/>
            <p14:sldId id="705"/>
            <p14:sldId id="706"/>
            <p14:sldId id="707"/>
            <p14:sldId id="708"/>
            <p14:sldId id="703"/>
            <p14:sldId id="486"/>
            <p14:sldId id="488"/>
            <p14:sldId id="489"/>
            <p14:sldId id="490"/>
            <p14:sldId id="491"/>
            <p14:sldId id="487"/>
            <p14:sldId id="826"/>
            <p14:sldId id="828"/>
            <p14:sldId id="829"/>
            <p14:sldId id="830"/>
            <p14:sldId id="831"/>
            <p14:sldId id="832"/>
            <p14:sldId id="833"/>
            <p14:sldId id="834"/>
            <p14:sldId id="827"/>
            <p14:sldId id="724"/>
            <p14:sldId id="726"/>
            <p14:sldId id="727"/>
            <p14:sldId id="728"/>
            <p14:sldId id="729"/>
            <p14:sldId id="725"/>
            <p14:sldId id="1261"/>
            <p14:sldId id="1262"/>
            <p14:sldId id="835"/>
            <p14:sldId id="837"/>
            <p14:sldId id="838"/>
            <p14:sldId id="839"/>
            <p14:sldId id="836"/>
            <p14:sldId id="508"/>
            <p14:sldId id="510"/>
            <p14:sldId id="511"/>
            <p14:sldId id="509"/>
            <p14:sldId id="1271"/>
            <p14:sldId id="1009"/>
            <p14:sldId id="512"/>
            <p14:sldId id="514"/>
            <p14:sldId id="515"/>
            <p14:sldId id="513"/>
            <p14:sldId id="532"/>
            <p14:sldId id="533"/>
            <p14:sldId id="535"/>
            <p14:sldId id="534"/>
            <p14:sldId id="1272"/>
            <p14:sldId id="1273"/>
            <p14:sldId id="987"/>
            <p14:sldId id="603"/>
            <p14:sldId id="730"/>
            <p14:sldId id="731"/>
            <p14:sldId id="732"/>
            <p14:sldId id="604"/>
            <p14:sldId id="849"/>
            <p14:sldId id="851"/>
            <p14:sldId id="852"/>
            <p14:sldId id="853"/>
            <p14:sldId id="850"/>
            <p14:sldId id="1274"/>
            <p14:sldId id="1276"/>
            <p14:sldId id="1277"/>
            <p14:sldId id="1278"/>
            <p14:sldId id="1279"/>
            <p14:sldId id="1275"/>
            <p14:sldId id="1280"/>
            <p14:sldId id="1282"/>
            <p14:sldId id="1283"/>
            <p14:sldId id="1284"/>
            <p14:sldId id="1285"/>
            <p14:sldId id="1287"/>
            <p14:sldId id="1286"/>
            <p14:sldId id="1281"/>
            <p14:sldId id="1288"/>
            <p14:sldId id="1290"/>
            <p14:sldId id="1291"/>
            <p14:sldId id="1292"/>
            <p14:sldId id="1293"/>
            <p14:sldId id="1295"/>
            <p14:sldId id="1294"/>
            <p14:sldId id="1289"/>
            <p14:sldId id="1296"/>
            <p14:sldId id="1011"/>
            <p14:sldId id="854"/>
            <p14:sldId id="1140"/>
            <p14:sldId id="856"/>
            <p14:sldId id="1141"/>
            <p14:sldId id="855"/>
            <p14:sldId id="733"/>
            <p14:sldId id="735"/>
            <p14:sldId id="736"/>
            <p14:sldId id="737"/>
            <p14:sldId id="734"/>
            <p14:sldId id="643"/>
            <p14:sldId id="645"/>
            <p14:sldId id="644"/>
            <p14:sldId id="738"/>
            <p14:sldId id="739"/>
            <p14:sldId id="857"/>
            <p14:sldId id="859"/>
            <p14:sldId id="860"/>
            <p14:sldId id="861"/>
            <p14:sldId id="862"/>
            <p14:sldId id="863"/>
            <p14:sldId id="858"/>
            <p14:sldId id="1297"/>
            <p14:sldId id="1013"/>
            <p14:sldId id="864"/>
            <p14:sldId id="866"/>
            <p14:sldId id="865"/>
            <p14:sldId id="1298"/>
            <p14:sldId id="1300"/>
            <p14:sldId id="1301"/>
            <p14:sldId id="1302"/>
            <p14:sldId id="1299"/>
            <p14:sldId id="867"/>
            <p14:sldId id="868"/>
            <p14:sldId id="740"/>
            <p14:sldId id="1303"/>
            <p14:sldId id="869"/>
            <p14:sldId id="871"/>
            <p14:sldId id="876"/>
            <p14:sldId id="872"/>
            <p14:sldId id="873"/>
            <p14:sldId id="874"/>
            <p14:sldId id="875"/>
            <p14:sldId id="741"/>
            <p14:sldId id="432"/>
            <p14:sldId id="434"/>
            <p14:sldId id="435"/>
            <p14:sldId id="433"/>
            <p14:sldId id="570"/>
            <p14:sldId id="572"/>
            <p14:sldId id="573"/>
            <p14:sldId id="574"/>
            <p14:sldId id="571"/>
            <p14:sldId id="448"/>
            <p14:sldId id="450"/>
            <p14:sldId id="801"/>
            <p14:sldId id="878"/>
            <p14:sldId id="877"/>
            <p14:sldId id="879"/>
            <p14:sldId id="880"/>
            <p14:sldId id="881"/>
            <p14:sldId id="882"/>
            <p14:sldId id="883"/>
            <p14:sldId id="1304"/>
            <p14:sldId id="1305"/>
            <p14:sldId id="1306"/>
            <p14:sldId id="1307"/>
            <p14:sldId id="449"/>
            <p14:sldId id="1308"/>
            <p14:sldId id="1310"/>
            <p14:sldId id="1311"/>
            <p14:sldId id="1313"/>
            <p14:sldId id="1314"/>
            <p14:sldId id="1312"/>
            <p14:sldId id="1309"/>
            <p14:sldId id="1316"/>
            <p14:sldId id="1017"/>
            <p14:sldId id="646"/>
            <p14:sldId id="1315"/>
            <p14:sldId id="575"/>
            <p14:sldId id="577"/>
            <p14:sldId id="578"/>
            <p14:sldId id="579"/>
            <p14:sldId id="580"/>
            <p14:sldId id="576"/>
            <p14:sldId id="478"/>
            <p14:sldId id="480"/>
            <p14:sldId id="481"/>
            <p14:sldId id="482"/>
            <p14:sldId id="483"/>
            <p14:sldId id="479"/>
            <p14:sldId id="1317"/>
            <p14:sldId id="1319"/>
            <p14:sldId id="1320"/>
            <p14:sldId id="1321"/>
            <p14:sldId id="1323"/>
            <p14:sldId id="1322"/>
            <p14:sldId id="1318"/>
            <p14:sldId id="383"/>
            <p14:sldId id="385"/>
            <p14:sldId id="386"/>
            <p14:sldId id="387"/>
            <p14:sldId id="388"/>
            <p14:sldId id="389"/>
            <p14:sldId id="384"/>
            <p14:sldId id="893"/>
            <p14:sldId id="894"/>
            <p14:sldId id="895"/>
            <p14:sldId id="896"/>
            <p14:sldId id="892"/>
            <p14:sldId id="884"/>
            <p14:sldId id="886"/>
            <p14:sldId id="887"/>
            <p14:sldId id="888"/>
            <p14:sldId id="889"/>
            <p14:sldId id="890"/>
            <p14:sldId id="885"/>
            <p14:sldId id="1324"/>
            <p14:sldId id="1326"/>
            <p14:sldId id="1327"/>
            <p14:sldId id="1329"/>
            <p14:sldId id="1328"/>
            <p14:sldId id="1325"/>
            <p14:sldId id="639"/>
            <p14:sldId id="640"/>
            <p14:sldId id="641"/>
            <p14:sldId id="642"/>
            <p14:sldId id="638"/>
            <p14:sldId id="1330"/>
            <p14:sldId id="1331"/>
            <p14:sldId id="1332"/>
            <p14:sldId id="898"/>
            <p14:sldId id="353"/>
            <p14:sldId id="354"/>
            <p14:sldId id="900"/>
            <p14:sldId id="902"/>
            <p14:sldId id="903"/>
            <p14:sldId id="904"/>
            <p14:sldId id="905"/>
            <p14:sldId id="906"/>
            <p14:sldId id="901"/>
            <p14:sldId id="797"/>
            <p14:sldId id="798"/>
            <p14:sldId id="796"/>
            <p14:sldId id="907"/>
            <p14:sldId id="909"/>
            <p14:sldId id="910"/>
            <p14:sldId id="911"/>
            <p14:sldId id="912"/>
            <p14:sldId id="913"/>
            <p14:sldId id="908"/>
            <p14:sldId id="626"/>
            <p14:sldId id="627"/>
            <p14:sldId id="628"/>
            <p14:sldId id="629"/>
            <p14:sldId id="630"/>
            <p14:sldId id="631"/>
            <p14:sldId id="632"/>
            <p14:sldId id="633"/>
            <p14:sldId id="634"/>
            <p14:sldId id="635"/>
            <p14:sldId id="636"/>
            <p14:sldId id="637"/>
            <p14:sldId id="625"/>
            <p14:sldId id="367"/>
            <p14:sldId id="369"/>
            <p14:sldId id="370"/>
            <p14:sldId id="371"/>
            <p14:sldId id="372"/>
            <p14:sldId id="373"/>
            <p14:sldId id="368"/>
            <p14:sldId id="1335"/>
            <p14:sldId id="1336"/>
            <p14:sldId id="1337"/>
            <p14:sldId id="1338"/>
            <p14:sldId id="1339"/>
            <p14:sldId id="1340"/>
            <p14:sldId id="1334"/>
            <p14:sldId id="336"/>
            <p14:sldId id="337"/>
            <p14:sldId id="338"/>
            <p14:sldId id="339"/>
            <p14:sldId id="340"/>
            <p14:sldId id="921"/>
            <p14:sldId id="923"/>
            <p14:sldId id="924"/>
            <p14:sldId id="925"/>
            <p14:sldId id="926"/>
            <p14:sldId id="927"/>
            <p14:sldId id="928"/>
            <p14:sldId id="922"/>
            <p14:sldId id="543"/>
            <p14:sldId id="545"/>
            <p14:sldId id="546"/>
            <p14:sldId id="1341"/>
            <p14:sldId id="1343"/>
            <p14:sldId id="1342"/>
            <p14:sldId id="544"/>
            <p14:sldId id="436"/>
            <p14:sldId id="438"/>
            <p14:sldId id="439"/>
            <p14:sldId id="440"/>
            <p14:sldId id="441"/>
            <p14:sldId id="442"/>
            <p14:sldId id="437"/>
            <p14:sldId id="929"/>
            <p14:sldId id="931"/>
            <p14:sldId id="932"/>
            <p14:sldId id="930"/>
            <p14:sldId id="933"/>
            <p14:sldId id="935"/>
            <p14:sldId id="936"/>
            <p14:sldId id="937"/>
            <p14:sldId id="934"/>
            <p14:sldId id="443"/>
            <p14:sldId id="445"/>
            <p14:sldId id="446"/>
            <p14:sldId id="447"/>
            <p14:sldId id="444"/>
            <p14:sldId id="1124"/>
            <p14:sldId id="1019"/>
            <p14:sldId id="1046"/>
            <p14:sldId id="941"/>
            <p14:sldId id="1047"/>
            <p14:sldId id="1048"/>
            <p14:sldId id="1049"/>
            <p14:sldId id="1050"/>
            <p14:sldId id="1051"/>
            <p14:sldId id="1436"/>
            <p14:sldId id="943"/>
            <p14:sldId id="390"/>
            <p14:sldId id="392"/>
            <p14:sldId id="393"/>
            <p14:sldId id="394"/>
            <p14:sldId id="395"/>
            <p14:sldId id="391"/>
            <p14:sldId id="742"/>
            <p14:sldId id="743"/>
            <p14:sldId id="501"/>
            <p14:sldId id="503"/>
            <p14:sldId id="504"/>
            <p14:sldId id="505"/>
            <p14:sldId id="506"/>
            <p14:sldId id="507"/>
            <p14:sldId id="502"/>
            <p14:sldId id="492"/>
            <p14:sldId id="494"/>
            <p14:sldId id="1130"/>
            <p14:sldId id="495"/>
            <p14:sldId id="1452"/>
            <p14:sldId id="496"/>
            <p14:sldId id="1453"/>
            <p14:sldId id="493"/>
            <p14:sldId id="1344"/>
            <p14:sldId id="1345"/>
            <p14:sldId id="945"/>
            <p14:sldId id="1053"/>
            <p14:sldId id="1054"/>
            <p14:sldId id="1055"/>
            <p14:sldId id="1056"/>
            <p14:sldId id="939"/>
            <p14:sldId id="1346"/>
            <p14:sldId id="1348"/>
            <p14:sldId id="1349"/>
            <p14:sldId id="1350"/>
            <p14:sldId id="1351"/>
            <p14:sldId id="1352"/>
            <p14:sldId id="1353"/>
            <p14:sldId id="1354"/>
            <p14:sldId id="1356"/>
            <p14:sldId id="1355"/>
            <p14:sldId id="1347"/>
            <p14:sldId id="1357"/>
            <p14:sldId id="1359"/>
            <p14:sldId id="1360"/>
            <p14:sldId id="1361"/>
            <p14:sldId id="1362"/>
            <p14:sldId id="1363"/>
            <p14:sldId id="1358"/>
            <p14:sldId id="1364"/>
            <p14:sldId id="1365"/>
            <p14:sldId id="1366"/>
            <p14:sldId id="1367"/>
            <p14:sldId id="1368"/>
            <p14:sldId id="1370"/>
            <p14:sldId id="1369"/>
            <p14:sldId id="1372"/>
            <p14:sldId id="1371"/>
            <p14:sldId id="1374"/>
            <p14:sldId id="1373"/>
            <p14:sldId id="947"/>
            <p14:sldId id="465"/>
            <p14:sldId id="1133"/>
            <p14:sldId id="467"/>
            <p14:sldId id="468"/>
            <p14:sldId id="1134"/>
            <p14:sldId id="469"/>
            <p14:sldId id="1135"/>
            <p14:sldId id="470"/>
            <p14:sldId id="1136"/>
            <p14:sldId id="471"/>
            <p14:sldId id="1137"/>
            <p14:sldId id="472"/>
            <p14:sldId id="1138"/>
            <p14:sldId id="473"/>
            <p14:sldId id="1139"/>
            <p14:sldId id="466"/>
            <p14:sldId id="1039"/>
            <p14:sldId id="1021"/>
            <p14:sldId id="948"/>
            <p14:sldId id="1446"/>
            <p14:sldId id="1447"/>
            <p14:sldId id="1448"/>
            <p14:sldId id="949"/>
            <p14:sldId id="950"/>
            <p14:sldId id="1449"/>
            <p14:sldId id="951"/>
            <p14:sldId id="1040"/>
            <p14:sldId id="1041"/>
            <p14:sldId id="1042"/>
            <p14:sldId id="1043"/>
            <p14:sldId id="1044"/>
            <p14:sldId id="1045"/>
            <p14:sldId id="953"/>
            <p14:sldId id="516"/>
            <p14:sldId id="518"/>
            <p14:sldId id="519"/>
            <p14:sldId id="520"/>
            <p14:sldId id="955"/>
            <p14:sldId id="615"/>
            <p14:sldId id="617"/>
            <p14:sldId id="618"/>
            <p14:sldId id="619"/>
            <p14:sldId id="1377"/>
            <p14:sldId id="1378"/>
            <p14:sldId id="1379"/>
            <p14:sldId id="1380"/>
            <p14:sldId id="1381"/>
            <p14:sldId id="1383"/>
            <p14:sldId id="1382"/>
            <p14:sldId id="957"/>
            <p14:sldId id="1107"/>
            <p14:sldId id="1108"/>
            <p14:sldId id="1109"/>
            <p14:sldId id="1110"/>
            <p14:sldId id="1113"/>
            <p14:sldId id="1111"/>
            <p14:sldId id="1112"/>
            <p14:sldId id="959"/>
            <p14:sldId id="964"/>
            <p14:sldId id="965"/>
            <p14:sldId id="961"/>
            <p14:sldId id="1057"/>
            <p14:sldId id="1058"/>
            <p14:sldId id="1059"/>
            <p14:sldId id="1060"/>
            <p14:sldId id="1061"/>
            <p14:sldId id="963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474"/>
            <p14:sldId id="476"/>
            <p14:sldId id="477"/>
            <p14:sldId id="475"/>
            <p14:sldId id="1415"/>
            <p14:sldId id="1416"/>
            <p14:sldId id="967"/>
            <p14:sldId id="1384"/>
            <p14:sldId id="1023"/>
            <p14:sldId id="1385"/>
            <p14:sldId id="1025"/>
            <p14:sldId id="751"/>
            <p14:sldId id="753"/>
            <p14:sldId id="754"/>
            <p14:sldId id="755"/>
            <p14:sldId id="756"/>
            <p14:sldId id="757"/>
            <p14:sldId id="752"/>
            <p14:sldId id="451"/>
            <p14:sldId id="453"/>
            <p14:sldId id="454"/>
            <p14:sldId id="455"/>
            <p14:sldId id="452"/>
            <p14:sldId id="744"/>
            <p14:sldId id="746"/>
            <p14:sldId id="747"/>
            <p14:sldId id="748"/>
            <p14:sldId id="749"/>
            <p14:sldId id="750"/>
            <p14:sldId id="745"/>
            <p14:sldId id="1062"/>
            <p14:sldId id="1063"/>
            <p14:sldId id="1064"/>
            <p14:sldId id="1065"/>
            <p14:sldId id="1066"/>
            <p14:sldId id="1067"/>
            <p14:sldId id="969"/>
            <p14:sldId id="497"/>
            <p14:sldId id="499"/>
            <p14:sldId id="500"/>
            <p14:sldId id="498"/>
            <p14:sldId id="1068"/>
            <p14:sldId id="1069"/>
            <p14:sldId id="1070"/>
            <p14:sldId id="1071"/>
            <p14:sldId id="1072"/>
            <p14:sldId id="1073"/>
            <p14:sldId id="1074"/>
            <p14:sldId id="1075"/>
            <p14:sldId id="1076"/>
            <p14:sldId id="971"/>
            <p14:sldId id="1032"/>
            <p14:sldId id="1033"/>
            <p14:sldId id="1034"/>
            <p14:sldId id="1035"/>
            <p14:sldId id="1036"/>
            <p14:sldId id="1037"/>
            <p14:sldId id="973"/>
            <p14:sldId id="1388"/>
            <p14:sldId id="1389"/>
            <p14:sldId id="1391"/>
            <p14:sldId id="1392"/>
            <p14:sldId id="1390"/>
            <p14:sldId id="332"/>
            <p14:sldId id="333"/>
            <p14:sldId id="334"/>
            <p14:sldId id="335"/>
            <p14:sldId id="1393"/>
            <p14:sldId id="977"/>
            <p14:sldId id="562"/>
            <p14:sldId id="564"/>
            <p14:sldId id="565"/>
            <p14:sldId id="566"/>
            <p14:sldId id="567"/>
            <p14:sldId id="568"/>
            <p14:sldId id="569"/>
            <p14:sldId id="563"/>
            <p14:sldId id="1122"/>
            <p14:sldId id="1123"/>
            <p14:sldId id="1121"/>
            <p14:sldId id="1394"/>
            <p14:sldId id="1395"/>
            <p14:sldId id="1396"/>
            <p14:sldId id="1397"/>
            <p14:sldId id="1398"/>
            <p14:sldId id="1399"/>
            <p14:sldId id="1400"/>
            <p14:sldId id="979"/>
            <p14:sldId id="559"/>
            <p14:sldId id="557"/>
            <p14:sldId id="560"/>
            <p14:sldId id="561"/>
            <p14:sldId id="558"/>
            <p14:sldId id="1401"/>
            <p14:sldId id="1403"/>
            <p14:sldId id="1406"/>
            <p14:sldId id="1404"/>
            <p14:sldId id="1407"/>
            <p14:sldId id="1405"/>
            <p14:sldId id="1408"/>
            <p14:sldId id="1402"/>
            <p14:sldId id="411"/>
            <p14:sldId id="413"/>
            <p14:sldId id="414"/>
            <p14:sldId id="415"/>
            <p14:sldId id="412"/>
            <p14:sldId id="416"/>
            <p14:sldId id="418"/>
            <p14:sldId id="419"/>
            <p14:sldId id="420"/>
            <p14:sldId id="421"/>
            <p14:sldId id="422"/>
            <p14:sldId id="417"/>
            <p14:sldId id="536"/>
            <p14:sldId id="538"/>
            <p14:sldId id="539"/>
            <p14:sldId id="540"/>
            <p14:sldId id="541"/>
            <p14:sldId id="542"/>
            <p14:sldId id="537"/>
            <p14:sldId id="1100"/>
            <p14:sldId id="1409"/>
            <p14:sldId id="1411"/>
            <p14:sldId id="1410"/>
            <p14:sldId id="1412"/>
            <p14:sldId id="261"/>
            <p14:sldId id="262"/>
            <p14:sldId id="270"/>
            <p14:sldId id="1413"/>
            <p14:sldId id="379"/>
            <p14:sldId id="605"/>
            <p14:sldId id="690"/>
            <p14:sldId id="1115"/>
            <p14:sldId id="1114"/>
            <p14:sldId id="691"/>
            <p14:sldId id="1118"/>
            <p14:sldId id="1119"/>
            <p14:sldId id="680"/>
            <p14:sldId id="682"/>
            <p14:sldId id="683"/>
            <p14:sldId id="681"/>
            <p14:sldId id="606"/>
            <p14:sldId id="607"/>
            <p14:sldId id="608"/>
            <p14:sldId id="609"/>
            <p14:sldId id="717"/>
            <p14:sldId id="718"/>
            <p14:sldId id="685"/>
            <p14:sldId id="692"/>
            <p14:sldId id="620"/>
            <p14:sldId id="1116"/>
            <p14:sldId id="1117"/>
            <p14:sldId id="710"/>
            <p14:sldId id="709"/>
            <p14:sldId id="1150"/>
            <p14:sldId id="1152"/>
            <p14:sldId id="1153"/>
            <p14:sldId id="1154"/>
            <p14:sldId id="1155"/>
            <p14:sldId id="1151"/>
            <p14:sldId id="610"/>
            <p14:sldId id="843"/>
            <p14:sldId id="1142"/>
            <p14:sldId id="1143"/>
            <p14:sldId id="1158"/>
            <p14:sldId id="1160"/>
            <p14:sldId id="1159"/>
            <p14:sldId id="1144"/>
            <p14:sldId id="1145"/>
            <p14:sldId id="1443"/>
            <p14:sldId id="1146"/>
            <p14:sldId id="1444"/>
            <p14:sldId id="1147"/>
            <p14:sldId id="1445"/>
            <p14:sldId id="1148"/>
            <p14:sldId id="799"/>
            <p14:sldId id="1149"/>
            <p14:sldId id="684"/>
            <p14:sldId id="686"/>
            <p14:sldId id="842"/>
            <p14:sldId id="694"/>
            <p14:sldId id="696"/>
            <p14:sldId id="695"/>
            <p14:sldId id="712"/>
          </p14:sldIdLst>
        </p14:section>
        <p14:section name="Secção Sem Título" id="{E553154C-C23D-4252-8D93-0A87BCBD97F8}">
          <p14:sldIdLst>
            <p14:sldId id="713"/>
            <p14:sldId id="711"/>
            <p14:sldId id="614"/>
            <p14:sldId id="621"/>
            <p14:sldId id="622"/>
            <p14:sldId id="1104"/>
            <p14:sldId id="1105"/>
            <p14:sldId id="1106"/>
            <p14:sldId id="1103"/>
            <p14:sldId id="687"/>
            <p14:sldId id="689"/>
            <p14:sldId id="688"/>
            <p14:sldId id="792"/>
            <p14:sldId id="794"/>
            <p14:sldId id="795"/>
            <p14:sldId id="793"/>
            <p14:sldId id="1093"/>
            <p14:sldId id="1095"/>
            <p14:sldId id="1096"/>
            <p14:sldId id="1094"/>
          </p14:sldIdLst>
        </p14:section>
        <p14:section name="Secção Sem Título" id="{1778C08C-8DA3-485B-8FC5-D10DECA496EF}">
          <p14:sldIdLst>
            <p14:sldId id="1097"/>
            <p14:sldId id="1099"/>
            <p14:sldId id="1098"/>
            <p14:sldId id="1080"/>
            <p14:sldId id="1082"/>
            <p14:sldId id="1081"/>
            <p14:sldId id="697"/>
            <p14:sldId id="698"/>
            <p14:sldId id="699"/>
            <p14:sldId id="701"/>
            <p14:sldId id="702"/>
            <p14:sldId id="1083"/>
            <p14:sldId id="1084"/>
            <p14:sldId id="1086"/>
            <p14:sldId id="1085"/>
            <p14:sldId id="623"/>
            <p14:sldId id="624"/>
            <p14:sldId id="700"/>
            <p14:sldId id="1087"/>
            <p14:sldId id="1088"/>
            <p14:sldId id="1090"/>
            <p14:sldId id="1089"/>
            <p14:sldId id="10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39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6DA4FB-7E1A-4294-9C7E-154B800E6FA0}" v="4" dt="2025-09-09T23:01:14.0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44" autoAdjust="0"/>
    <p:restoredTop sz="89578" autoAdjust="0"/>
  </p:normalViewPr>
  <p:slideViewPr>
    <p:cSldViewPr snapToGrid="0">
      <p:cViewPr varScale="1">
        <p:scale>
          <a:sx n="71" d="100"/>
          <a:sy n="71" d="100"/>
        </p:scale>
        <p:origin x="106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1" Type="http://schemas.openxmlformats.org/officeDocument/2006/relationships/slide" Target="slides/slide20.xml"/><Relationship Id="rId170" Type="http://schemas.openxmlformats.org/officeDocument/2006/relationships/slide" Target="slides/slide169.xml"/><Relationship Id="rId268" Type="http://schemas.openxmlformats.org/officeDocument/2006/relationships/slide" Target="slides/slide267.xml"/><Relationship Id="rId475" Type="http://schemas.openxmlformats.org/officeDocument/2006/relationships/slide" Target="slides/slide474.xml"/><Relationship Id="rId682" Type="http://schemas.openxmlformats.org/officeDocument/2006/relationships/slide" Target="slides/slide681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42" Type="http://schemas.openxmlformats.org/officeDocument/2006/relationships/slide" Target="slides/slide541.xml"/><Relationship Id="rId987" Type="http://schemas.openxmlformats.org/officeDocument/2006/relationships/slide" Target="slides/slide986.xml"/><Relationship Id="rId402" Type="http://schemas.openxmlformats.org/officeDocument/2006/relationships/slide" Target="slides/slide401.xml"/><Relationship Id="rId847" Type="http://schemas.openxmlformats.org/officeDocument/2006/relationships/slide" Target="slides/slide846.xml"/><Relationship Id="rId1032" Type="http://schemas.openxmlformats.org/officeDocument/2006/relationships/slide" Target="slides/slide1031.xml"/><Relationship Id="rId707" Type="http://schemas.openxmlformats.org/officeDocument/2006/relationships/slide" Target="slides/slide706.xml"/><Relationship Id="rId914" Type="http://schemas.openxmlformats.org/officeDocument/2006/relationships/slide" Target="slides/slide913.xml"/><Relationship Id="rId43" Type="http://schemas.openxmlformats.org/officeDocument/2006/relationships/slide" Target="slides/slide42.xml"/><Relationship Id="rId192" Type="http://schemas.openxmlformats.org/officeDocument/2006/relationships/slide" Target="slides/slide191.xml"/><Relationship Id="rId497" Type="http://schemas.openxmlformats.org/officeDocument/2006/relationships/slide" Target="slides/slide496.xml"/><Relationship Id="rId357" Type="http://schemas.openxmlformats.org/officeDocument/2006/relationships/slide" Target="slides/slide356.xml"/><Relationship Id="rId217" Type="http://schemas.openxmlformats.org/officeDocument/2006/relationships/slide" Target="slides/slide216.xml"/><Relationship Id="rId564" Type="http://schemas.openxmlformats.org/officeDocument/2006/relationships/slide" Target="slides/slide563.xml"/><Relationship Id="rId771" Type="http://schemas.openxmlformats.org/officeDocument/2006/relationships/slide" Target="slides/slide770.xml"/><Relationship Id="rId869" Type="http://schemas.openxmlformats.org/officeDocument/2006/relationships/slide" Target="slides/slide868.xml"/><Relationship Id="rId424" Type="http://schemas.openxmlformats.org/officeDocument/2006/relationships/slide" Target="slides/slide423.xml"/><Relationship Id="rId631" Type="http://schemas.openxmlformats.org/officeDocument/2006/relationships/slide" Target="slides/slide630.xml"/><Relationship Id="rId729" Type="http://schemas.openxmlformats.org/officeDocument/2006/relationships/slide" Target="slides/slide728.xml"/><Relationship Id="rId1054" Type="http://schemas.openxmlformats.org/officeDocument/2006/relationships/slide" Target="slides/slide1053.xml"/><Relationship Id="rId270" Type="http://schemas.openxmlformats.org/officeDocument/2006/relationships/slide" Target="slides/slide269.xml"/><Relationship Id="rId936" Type="http://schemas.openxmlformats.org/officeDocument/2006/relationships/slide" Target="slides/slide93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575" Type="http://schemas.openxmlformats.org/officeDocument/2006/relationships/slide" Target="slides/slide574.xml"/><Relationship Id="rId782" Type="http://schemas.openxmlformats.org/officeDocument/2006/relationships/slide" Target="slides/slide781.xml"/><Relationship Id="rId228" Type="http://schemas.openxmlformats.org/officeDocument/2006/relationships/slide" Target="slides/slide227.xml"/><Relationship Id="rId435" Type="http://schemas.openxmlformats.org/officeDocument/2006/relationships/slide" Target="slides/slide434.xml"/><Relationship Id="rId642" Type="http://schemas.openxmlformats.org/officeDocument/2006/relationships/slide" Target="slides/slide641.xml"/><Relationship Id="rId1065" Type="http://schemas.openxmlformats.org/officeDocument/2006/relationships/slide" Target="slides/slide1064.xml"/><Relationship Id="rId281" Type="http://schemas.openxmlformats.org/officeDocument/2006/relationships/slide" Target="slides/slide280.xml"/><Relationship Id="rId502" Type="http://schemas.openxmlformats.org/officeDocument/2006/relationships/slide" Target="slides/slide501.xml"/><Relationship Id="rId947" Type="http://schemas.openxmlformats.org/officeDocument/2006/relationships/slide" Target="slides/slide946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586" Type="http://schemas.openxmlformats.org/officeDocument/2006/relationships/slide" Target="slides/slide585.xml"/><Relationship Id="rId793" Type="http://schemas.openxmlformats.org/officeDocument/2006/relationships/slide" Target="slides/slide792.xml"/><Relationship Id="rId807" Type="http://schemas.openxmlformats.org/officeDocument/2006/relationships/slide" Target="slides/slide806.xml"/><Relationship Id="rId7" Type="http://schemas.openxmlformats.org/officeDocument/2006/relationships/slide" Target="slides/slide6.xml"/><Relationship Id="rId239" Type="http://schemas.openxmlformats.org/officeDocument/2006/relationships/slide" Target="slides/slide238.xml"/><Relationship Id="rId446" Type="http://schemas.openxmlformats.org/officeDocument/2006/relationships/slide" Target="slides/slide445.xml"/><Relationship Id="rId653" Type="http://schemas.openxmlformats.org/officeDocument/2006/relationships/slide" Target="slides/slide652.xml"/><Relationship Id="rId1076" Type="http://schemas.microsoft.com/office/2015/10/relationships/revisionInfo" Target="revisionInfo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860" Type="http://schemas.openxmlformats.org/officeDocument/2006/relationships/slide" Target="slides/slide859.xml"/><Relationship Id="rId958" Type="http://schemas.openxmlformats.org/officeDocument/2006/relationships/slide" Target="slides/slide957.xml"/><Relationship Id="rId87" Type="http://schemas.openxmlformats.org/officeDocument/2006/relationships/slide" Target="slides/slide86.xml"/><Relationship Id="rId513" Type="http://schemas.openxmlformats.org/officeDocument/2006/relationships/slide" Target="slides/slide512.xml"/><Relationship Id="rId597" Type="http://schemas.openxmlformats.org/officeDocument/2006/relationships/slide" Target="slides/slide596.xml"/><Relationship Id="rId720" Type="http://schemas.openxmlformats.org/officeDocument/2006/relationships/slide" Target="slides/slide719.xml"/><Relationship Id="rId818" Type="http://schemas.openxmlformats.org/officeDocument/2006/relationships/slide" Target="slides/slide817.xml"/><Relationship Id="rId152" Type="http://schemas.openxmlformats.org/officeDocument/2006/relationships/slide" Target="slides/slide151.xml"/><Relationship Id="rId457" Type="http://schemas.openxmlformats.org/officeDocument/2006/relationships/slide" Target="slides/slide456.xml"/><Relationship Id="rId1003" Type="http://schemas.openxmlformats.org/officeDocument/2006/relationships/slide" Target="slides/slide1002.xml"/><Relationship Id="rId664" Type="http://schemas.openxmlformats.org/officeDocument/2006/relationships/slide" Target="slides/slide663.xml"/><Relationship Id="rId871" Type="http://schemas.openxmlformats.org/officeDocument/2006/relationships/slide" Target="slides/slide870.xml"/><Relationship Id="rId969" Type="http://schemas.openxmlformats.org/officeDocument/2006/relationships/slide" Target="slides/slide968.xml"/><Relationship Id="rId14" Type="http://schemas.openxmlformats.org/officeDocument/2006/relationships/slide" Target="slides/slide13.xml"/><Relationship Id="rId317" Type="http://schemas.openxmlformats.org/officeDocument/2006/relationships/slide" Target="slides/slide316.xml"/><Relationship Id="rId524" Type="http://schemas.openxmlformats.org/officeDocument/2006/relationships/slide" Target="slides/slide523.xml"/><Relationship Id="rId731" Type="http://schemas.openxmlformats.org/officeDocument/2006/relationships/slide" Target="slides/slide730.xml"/><Relationship Id="rId98" Type="http://schemas.openxmlformats.org/officeDocument/2006/relationships/slide" Target="slides/slide97.xml"/><Relationship Id="rId163" Type="http://schemas.openxmlformats.org/officeDocument/2006/relationships/slide" Target="slides/slide162.xml"/><Relationship Id="rId370" Type="http://schemas.openxmlformats.org/officeDocument/2006/relationships/slide" Target="slides/slide369.xml"/><Relationship Id="rId829" Type="http://schemas.openxmlformats.org/officeDocument/2006/relationships/slide" Target="slides/slide828.xml"/><Relationship Id="rId1014" Type="http://schemas.openxmlformats.org/officeDocument/2006/relationships/slide" Target="slides/slide1013.xml"/><Relationship Id="rId230" Type="http://schemas.openxmlformats.org/officeDocument/2006/relationships/slide" Target="slides/slide229.xml"/><Relationship Id="rId468" Type="http://schemas.openxmlformats.org/officeDocument/2006/relationships/slide" Target="slides/slide467.xml"/><Relationship Id="rId675" Type="http://schemas.openxmlformats.org/officeDocument/2006/relationships/slide" Target="slides/slide674.xml"/><Relationship Id="rId882" Type="http://schemas.openxmlformats.org/officeDocument/2006/relationships/slide" Target="slides/slide881.xml"/><Relationship Id="rId25" Type="http://schemas.openxmlformats.org/officeDocument/2006/relationships/slide" Target="slides/slide24.xml"/><Relationship Id="rId328" Type="http://schemas.openxmlformats.org/officeDocument/2006/relationships/slide" Target="slides/slide327.xml"/><Relationship Id="rId535" Type="http://schemas.openxmlformats.org/officeDocument/2006/relationships/slide" Target="slides/slide534.xml"/><Relationship Id="rId742" Type="http://schemas.openxmlformats.org/officeDocument/2006/relationships/slide" Target="slides/slide74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602" Type="http://schemas.openxmlformats.org/officeDocument/2006/relationships/slide" Target="slides/slide601.xml"/><Relationship Id="rId1025" Type="http://schemas.openxmlformats.org/officeDocument/2006/relationships/slide" Target="slides/slide1024.xml"/><Relationship Id="rId241" Type="http://schemas.openxmlformats.org/officeDocument/2006/relationships/slide" Target="slides/slide240.xml"/><Relationship Id="rId479" Type="http://schemas.openxmlformats.org/officeDocument/2006/relationships/slide" Target="slides/slide478.xml"/><Relationship Id="rId686" Type="http://schemas.openxmlformats.org/officeDocument/2006/relationships/slide" Target="slides/slide685.xml"/><Relationship Id="rId893" Type="http://schemas.openxmlformats.org/officeDocument/2006/relationships/slide" Target="slides/slide892.xml"/><Relationship Id="rId907" Type="http://schemas.openxmlformats.org/officeDocument/2006/relationships/slide" Target="slides/slide906.xml"/><Relationship Id="rId36" Type="http://schemas.openxmlformats.org/officeDocument/2006/relationships/slide" Target="slides/slide35.xml"/><Relationship Id="rId339" Type="http://schemas.openxmlformats.org/officeDocument/2006/relationships/slide" Target="slides/slide338.xml"/><Relationship Id="rId546" Type="http://schemas.openxmlformats.org/officeDocument/2006/relationships/slide" Target="slides/slide545.xml"/><Relationship Id="rId753" Type="http://schemas.openxmlformats.org/officeDocument/2006/relationships/slide" Target="slides/slide752.xml"/><Relationship Id="rId101" Type="http://schemas.openxmlformats.org/officeDocument/2006/relationships/slide" Target="slides/slide100.xml"/><Relationship Id="rId185" Type="http://schemas.openxmlformats.org/officeDocument/2006/relationships/slide" Target="slides/slide184.xml"/><Relationship Id="rId406" Type="http://schemas.openxmlformats.org/officeDocument/2006/relationships/slide" Target="slides/slide405.xml"/><Relationship Id="rId960" Type="http://schemas.openxmlformats.org/officeDocument/2006/relationships/slide" Target="slides/slide959.xml"/><Relationship Id="rId1036" Type="http://schemas.openxmlformats.org/officeDocument/2006/relationships/slide" Target="slides/slide1035.xml"/><Relationship Id="rId392" Type="http://schemas.openxmlformats.org/officeDocument/2006/relationships/slide" Target="slides/slide391.xml"/><Relationship Id="rId613" Type="http://schemas.openxmlformats.org/officeDocument/2006/relationships/slide" Target="slides/slide612.xml"/><Relationship Id="rId697" Type="http://schemas.openxmlformats.org/officeDocument/2006/relationships/slide" Target="slides/slide696.xml"/><Relationship Id="rId820" Type="http://schemas.openxmlformats.org/officeDocument/2006/relationships/slide" Target="slides/slide819.xml"/><Relationship Id="rId918" Type="http://schemas.openxmlformats.org/officeDocument/2006/relationships/slide" Target="slides/slide917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112" Type="http://schemas.openxmlformats.org/officeDocument/2006/relationships/slide" Target="slides/slide111.xml"/><Relationship Id="rId557" Type="http://schemas.openxmlformats.org/officeDocument/2006/relationships/slide" Target="slides/slide556.xml"/><Relationship Id="rId764" Type="http://schemas.openxmlformats.org/officeDocument/2006/relationships/slide" Target="slides/slide763.xml"/><Relationship Id="rId971" Type="http://schemas.openxmlformats.org/officeDocument/2006/relationships/slide" Target="slides/slide970.xml"/><Relationship Id="rId196" Type="http://schemas.openxmlformats.org/officeDocument/2006/relationships/slide" Target="slides/slide195.xml"/><Relationship Id="rId417" Type="http://schemas.openxmlformats.org/officeDocument/2006/relationships/slide" Target="slides/slide416.xml"/><Relationship Id="rId624" Type="http://schemas.openxmlformats.org/officeDocument/2006/relationships/slide" Target="slides/slide623.xml"/><Relationship Id="rId831" Type="http://schemas.openxmlformats.org/officeDocument/2006/relationships/slide" Target="slides/slide830.xml"/><Relationship Id="rId1047" Type="http://schemas.openxmlformats.org/officeDocument/2006/relationships/slide" Target="slides/slide1046.xml"/><Relationship Id="rId263" Type="http://schemas.openxmlformats.org/officeDocument/2006/relationships/slide" Target="slides/slide262.xml"/><Relationship Id="rId470" Type="http://schemas.openxmlformats.org/officeDocument/2006/relationships/slide" Target="slides/slide469.xml"/><Relationship Id="rId929" Type="http://schemas.openxmlformats.org/officeDocument/2006/relationships/slide" Target="slides/slide928.xml"/><Relationship Id="rId58" Type="http://schemas.openxmlformats.org/officeDocument/2006/relationships/slide" Target="slides/slide57.xml"/><Relationship Id="rId123" Type="http://schemas.openxmlformats.org/officeDocument/2006/relationships/slide" Target="slides/slide122.xml"/><Relationship Id="rId330" Type="http://schemas.openxmlformats.org/officeDocument/2006/relationships/slide" Target="slides/slide329.xml"/><Relationship Id="rId568" Type="http://schemas.openxmlformats.org/officeDocument/2006/relationships/slide" Target="slides/slide567.xml"/><Relationship Id="rId775" Type="http://schemas.openxmlformats.org/officeDocument/2006/relationships/slide" Target="slides/slide774.xml"/><Relationship Id="rId982" Type="http://schemas.openxmlformats.org/officeDocument/2006/relationships/slide" Target="slides/slide981.xml"/><Relationship Id="rId428" Type="http://schemas.openxmlformats.org/officeDocument/2006/relationships/slide" Target="slides/slide427.xml"/><Relationship Id="rId635" Type="http://schemas.openxmlformats.org/officeDocument/2006/relationships/slide" Target="slides/slide634.xml"/><Relationship Id="rId842" Type="http://schemas.openxmlformats.org/officeDocument/2006/relationships/slide" Target="slides/slide841.xml"/><Relationship Id="rId1058" Type="http://schemas.openxmlformats.org/officeDocument/2006/relationships/slide" Target="slides/slide1057.xml"/><Relationship Id="rId274" Type="http://schemas.openxmlformats.org/officeDocument/2006/relationships/slide" Target="slides/slide273.xml"/><Relationship Id="rId481" Type="http://schemas.openxmlformats.org/officeDocument/2006/relationships/slide" Target="slides/slide480.xml"/><Relationship Id="rId702" Type="http://schemas.openxmlformats.org/officeDocument/2006/relationships/slide" Target="slides/slide701.xml"/><Relationship Id="rId69" Type="http://schemas.openxmlformats.org/officeDocument/2006/relationships/slide" Target="slides/slide68.xml"/><Relationship Id="rId134" Type="http://schemas.openxmlformats.org/officeDocument/2006/relationships/slide" Target="slides/slide133.xml"/><Relationship Id="rId579" Type="http://schemas.openxmlformats.org/officeDocument/2006/relationships/slide" Target="slides/slide578.xml"/><Relationship Id="rId786" Type="http://schemas.openxmlformats.org/officeDocument/2006/relationships/slide" Target="slides/slide785.xml"/><Relationship Id="rId993" Type="http://schemas.openxmlformats.org/officeDocument/2006/relationships/slide" Target="slides/slide992.xml"/><Relationship Id="rId341" Type="http://schemas.openxmlformats.org/officeDocument/2006/relationships/slide" Target="slides/slide340.xml"/><Relationship Id="rId439" Type="http://schemas.openxmlformats.org/officeDocument/2006/relationships/slide" Target="slides/slide438.xml"/><Relationship Id="rId646" Type="http://schemas.openxmlformats.org/officeDocument/2006/relationships/slide" Target="slides/slide645.xml"/><Relationship Id="rId1069" Type="http://schemas.openxmlformats.org/officeDocument/2006/relationships/slide" Target="slides/slide1068.xml"/><Relationship Id="rId201" Type="http://schemas.openxmlformats.org/officeDocument/2006/relationships/slide" Target="slides/slide200.xml"/><Relationship Id="rId285" Type="http://schemas.openxmlformats.org/officeDocument/2006/relationships/slide" Target="slides/slide284.xml"/><Relationship Id="rId506" Type="http://schemas.openxmlformats.org/officeDocument/2006/relationships/slide" Target="slides/slide505.xml"/><Relationship Id="rId853" Type="http://schemas.openxmlformats.org/officeDocument/2006/relationships/slide" Target="slides/slide852.xml"/><Relationship Id="rId492" Type="http://schemas.openxmlformats.org/officeDocument/2006/relationships/slide" Target="slides/slide491.xml"/><Relationship Id="rId713" Type="http://schemas.openxmlformats.org/officeDocument/2006/relationships/slide" Target="slides/slide712.xml"/><Relationship Id="rId797" Type="http://schemas.openxmlformats.org/officeDocument/2006/relationships/slide" Target="slides/slide796.xml"/><Relationship Id="rId920" Type="http://schemas.openxmlformats.org/officeDocument/2006/relationships/slide" Target="slides/slide919.xml"/><Relationship Id="rId145" Type="http://schemas.openxmlformats.org/officeDocument/2006/relationships/slide" Target="slides/slide144.xml"/><Relationship Id="rId352" Type="http://schemas.openxmlformats.org/officeDocument/2006/relationships/slide" Target="slides/slide351.xml"/><Relationship Id="rId212" Type="http://schemas.openxmlformats.org/officeDocument/2006/relationships/slide" Target="slides/slide211.xml"/><Relationship Id="rId657" Type="http://schemas.openxmlformats.org/officeDocument/2006/relationships/slide" Target="slides/slide656.xml"/><Relationship Id="rId864" Type="http://schemas.openxmlformats.org/officeDocument/2006/relationships/slide" Target="slides/slide863.xml"/><Relationship Id="rId296" Type="http://schemas.openxmlformats.org/officeDocument/2006/relationships/slide" Target="slides/slide295.xml"/><Relationship Id="rId517" Type="http://schemas.openxmlformats.org/officeDocument/2006/relationships/slide" Target="slides/slide516.xml"/><Relationship Id="rId724" Type="http://schemas.openxmlformats.org/officeDocument/2006/relationships/slide" Target="slides/slide723.xml"/><Relationship Id="rId931" Type="http://schemas.openxmlformats.org/officeDocument/2006/relationships/slide" Target="slides/slide930.xml"/><Relationship Id="rId60" Type="http://schemas.openxmlformats.org/officeDocument/2006/relationships/slide" Target="slides/slide59.xml"/><Relationship Id="rId156" Type="http://schemas.openxmlformats.org/officeDocument/2006/relationships/slide" Target="slides/slide155.xml"/><Relationship Id="rId363" Type="http://schemas.openxmlformats.org/officeDocument/2006/relationships/slide" Target="slides/slide362.xml"/><Relationship Id="rId570" Type="http://schemas.openxmlformats.org/officeDocument/2006/relationships/slide" Target="slides/slide569.xml"/><Relationship Id="rId1007" Type="http://schemas.openxmlformats.org/officeDocument/2006/relationships/slide" Target="slides/slide1006.xml"/><Relationship Id="rId223" Type="http://schemas.openxmlformats.org/officeDocument/2006/relationships/slide" Target="slides/slide222.xml"/><Relationship Id="rId430" Type="http://schemas.openxmlformats.org/officeDocument/2006/relationships/slide" Target="slides/slide429.xml"/><Relationship Id="rId668" Type="http://schemas.openxmlformats.org/officeDocument/2006/relationships/slide" Target="slides/slide667.xml"/><Relationship Id="rId875" Type="http://schemas.openxmlformats.org/officeDocument/2006/relationships/slide" Target="slides/slide874.xml"/><Relationship Id="rId1060" Type="http://schemas.openxmlformats.org/officeDocument/2006/relationships/slide" Target="slides/slide1059.xml"/><Relationship Id="rId18" Type="http://schemas.openxmlformats.org/officeDocument/2006/relationships/slide" Target="slides/slide17.xml"/><Relationship Id="rId528" Type="http://schemas.openxmlformats.org/officeDocument/2006/relationships/slide" Target="slides/slide527.xml"/><Relationship Id="rId735" Type="http://schemas.openxmlformats.org/officeDocument/2006/relationships/slide" Target="slides/slide734.xml"/><Relationship Id="rId942" Type="http://schemas.openxmlformats.org/officeDocument/2006/relationships/slide" Target="slides/slide941.xml"/><Relationship Id="rId167" Type="http://schemas.openxmlformats.org/officeDocument/2006/relationships/slide" Target="slides/slide166.xml"/><Relationship Id="rId374" Type="http://schemas.openxmlformats.org/officeDocument/2006/relationships/slide" Target="slides/slide373.xml"/><Relationship Id="rId581" Type="http://schemas.openxmlformats.org/officeDocument/2006/relationships/slide" Target="slides/slide580.xml"/><Relationship Id="rId1018" Type="http://schemas.openxmlformats.org/officeDocument/2006/relationships/slide" Target="slides/slide1017.xml"/><Relationship Id="rId71" Type="http://schemas.openxmlformats.org/officeDocument/2006/relationships/slide" Target="slides/slide70.xml"/><Relationship Id="rId234" Type="http://schemas.openxmlformats.org/officeDocument/2006/relationships/slide" Target="slides/slide233.xml"/><Relationship Id="rId679" Type="http://schemas.openxmlformats.org/officeDocument/2006/relationships/slide" Target="slides/slide678.xml"/><Relationship Id="rId802" Type="http://schemas.openxmlformats.org/officeDocument/2006/relationships/slide" Target="slides/slide801.xml"/><Relationship Id="rId886" Type="http://schemas.openxmlformats.org/officeDocument/2006/relationships/slide" Target="slides/slide885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41" Type="http://schemas.openxmlformats.org/officeDocument/2006/relationships/slide" Target="slides/slide440.xml"/><Relationship Id="rId539" Type="http://schemas.openxmlformats.org/officeDocument/2006/relationships/slide" Target="slides/slide538.xml"/><Relationship Id="rId746" Type="http://schemas.openxmlformats.org/officeDocument/2006/relationships/slide" Target="slides/slide745.xml"/><Relationship Id="rId1071" Type="http://schemas.openxmlformats.org/officeDocument/2006/relationships/presProps" Target="presProps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953" Type="http://schemas.openxmlformats.org/officeDocument/2006/relationships/slide" Target="slides/slide952.xml"/><Relationship Id="rId1029" Type="http://schemas.openxmlformats.org/officeDocument/2006/relationships/slide" Target="slides/slide1028.xml"/><Relationship Id="rId82" Type="http://schemas.openxmlformats.org/officeDocument/2006/relationships/slide" Target="slides/slide81.xml"/><Relationship Id="rId385" Type="http://schemas.openxmlformats.org/officeDocument/2006/relationships/slide" Target="slides/slide384.xml"/><Relationship Id="rId592" Type="http://schemas.openxmlformats.org/officeDocument/2006/relationships/slide" Target="slides/slide591.xml"/><Relationship Id="rId606" Type="http://schemas.openxmlformats.org/officeDocument/2006/relationships/slide" Target="slides/slide605.xml"/><Relationship Id="rId813" Type="http://schemas.openxmlformats.org/officeDocument/2006/relationships/slide" Target="slides/slide812.xml"/><Relationship Id="rId245" Type="http://schemas.openxmlformats.org/officeDocument/2006/relationships/slide" Target="slides/slide244.xml"/><Relationship Id="rId452" Type="http://schemas.openxmlformats.org/officeDocument/2006/relationships/slide" Target="slides/slide451.xml"/><Relationship Id="rId897" Type="http://schemas.openxmlformats.org/officeDocument/2006/relationships/slide" Target="slides/slide896.xml"/><Relationship Id="rId105" Type="http://schemas.openxmlformats.org/officeDocument/2006/relationships/slide" Target="slides/slide104.xml"/><Relationship Id="rId312" Type="http://schemas.openxmlformats.org/officeDocument/2006/relationships/slide" Target="slides/slide311.xml"/><Relationship Id="rId757" Type="http://schemas.openxmlformats.org/officeDocument/2006/relationships/slide" Target="slides/slide756.xml"/><Relationship Id="rId964" Type="http://schemas.openxmlformats.org/officeDocument/2006/relationships/slide" Target="slides/slide963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96" Type="http://schemas.openxmlformats.org/officeDocument/2006/relationships/slide" Target="slides/slide395.xml"/><Relationship Id="rId617" Type="http://schemas.openxmlformats.org/officeDocument/2006/relationships/slide" Target="slides/slide616.xml"/><Relationship Id="rId824" Type="http://schemas.openxmlformats.org/officeDocument/2006/relationships/slide" Target="slides/slide823.xml"/><Relationship Id="rId256" Type="http://schemas.openxmlformats.org/officeDocument/2006/relationships/slide" Target="slides/slide255.xml"/><Relationship Id="rId463" Type="http://schemas.openxmlformats.org/officeDocument/2006/relationships/slide" Target="slides/slide462.xml"/><Relationship Id="rId670" Type="http://schemas.openxmlformats.org/officeDocument/2006/relationships/slide" Target="slides/slide669.xml"/><Relationship Id="rId116" Type="http://schemas.openxmlformats.org/officeDocument/2006/relationships/slide" Target="slides/slide115.xml"/><Relationship Id="rId323" Type="http://schemas.openxmlformats.org/officeDocument/2006/relationships/slide" Target="slides/slide322.xml"/><Relationship Id="rId530" Type="http://schemas.openxmlformats.org/officeDocument/2006/relationships/slide" Target="slides/slide529.xml"/><Relationship Id="rId768" Type="http://schemas.openxmlformats.org/officeDocument/2006/relationships/slide" Target="slides/slide767.xml"/><Relationship Id="rId975" Type="http://schemas.openxmlformats.org/officeDocument/2006/relationships/slide" Target="slides/slide974.xml"/><Relationship Id="rId20" Type="http://schemas.openxmlformats.org/officeDocument/2006/relationships/slide" Target="slides/slide19.xml"/><Relationship Id="rId628" Type="http://schemas.openxmlformats.org/officeDocument/2006/relationships/slide" Target="slides/slide627.xml"/><Relationship Id="rId835" Type="http://schemas.openxmlformats.org/officeDocument/2006/relationships/slide" Target="slides/slide834.xml"/><Relationship Id="rId267" Type="http://schemas.openxmlformats.org/officeDocument/2006/relationships/slide" Target="slides/slide266.xml"/><Relationship Id="rId474" Type="http://schemas.openxmlformats.org/officeDocument/2006/relationships/slide" Target="slides/slide473.xml"/><Relationship Id="rId1020" Type="http://schemas.openxmlformats.org/officeDocument/2006/relationships/slide" Target="slides/slide1019.xml"/><Relationship Id="rId127" Type="http://schemas.openxmlformats.org/officeDocument/2006/relationships/slide" Target="slides/slide126.xml"/><Relationship Id="rId681" Type="http://schemas.openxmlformats.org/officeDocument/2006/relationships/slide" Target="slides/slide680.xml"/><Relationship Id="rId779" Type="http://schemas.openxmlformats.org/officeDocument/2006/relationships/slide" Target="slides/slide778.xml"/><Relationship Id="rId902" Type="http://schemas.openxmlformats.org/officeDocument/2006/relationships/slide" Target="slides/slide901.xml"/><Relationship Id="rId986" Type="http://schemas.openxmlformats.org/officeDocument/2006/relationships/slide" Target="slides/slide985.xml"/><Relationship Id="rId31" Type="http://schemas.openxmlformats.org/officeDocument/2006/relationships/slide" Target="slides/slide30.xml"/><Relationship Id="rId334" Type="http://schemas.openxmlformats.org/officeDocument/2006/relationships/slide" Target="slides/slide333.xml"/><Relationship Id="rId541" Type="http://schemas.openxmlformats.org/officeDocument/2006/relationships/slide" Target="slides/slide540.xml"/><Relationship Id="rId639" Type="http://schemas.openxmlformats.org/officeDocument/2006/relationships/slide" Target="slides/slide638.xml"/><Relationship Id="rId180" Type="http://schemas.openxmlformats.org/officeDocument/2006/relationships/slide" Target="slides/slide179.xml"/><Relationship Id="rId278" Type="http://schemas.openxmlformats.org/officeDocument/2006/relationships/slide" Target="slides/slide277.xml"/><Relationship Id="rId401" Type="http://schemas.openxmlformats.org/officeDocument/2006/relationships/slide" Target="slides/slide400.xml"/><Relationship Id="rId846" Type="http://schemas.openxmlformats.org/officeDocument/2006/relationships/slide" Target="slides/slide845.xml"/><Relationship Id="rId1031" Type="http://schemas.openxmlformats.org/officeDocument/2006/relationships/slide" Target="slides/slide1030.xml"/><Relationship Id="rId485" Type="http://schemas.openxmlformats.org/officeDocument/2006/relationships/slide" Target="slides/slide484.xml"/><Relationship Id="rId692" Type="http://schemas.openxmlformats.org/officeDocument/2006/relationships/slide" Target="slides/slide691.xml"/><Relationship Id="rId706" Type="http://schemas.openxmlformats.org/officeDocument/2006/relationships/slide" Target="slides/slide705.xml"/><Relationship Id="rId913" Type="http://schemas.openxmlformats.org/officeDocument/2006/relationships/slide" Target="slides/slide912.xml"/><Relationship Id="rId42" Type="http://schemas.openxmlformats.org/officeDocument/2006/relationships/slide" Target="slides/slide41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552" Type="http://schemas.openxmlformats.org/officeDocument/2006/relationships/slide" Target="slides/slide551.xml"/><Relationship Id="rId997" Type="http://schemas.openxmlformats.org/officeDocument/2006/relationships/slide" Target="slides/slide996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412" Type="http://schemas.openxmlformats.org/officeDocument/2006/relationships/slide" Target="slides/slide411.xml"/><Relationship Id="rId857" Type="http://schemas.openxmlformats.org/officeDocument/2006/relationships/slide" Target="slides/slide856.xml"/><Relationship Id="rId1042" Type="http://schemas.openxmlformats.org/officeDocument/2006/relationships/slide" Target="slides/slide1041.xml"/><Relationship Id="rId289" Type="http://schemas.openxmlformats.org/officeDocument/2006/relationships/slide" Target="slides/slide288.xml"/><Relationship Id="rId496" Type="http://schemas.openxmlformats.org/officeDocument/2006/relationships/slide" Target="slides/slide495.xml"/><Relationship Id="rId717" Type="http://schemas.openxmlformats.org/officeDocument/2006/relationships/slide" Target="slides/slide716.xml"/><Relationship Id="rId924" Type="http://schemas.openxmlformats.org/officeDocument/2006/relationships/slide" Target="slides/slide923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56" Type="http://schemas.openxmlformats.org/officeDocument/2006/relationships/slide" Target="slides/slide355.xml"/><Relationship Id="rId563" Type="http://schemas.openxmlformats.org/officeDocument/2006/relationships/slide" Target="slides/slide562.xml"/><Relationship Id="rId770" Type="http://schemas.openxmlformats.org/officeDocument/2006/relationships/slide" Target="slides/slide769.xml"/><Relationship Id="rId216" Type="http://schemas.openxmlformats.org/officeDocument/2006/relationships/slide" Target="slides/slide215.xml"/><Relationship Id="rId423" Type="http://schemas.openxmlformats.org/officeDocument/2006/relationships/slide" Target="slides/slide422.xml"/><Relationship Id="rId868" Type="http://schemas.openxmlformats.org/officeDocument/2006/relationships/slide" Target="slides/slide867.xml"/><Relationship Id="rId1053" Type="http://schemas.openxmlformats.org/officeDocument/2006/relationships/slide" Target="slides/slide1052.xml"/><Relationship Id="rId630" Type="http://schemas.openxmlformats.org/officeDocument/2006/relationships/slide" Target="slides/slide629.xml"/><Relationship Id="rId728" Type="http://schemas.openxmlformats.org/officeDocument/2006/relationships/slide" Target="slides/slide727.xml"/><Relationship Id="rId935" Type="http://schemas.openxmlformats.org/officeDocument/2006/relationships/slide" Target="slides/slide934.xml"/><Relationship Id="rId64" Type="http://schemas.openxmlformats.org/officeDocument/2006/relationships/slide" Target="slides/slide63.xml"/><Relationship Id="rId367" Type="http://schemas.openxmlformats.org/officeDocument/2006/relationships/slide" Target="slides/slide366.xml"/><Relationship Id="rId574" Type="http://schemas.openxmlformats.org/officeDocument/2006/relationships/slide" Target="slides/slide573.xml"/><Relationship Id="rId227" Type="http://schemas.openxmlformats.org/officeDocument/2006/relationships/slide" Target="slides/slide226.xml"/><Relationship Id="rId781" Type="http://schemas.openxmlformats.org/officeDocument/2006/relationships/slide" Target="slides/slide780.xml"/><Relationship Id="rId879" Type="http://schemas.openxmlformats.org/officeDocument/2006/relationships/slide" Target="slides/slide878.xml"/><Relationship Id="rId434" Type="http://schemas.openxmlformats.org/officeDocument/2006/relationships/slide" Target="slides/slide433.xml"/><Relationship Id="rId641" Type="http://schemas.openxmlformats.org/officeDocument/2006/relationships/slide" Target="slides/slide640.xml"/><Relationship Id="rId739" Type="http://schemas.openxmlformats.org/officeDocument/2006/relationships/slide" Target="slides/slide738.xml"/><Relationship Id="rId1064" Type="http://schemas.openxmlformats.org/officeDocument/2006/relationships/slide" Target="slides/slide1063.xml"/><Relationship Id="rId280" Type="http://schemas.openxmlformats.org/officeDocument/2006/relationships/slide" Target="slides/slide279.xml"/><Relationship Id="rId501" Type="http://schemas.openxmlformats.org/officeDocument/2006/relationships/slide" Target="slides/slide500.xml"/><Relationship Id="rId946" Type="http://schemas.openxmlformats.org/officeDocument/2006/relationships/slide" Target="slides/slide94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378" Type="http://schemas.openxmlformats.org/officeDocument/2006/relationships/slide" Target="slides/slide377.xml"/><Relationship Id="rId585" Type="http://schemas.openxmlformats.org/officeDocument/2006/relationships/slide" Target="slides/slide584.xml"/><Relationship Id="rId792" Type="http://schemas.openxmlformats.org/officeDocument/2006/relationships/slide" Target="slides/slide791.xml"/><Relationship Id="rId806" Type="http://schemas.openxmlformats.org/officeDocument/2006/relationships/slide" Target="slides/slide805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445" Type="http://schemas.openxmlformats.org/officeDocument/2006/relationships/slide" Target="slides/slide444.xml"/><Relationship Id="rId652" Type="http://schemas.openxmlformats.org/officeDocument/2006/relationships/slide" Target="slides/slide651.xml"/><Relationship Id="rId1075" Type="http://schemas.microsoft.com/office/2016/11/relationships/changesInfo" Target="changesInfos/changesInfo1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512" Type="http://schemas.openxmlformats.org/officeDocument/2006/relationships/slide" Target="slides/slide511.xml"/><Relationship Id="rId957" Type="http://schemas.openxmlformats.org/officeDocument/2006/relationships/slide" Target="slides/slide956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389" Type="http://schemas.openxmlformats.org/officeDocument/2006/relationships/slide" Target="slides/slide388.xml"/><Relationship Id="rId596" Type="http://schemas.openxmlformats.org/officeDocument/2006/relationships/slide" Target="slides/slide595.xml"/><Relationship Id="rId817" Type="http://schemas.openxmlformats.org/officeDocument/2006/relationships/slide" Target="slides/slide816.xml"/><Relationship Id="rId1002" Type="http://schemas.openxmlformats.org/officeDocument/2006/relationships/slide" Target="slides/slide1001.xml"/><Relationship Id="rId249" Type="http://schemas.openxmlformats.org/officeDocument/2006/relationships/slide" Target="slides/slide248.xml"/><Relationship Id="rId456" Type="http://schemas.openxmlformats.org/officeDocument/2006/relationships/slide" Target="slides/slide455.xml"/><Relationship Id="rId663" Type="http://schemas.openxmlformats.org/officeDocument/2006/relationships/slide" Target="slides/slide662.xml"/><Relationship Id="rId870" Type="http://schemas.openxmlformats.org/officeDocument/2006/relationships/slide" Target="slides/slide869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16" Type="http://schemas.openxmlformats.org/officeDocument/2006/relationships/slide" Target="slides/slide315.xml"/><Relationship Id="rId523" Type="http://schemas.openxmlformats.org/officeDocument/2006/relationships/slide" Target="slides/slide522.xml"/><Relationship Id="rId968" Type="http://schemas.openxmlformats.org/officeDocument/2006/relationships/slide" Target="slides/slide967.xml"/><Relationship Id="rId97" Type="http://schemas.openxmlformats.org/officeDocument/2006/relationships/slide" Target="slides/slide96.xml"/><Relationship Id="rId730" Type="http://schemas.openxmlformats.org/officeDocument/2006/relationships/slide" Target="slides/slide729.xml"/><Relationship Id="rId828" Type="http://schemas.openxmlformats.org/officeDocument/2006/relationships/slide" Target="slides/slide827.xml"/><Relationship Id="rId1013" Type="http://schemas.openxmlformats.org/officeDocument/2006/relationships/slide" Target="slides/slide1012.xml"/><Relationship Id="rId162" Type="http://schemas.openxmlformats.org/officeDocument/2006/relationships/slide" Target="slides/slide161.xml"/><Relationship Id="rId467" Type="http://schemas.openxmlformats.org/officeDocument/2006/relationships/slide" Target="slides/slide466.xml"/><Relationship Id="rId674" Type="http://schemas.openxmlformats.org/officeDocument/2006/relationships/slide" Target="slides/slide673.xml"/><Relationship Id="rId881" Type="http://schemas.openxmlformats.org/officeDocument/2006/relationships/slide" Target="slides/slide880.xml"/><Relationship Id="rId979" Type="http://schemas.openxmlformats.org/officeDocument/2006/relationships/slide" Target="slides/slide978.xml"/><Relationship Id="rId24" Type="http://schemas.openxmlformats.org/officeDocument/2006/relationships/slide" Target="slides/slide23.xml"/><Relationship Id="rId327" Type="http://schemas.openxmlformats.org/officeDocument/2006/relationships/slide" Target="slides/slide326.xml"/><Relationship Id="rId534" Type="http://schemas.openxmlformats.org/officeDocument/2006/relationships/slide" Target="slides/slide533.xml"/><Relationship Id="rId741" Type="http://schemas.openxmlformats.org/officeDocument/2006/relationships/slide" Target="slides/slide740.xml"/><Relationship Id="rId839" Type="http://schemas.openxmlformats.org/officeDocument/2006/relationships/slide" Target="slides/slide838.xml"/><Relationship Id="rId173" Type="http://schemas.openxmlformats.org/officeDocument/2006/relationships/slide" Target="slides/slide172.xml"/><Relationship Id="rId380" Type="http://schemas.openxmlformats.org/officeDocument/2006/relationships/slide" Target="slides/slide379.xml"/><Relationship Id="rId601" Type="http://schemas.openxmlformats.org/officeDocument/2006/relationships/slide" Target="slides/slide600.xml"/><Relationship Id="rId1024" Type="http://schemas.openxmlformats.org/officeDocument/2006/relationships/slide" Target="slides/slide1023.xml"/><Relationship Id="rId240" Type="http://schemas.openxmlformats.org/officeDocument/2006/relationships/slide" Target="slides/slide239.xml"/><Relationship Id="rId478" Type="http://schemas.openxmlformats.org/officeDocument/2006/relationships/slide" Target="slides/slide477.xml"/><Relationship Id="rId685" Type="http://schemas.openxmlformats.org/officeDocument/2006/relationships/slide" Target="slides/slide684.xml"/><Relationship Id="rId892" Type="http://schemas.openxmlformats.org/officeDocument/2006/relationships/slide" Target="slides/slide891.xml"/><Relationship Id="rId906" Type="http://schemas.openxmlformats.org/officeDocument/2006/relationships/slide" Target="slides/slide905.xml"/><Relationship Id="rId35" Type="http://schemas.openxmlformats.org/officeDocument/2006/relationships/slide" Target="slides/slide34.xml"/><Relationship Id="rId100" Type="http://schemas.openxmlformats.org/officeDocument/2006/relationships/slide" Target="slides/slide99.xml"/><Relationship Id="rId338" Type="http://schemas.openxmlformats.org/officeDocument/2006/relationships/slide" Target="slides/slide337.xml"/><Relationship Id="rId545" Type="http://schemas.openxmlformats.org/officeDocument/2006/relationships/slide" Target="slides/slide544.xml"/><Relationship Id="rId752" Type="http://schemas.openxmlformats.org/officeDocument/2006/relationships/slide" Target="slides/slide751.xml"/><Relationship Id="rId184" Type="http://schemas.openxmlformats.org/officeDocument/2006/relationships/slide" Target="slides/slide183.xml"/><Relationship Id="rId391" Type="http://schemas.openxmlformats.org/officeDocument/2006/relationships/slide" Target="slides/slide390.xml"/><Relationship Id="rId405" Type="http://schemas.openxmlformats.org/officeDocument/2006/relationships/slide" Target="slides/slide404.xml"/><Relationship Id="rId612" Type="http://schemas.openxmlformats.org/officeDocument/2006/relationships/slide" Target="slides/slide611.xml"/><Relationship Id="rId1035" Type="http://schemas.openxmlformats.org/officeDocument/2006/relationships/slide" Target="slides/slide1034.xml"/><Relationship Id="rId251" Type="http://schemas.openxmlformats.org/officeDocument/2006/relationships/slide" Target="slides/slide250.xml"/><Relationship Id="rId489" Type="http://schemas.openxmlformats.org/officeDocument/2006/relationships/slide" Target="slides/slide488.xml"/><Relationship Id="rId696" Type="http://schemas.openxmlformats.org/officeDocument/2006/relationships/slide" Target="slides/slide695.xml"/><Relationship Id="rId917" Type="http://schemas.openxmlformats.org/officeDocument/2006/relationships/slide" Target="slides/slide916.xml"/><Relationship Id="rId46" Type="http://schemas.openxmlformats.org/officeDocument/2006/relationships/slide" Target="slides/slide45.xml"/><Relationship Id="rId349" Type="http://schemas.openxmlformats.org/officeDocument/2006/relationships/slide" Target="slides/slide348.xml"/><Relationship Id="rId556" Type="http://schemas.openxmlformats.org/officeDocument/2006/relationships/slide" Target="slides/slide555.xml"/><Relationship Id="rId763" Type="http://schemas.openxmlformats.org/officeDocument/2006/relationships/slide" Target="slides/slide762.xml"/><Relationship Id="rId111" Type="http://schemas.openxmlformats.org/officeDocument/2006/relationships/slide" Target="slides/slide110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416" Type="http://schemas.openxmlformats.org/officeDocument/2006/relationships/slide" Target="slides/slide415.xml"/><Relationship Id="rId970" Type="http://schemas.openxmlformats.org/officeDocument/2006/relationships/slide" Target="slides/slide969.xml"/><Relationship Id="rId1046" Type="http://schemas.openxmlformats.org/officeDocument/2006/relationships/slide" Target="slides/slide1045.xml"/><Relationship Id="rId623" Type="http://schemas.openxmlformats.org/officeDocument/2006/relationships/slide" Target="slides/slide622.xml"/><Relationship Id="rId830" Type="http://schemas.openxmlformats.org/officeDocument/2006/relationships/slide" Target="slides/slide829.xml"/><Relationship Id="rId928" Type="http://schemas.openxmlformats.org/officeDocument/2006/relationships/slide" Target="slides/slide927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567" Type="http://schemas.openxmlformats.org/officeDocument/2006/relationships/slide" Target="slides/slide566.xml"/><Relationship Id="rId122" Type="http://schemas.openxmlformats.org/officeDocument/2006/relationships/slide" Target="slides/slide121.xml"/><Relationship Id="rId774" Type="http://schemas.openxmlformats.org/officeDocument/2006/relationships/slide" Target="slides/slide773.xml"/><Relationship Id="rId981" Type="http://schemas.openxmlformats.org/officeDocument/2006/relationships/slide" Target="slides/slide980.xml"/><Relationship Id="rId1057" Type="http://schemas.openxmlformats.org/officeDocument/2006/relationships/slide" Target="slides/slide1056.xml"/><Relationship Id="rId427" Type="http://schemas.openxmlformats.org/officeDocument/2006/relationships/slide" Target="slides/slide426.xml"/><Relationship Id="rId634" Type="http://schemas.openxmlformats.org/officeDocument/2006/relationships/slide" Target="slides/slide633.xml"/><Relationship Id="rId841" Type="http://schemas.openxmlformats.org/officeDocument/2006/relationships/slide" Target="slides/slide840.xml"/><Relationship Id="rId273" Type="http://schemas.openxmlformats.org/officeDocument/2006/relationships/slide" Target="slides/slide272.xml"/><Relationship Id="rId480" Type="http://schemas.openxmlformats.org/officeDocument/2006/relationships/slide" Target="slides/slide479.xml"/><Relationship Id="rId701" Type="http://schemas.openxmlformats.org/officeDocument/2006/relationships/slide" Target="slides/slide700.xml"/><Relationship Id="rId939" Type="http://schemas.openxmlformats.org/officeDocument/2006/relationships/slide" Target="slides/slide938.xml"/><Relationship Id="rId68" Type="http://schemas.openxmlformats.org/officeDocument/2006/relationships/slide" Target="slides/slide67.xml"/><Relationship Id="rId133" Type="http://schemas.openxmlformats.org/officeDocument/2006/relationships/slide" Target="slides/slide132.xml"/><Relationship Id="rId340" Type="http://schemas.openxmlformats.org/officeDocument/2006/relationships/slide" Target="slides/slide339.xml"/><Relationship Id="rId578" Type="http://schemas.openxmlformats.org/officeDocument/2006/relationships/slide" Target="slides/slide577.xml"/><Relationship Id="rId785" Type="http://schemas.openxmlformats.org/officeDocument/2006/relationships/slide" Target="slides/slide784.xml"/><Relationship Id="rId992" Type="http://schemas.openxmlformats.org/officeDocument/2006/relationships/slide" Target="slides/slide991.xml"/><Relationship Id="rId200" Type="http://schemas.openxmlformats.org/officeDocument/2006/relationships/slide" Target="slides/slide199.xml"/><Relationship Id="rId438" Type="http://schemas.openxmlformats.org/officeDocument/2006/relationships/slide" Target="slides/slide437.xml"/><Relationship Id="rId645" Type="http://schemas.openxmlformats.org/officeDocument/2006/relationships/slide" Target="slides/slide644.xml"/><Relationship Id="rId852" Type="http://schemas.openxmlformats.org/officeDocument/2006/relationships/slide" Target="slides/slide851.xml"/><Relationship Id="rId1068" Type="http://schemas.openxmlformats.org/officeDocument/2006/relationships/slide" Target="slides/slide1067.xml"/><Relationship Id="rId284" Type="http://schemas.openxmlformats.org/officeDocument/2006/relationships/slide" Target="slides/slide283.xml"/><Relationship Id="rId491" Type="http://schemas.openxmlformats.org/officeDocument/2006/relationships/slide" Target="slides/slide490.xml"/><Relationship Id="rId505" Type="http://schemas.openxmlformats.org/officeDocument/2006/relationships/slide" Target="slides/slide504.xml"/><Relationship Id="rId712" Type="http://schemas.openxmlformats.org/officeDocument/2006/relationships/slide" Target="slides/slide711.xml"/><Relationship Id="rId79" Type="http://schemas.openxmlformats.org/officeDocument/2006/relationships/slide" Target="slides/slide78.xml"/><Relationship Id="rId144" Type="http://schemas.openxmlformats.org/officeDocument/2006/relationships/slide" Target="slides/slide143.xml"/><Relationship Id="rId589" Type="http://schemas.openxmlformats.org/officeDocument/2006/relationships/slide" Target="slides/slide588.xml"/><Relationship Id="rId796" Type="http://schemas.openxmlformats.org/officeDocument/2006/relationships/slide" Target="slides/slide795.xml"/><Relationship Id="rId351" Type="http://schemas.openxmlformats.org/officeDocument/2006/relationships/slide" Target="slides/slide350.xml"/><Relationship Id="rId449" Type="http://schemas.openxmlformats.org/officeDocument/2006/relationships/slide" Target="slides/slide448.xml"/><Relationship Id="rId656" Type="http://schemas.openxmlformats.org/officeDocument/2006/relationships/slide" Target="slides/slide655.xml"/><Relationship Id="rId863" Type="http://schemas.openxmlformats.org/officeDocument/2006/relationships/slide" Target="slides/slide862.xml"/><Relationship Id="rId211" Type="http://schemas.openxmlformats.org/officeDocument/2006/relationships/slide" Target="slides/slide210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516" Type="http://schemas.openxmlformats.org/officeDocument/2006/relationships/slide" Target="slides/slide515.xml"/><Relationship Id="rId723" Type="http://schemas.openxmlformats.org/officeDocument/2006/relationships/slide" Target="slides/slide722.xml"/><Relationship Id="rId930" Type="http://schemas.openxmlformats.org/officeDocument/2006/relationships/slide" Target="slides/slide929.xml"/><Relationship Id="rId1006" Type="http://schemas.openxmlformats.org/officeDocument/2006/relationships/slide" Target="slides/slide1005.xml"/><Relationship Id="rId155" Type="http://schemas.openxmlformats.org/officeDocument/2006/relationships/slide" Target="slides/slide154.xml"/><Relationship Id="rId362" Type="http://schemas.openxmlformats.org/officeDocument/2006/relationships/slide" Target="slides/slide361.xml"/><Relationship Id="rId222" Type="http://schemas.openxmlformats.org/officeDocument/2006/relationships/slide" Target="slides/slide221.xml"/><Relationship Id="rId667" Type="http://schemas.openxmlformats.org/officeDocument/2006/relationships/slide" Target="slides/slide666.xml"/><Relationship Id="rId874" Type="http://schemas.openxmlformats.org/officeDocument/2006/relationships/slide" Target="slides/slide873.xml"/><Relationship Id="rId17" Type="http://schemas.openxmlformats.org/officeDocument/2006/relationships/slide" Target="slides/slide16.xml"/><Relationship Id="rId527" Type="http://schemas.openxmlformats.org/officeDocument/2006/relationships/slide" Target="slides/slide526.xml"/><Relationship Id="rId734" Type="http://schemas.openxmlformats.org/officeDocument/2006/relationships/slide" Target="slides/slide733.xml"/><Relationship Id="rId941" Type="http://schemas.openxmlformats.org/officeDocument/2006/relationships/slide" Target="slides/slide940.xml"/><Relationship Id="rId70" Type="http://schemas.openxmlformats.org/officeDocument/2006/relationships/slide" Target="slides/slide69.xml"/><Relationship Id="rId166" Type="http://schemas.openxmlformats.org/officeDocument/2006/relationships/slide" Target="slides/slide165.xml"/><Relationship Id="rId373" Type="http://schemas.openxmlformats.org/officeDocument/2006/relationships/slide" Target="slides/slide372.xml"/><Relationship Id="rId580" Type="http://schemas.openxmlformats.org/officeDocument/2006/relationships/slide" Target="slides/slide579.xml"/><Relationship Id="rId801" Type="http://schemas.openxmlformats.org/officeDocument/2006/relationships/slide" Target="slides/slide800.xml"/><Relationship Id="rId1017" Type="http://schemas.openxmlformats.org/officeDocument/2006/relationships/slide" Target="slides/slide1016.xml"/><Relationship Id="rId1" Type="http://schemas.openxmlformats.org/officeDocument/2006/relationships/slideMaster" Target="slideMasters/slideMaster1.xml"/><Relationship Id="rId233" Type="http://schemas.openxmlformats.org/officeDocument/2006/relationships/slide" Target="slides/slide232.xml"/><Relationship Id="rId440" Type="http://schemas.openxmlformats.org/officeDocument/2006/relationships/slide" Target="slides/slide439.xml"/><Relationship Id="rId678" Type="http://schemas.openxmlformats.org/officeDocument/2006/relationships/slide" Target="slides/slide677.xml"/><Relationship Id="rId885" Type="http://schemas.openxmlformats.org/officeDocument/2006/relationships/slide" Target="slides/slide884.xml"/><Relationship Id="rId1070" Type="http://schemas.openxmlformats.org/officeDocument/2006/relationships/notesMaster" Target="notesMasters/notesMaster1.xml"/><Relationship Id="rId28" Type="http://schemas.openxmlformats.org/officeDocument/2006/relationships/slide" Target="slides/slide27.xml"/><Relationship Id="rId300" Type="http://schemas.openxmlformats.org/officeDocument/2006/relationships/slide" Target="slides/slide299.xml"/><Relationship Id="rId538" Type="http://schemas.openxmlformats.org/officeDocument/2006/relationships/slide" Target="slides/slide537.xml"/><Relationship Id="rId745" Type="http://schemas.openxmlformats.org/officeDocument/2006/relationships/slide" Target="slides/slide744.xml"/><Relationship Id="rId952" Type="http://schemas.openxmlformats.org/officeDocument/2006/relationships/slide" Target="slides/slide951.xml"/><Relationship Id="rId81" Type="http://schemas.openxmlformats.org/officeDocument/2006/relationships/slide" Target="slides/slide80.xml"/><Relationship Id="rId177" Type="http://schemas.openxmlformats.org/officeDocument/2006/relationships/slide" Target="slides/slide176.xml"/><Relationship Id="rId384" Type="http://schemas.openxmlformats.org/officeDocument/2006/relationships/slide" Target="slides/slide383.xml"/><Relationship Id="rId591" Type="http://schemas.openxmlformats.org/officeDocument/2006/relationships/slide" Target="slides/slide590.xml"/><Relationship Id="rId605" Type="http://schemas.openxmlformats.org/officeDocument/2006/relationships/slide" Target="slides/slide604.xml"/><Relationship Id="rId812" Type="http://schemas.openxmlformats.org/officeDocument/2006/relationships/slide" Target="slides/slide811.xml"/><Relationship Id="rId1028" Type="http://schemas.openxmlformats.org/officeDocument/2006/relationships/slide" Target="slides/slide1027.xml"/><Relationship Id="rId244" Type="http://schemas.openxmlformats.org/officeDocument/2006/relationships/slide" Target="slides/slide243.xml"/><Relationship Id="rId689" Type="http://schemas.openxmlformats.org/officeDocument/2006/relationships/slide" Target="slides/slide688.xml"/><Relationship Id="rId896" Type="http://schemas.openxmlformats.org/officeDocument/2006/relationships/slide" Target="slides/slide895.xml"/><Relationship Id="rId39" Type="http://schemas.openxmlformats.org/officeDocument/2006/relationships/slide" Target="slides/slide38.xml"/><Relationship Id="rId451" Type="http://schemas.openxmlformats.org/officeDocument/2006/relationships/slide" Target="slides/slide450.xml"/><Relationship Id="rId549" Type="http://schemas.openxmlformats.org/officeDocument/2006/relationships/slide" Target="slides/slide548.xml"/><Relationship Id="rId756" Type="http://schemas.openxmlformats.org/officeDocument/2006/relationships/slide" Target="slides/slide755.xml"/><Relationship Id="rId104" Type="http://schemas.openxmlformats.org/officeDocument/2006/relationships/slide" Target="slides/slide103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95" Type="http://schemas.openxmlformats.org/officeDocument/2006/relationships/slide" Target="slides/slide394.xml"/><Relationship Id="rId409" Type="http://schemas.openxmlformats.org/officeDocument/2006/relationships/slide" Target="slides/slide408.xml"/><Relationship Id="rId963" Type="http://schemas.openxmlformats.org/officeDocument/2006/relationships/slide" Target="slides/slide962.xml"/><Relationship Id="rId1039" Type="http://schemas.openxmlformats.org/officeDocument/2006/relationships/slide" Target="slides/slide1038.xml"/><Relationship Id="rId92" Type="http://schemas.openxmlformats.org/officeDocument/2006/relationships/slide" Target="slides/slide91.xml"/><Relationship Id="rId616" Type="http://schemas.openxmlformats.org/officeDocument/2006/relationships/slide" Target="slides/slide615.xml"/><Relationship Id="rId823" Type="http://schemas.openxmlformats.org/officeDocument/2006/relationships/slide" Target="slides/slide822.xml"/><Relationship Id="rId255" Type="http://schemas.openxmlformats.org/officeDocument/2006/relationships/slide" Target="slides/slide254.xml"/><Relationship Id="rId462" Type="http://schemas.openxmlformats.org/officeDocument/2006/relationships/slide" Target="slides/slide461.xml"/><Relationship Id="rId115" Type="http://schemas.openxmlformats.org/officeDocument/2006/relationships/slide" Target="slides/slide114.xml"/><Relationship Id="rId322" Type="http://schemas.openxmlformats.org/officeDocument/2006/relationships/slide" Target="slides/slide321.xml"/><Relationship Id="rId767" Type="http://schemas.openxmlformats.org/officeDocument/2006/relationships/slide" Target="slides/slide766.xml"/><Relationship Id="rId974" Type="http://schemas.openxmlformats.org/officeDocument/2006/relationships/slide" Target="slides/slide973.xml"/><Relationship Id="rId199" Type="http://schemas.openxmlformats.org/officeDocument/2006/relationships/slide" Target="slides/slide198.xml"/><Relationship Id="rId627" Type="http://schemas.openxmlformats.org/officeDocument/2006/relationships/slide" Target="slides/slide626.xml"/><Relationship Id="rId834" Type="http://schemas.openxmlformats.org/officeDocument/2006/relationships/slide" Target="slides/slide833.xml"/><Relationship Id="rId266" Type="http://schemas.openxmlformats.org/officeDocument/2006/relationships/slide" Target="slides/slide265.xml"/><Relationship Id="rId473" Type="http://schemas.openxmlformats.org/officeDocument/2006/relationships/slide" Target="slides/slide472.xml"/><Relationship Id="rId680" Type="http://schemas.openxmlformats.org/officeDocument/2006/relationships/slide" Target="slides/slide679.xml"/><Relationship Id="rId901" Type="http://schemas.openxmlformats.org/officeDocument/2006/relationships/slide" Target="slides/slide900.xml"/><Relationship Id="rId30" Type="http://schemas.openxmlformats.org/officeDocument/2006/relationships/slide" Target="slides/slide29.xml"/><Relationship Id="rId126" Type="http://schemas.openxmlformats.org/officeDocument/2006/relationships/slide" Target="slides/slide125.xml"/><Relationship Id="rId333" Type="http://schemas.openxmlformats.org/officeDocument/2006/relationships/slide" Target="slides/slide332.xml"/><Relationship Id="rId540" Type="http://schemas.openxmlformats.org/officeDocument/2006/relationships/slide" Target="slides/slide539.xml"/><Relationship Id="rId778" Type="http://schemas.openxmlformats.org/officeDocument/2006/relationships/slide" Target="slides/slide777.xml"/><Relationship Id="rId985" Type="http://schemas.openxmlformats.org/officeDocument/2006/relationships/slide" Target="slides/slide984.xml"/><Relationship Id="rId638" Type="http://schemas.openxmlformats.org/officeDocument/2006/relationships/slide" Target="slides/slide637.xml"/><Relationship Id="rId845" Type="http://schemas.openxmlformats.org/officeDocument/2006/relationships/slide" Target="slides/slide844.xml"/><Relationship Id="rId1030" Type="http://schemas.openxmlformats.org/officeDocument/2006/relationships/slide" Target="slides/slide1029.xml"/><Relationship Id="rId277" Type="http://schemas.openxmlformats.org/officeDocument/2006/relationships/slide" Target="slides/slide276.xml"/><Relationship Id="rId400" Type="http://schemas.openxmlformats.org/officeDocument/2006/relationships/slide" Target="slides/slide399.xml"/><Relationship Id="rId484" Type="http://schemas.openxmlformats.org/officeDocument/2006/relationships/slide" Target="slides/slide483.xml"/><Relationship Id="rId705" Type="http://schemas.openxmlformats.org/officeDocument/2006/relationships/slide" Target="slides/slide704.xml"/><Relationship Id="rId137" Type="http://schemas.openxmlformats.org/officeDocument/2006/relationships/slide" Target="slides/slide136.xml"/><Relationship Id="rId344" Type="http://schemas.openxmlformats.org/officeDocument/2006/relationships/slide" Target="slides/slide343.xml"/><Relationship Id="rId691" Type="http://schemas.openxmlformats.org/officeDocument/2006/relationships/slide" Target="slides/slide690.xml"/><Relationship Id="rId789" Type="http://schemas.openxmlformats.org/officeDocument/2006/relationships/slide" Target="slides/slide788.xml"/><Relationship Id="rId912" Type="http://schemas.openxmlformats.org/officeDocument/2006/relationships/slide" Target="slides/slide911.xml"/><Relationship Id="rId996" Type="http://schemas.openxmlformats.org/officeDocument/2006/relationships/slide" Target="slides/slide995.xml"/><Relationship Id="rId41" Type="http://schemas.openxmlformats.org/officeDocument/2006/relationships/slide" Target="slides/slide40.xml"/><Relationship Id="rId551" Type="http://schemas.openxmlformats.org/officeDocument/2006/relationships/slide" Target="slides/slide550.xml"/><Relationship Id="rId649" Type="http://schemas.openxmlformats.org/officeDocument/2006/relationships/slide" Target="slides/slide648.xml"/><Relationship Id="rId856" Type="http://schemas.openxmlformats.org/officeDocument/2006/relationships/slide" Target="slides/slide855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88" Type="http://schemas.openxmlformats.org/officeDocument/2006/relationships/slide" Target="slides/slide287.xml"/><Relationship Id="rId411" Type="http://schemas.openxmlformats.org/officeDocument/2006/relationships/slide" Target="slides/slide410.xml"/><Relationship Id="rId509" Type="http://schemas.openxmlformats.org/officeDocument/2006/relationships/slide" Target="slides/slide508.xml"/><Relationship Id="rId1041" Type="http://schemas.openxmlformats.org/officeDocument/2006/relationships/slide" Target="slides/slide1040.xml"/><Relationship Id="rId495" Type="http://schemas.openxmlformats.org/officeDocument/2006/relationships/slide" Target="slides/slide494.xml"/><Relationship Id="rId716" Type="http://schemas.openxmlformats.org/officeDocument/2006/relationships/slide" Target="slides/slide715.xml"/><Relationship Id="rId923" Type="http://schemas.openxmlformats.org/officeDocument/2006/relationships/slide" Target="slides/slide922.xml"/><Relationship Id="rId52" Type="http://schemas.openxmlformats.org/officeDocument/2006/relationships/slide" Target="slides/slide51.xml"/><Relationship Id="rId148" Type="http://schemas.openxmlformats.org/officeDocument/2006/relationships/slide" Target="slides/slide147.xml"/><Relationship Id="rId355" Type="http://schemas.openxmlformats.org/officeDocument/2006/relationships/slide" Target="slides/slide354.xml"/><Relationship Id="rId562" Type="http://schemas.openxmlformats.org/officeDocument/2006/relationships/slide" Target="slides/slide561.xml"/><Relationship Id="rId215" Type="http://schemas.openxmlformats.org/officeDocument/2006/relationships/slide" Target="slides/slide214.xml"/><Relationship Id="rId422" Type="http://schemas.openxmlformats.org/officeDocument/2006/relationships/slide" Target="slides/slide421.xml"/><Relationship Id="rId867" Type="http://schemas.openxmlformats.org/officeDocument/2006/relationships/slide" Target="slides/slide866.xml"/><Relationship Id="rId1052" Type="http://schemas.openxmlformats.org/officeDocument/2006/relationships/slide" Target="slides/slide1051.xml"/><Relationship Id="rId299" Type="http://schemas.openxmlformats.org/officeDocument/2006/relationships/slide" Target="slides/slide298.xml"/><Relationship Id="rId727" Type="http://schemas.openxmlformats.org/officeDocument/2006/relationships/slide" Target="slides/slide726.xml"/><Relationship Id="rId934" Type="http://schemas.openxmlformats.org/officeDocument/2006/relationships/slide" Target="slides/slide933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66" Type="http://schemas.openxmlformats.org/officeDocument/2006/relationships/slide" Target="slides/slide365.xml"/><Relationship Id="rId573" Type="http://schemas.openxmlformats.org/officeDocument/2006/relationships/slide" Target="slides/slide572.xml"/><Relationship Id="rId780" Type="http://schemas.openxmlformats.org/officeDocument/2006/relationships/slide" Target="slides/slide779.xml"/><Relationship Id="rId226" Type="http://schemas.openxmlformats.org/officeDocument/2006/relationships/slide" Target="slides/slide225.xml"/><Relationship Id="rId433" Type="http://schemas.openxmlformats.org/officeDocument/2006/relationships/slide" Target="slides/slide432.xml"/><Relationship Id="rId878" Type="http://schemas.openxmlformats.org/officeDocument/2006/relationships/slide" Target="slides/slide877.xml"/><Relationship Id="rId1063" Type="http://schemas.openxmlformats.org/officeDocument/2006/relationships/slide" Target="slides/slide1062.xml"/><Relationship Id="rId640" Type="http://schemas.openxmlformats.org/officeDocument/2006/relationships/slide" Target="slides/slide639.xml"/><Relationship Id="rId738" Type="http://schemas.openxmlformats.org/officeDocument/2006/relationships/slide" Target="slides/slide737.xml"/><Relationship Id="rId945" Type="http://schemas.openxmlformats.org/officeDocument/2006/relationships/slide" Target="slides/slide944.xml"/><Relationship Id="rId74" Type="http://schemas.openxmlformats.org/officeDocument/2006/relationships/slide" Target="slides/slide73.xml"/><Relationship Id="rId377" Type="http://schemas.openxmlformats.org/officeDocument/2006/relationships/slide" Target="slides/slide376.xml"/><Relationship Id="rId500" Type="http://schemas.openxmlformats.org/officeDocument/2006/relationships/slide" Target="slides/slide499.xml"/><Relationship Id="rId584" Type="http://schemas.openxmlformats.org/officeDocument/2006/relationships/slide" Target="slides/slide583.xml"/><Relationship Id="rId805" Type="http://schemas.openxmlformats.org/officeDocument/2006/relationships/slide" Target="slides/slide804.xml"/><Relationship Id="rId5" Type="http://schemas.openxmlformats.org/officeDocument/2006/relationships/slide" Target="slides/slide4.xml"/><Relationship Id="rId237" Type="http://schemas.openxmlformats.org/officeDocument/2006/relationships/slide" Target="slides/slide236.xml"/><Relationship Id="rId791" Type="http://schemas.openxmlformats.org/officeDocument/2006/relationships/slide" Target="slides/slide790.xml"/><Relationship Id="rId889" Type="http://schemas.openxmlformats.org/officeDocument/2006/relationships/slide" Target="slides/slide888.xml"/><Relationship Id="rId1074" Type="http://schemas.openxmlformats.org/officeDocument/2006/relationships/tableStyles" Target="tableStyles.xml"/><Relationship Id="rId444" Type="http://schemas.openxmlformats.org/officeDocument/2006/relationships/slide" Target="slides/slide443.xml"/><Relationship Id="rId651" Type="http://schemas.openxmlformats.org/officeDocument/2006/relationships/slide" Target="slides/slide650.xml"/><Relationship Id="rId749" Type="http://schemas.openxmlformats.org/officeDocument/2006/relationships/slide" Target="slides/slide74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88" Type="http://schemas.openxmlformats.org/officeDocument/2006/relationships/slide" Target="slides/slide387.xml"/><Relationship Id="rId511" Type="http://schemas.openxmlformats.org/officeDocument/2006/relationships/slide" Target="slides/slide510.xml"/><Relationship Id="rId609" Type="http://schemas.openxmlformats.org/officeDocument/2006/relationships/slide" Target="slides/slide608.xml"/><Relationship Id="rId956" Type="http://schemas.openxmlformats.org/officeDocument/2006/relationships/slide" Target="slides/slide95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595" Type="http://schemas.openxmlformats.org/officeDocument/2006/relationships/slide" Target="slides/slide594.xml"/><Relationship Id="rId816" Type="http://schemas.openxmlformats.org/officeDocument/2006/relationships/slide" Target="slides/slide815.xml"/><Relationship Id="rId1001" Type="http://schemas.openxmlformats.org/officeDocument/2006/relationships/slide" Target="slides/slide1000.xml"/><Relationship Id="rId248" Type="http://schemas.openxmlformats.org/officeDocument/2006/relationships/slide" Target="slides/slide247.xml"/><Relationship Id="rId455" Type="http://schemas.openxmlformats.org/officeDocument/2006/relationships/slide" Target="slides/slide454.xml"/><Relationship Id="rId662" Type="http://schemas.openxmlformats.org/officeDocument/2006/relationships/slide" Target="slides/slide661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522" Type="http://schemas.openxmlformats.org/officeDocument/2006/relationships/slide" Target="slides/slide521.xml"/><Relationship Id="rId967" Type="http://schemas.openxmlformats.org/officeDocument/2006/relationships/slide" Target="slides/slide966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399" Type="http://schemas.openxmlformats.org/officeDocument/2006/relationships/slide" Target="slides/slide398.xml"/><Relationship Id="rId827" Type="http://schemas.openxmlformats.org/officeDocument/2006/relationships/slide" Target="slides/slide826.xml"/><Relationship Id="rId1012" Type="http://schemas.openxmlformats.org/officeDocument/2006/relationships/slide" Target="slides/slide1011.xml"/><Relationship Id="rId259" Type="http://schemas.openxmlformats.org/officeDocument/2006/relationships/slide" Target="slides/slide258.xml"/><Relationship Id="rId466" Type="http://schemas.openxmlformats.org/officeDocument/2006/relationships/slide" Target="slides/slide465.xml"/><Relationship Id="rId673" Type="http://schemas.openxmlformats.org/officeDocument/2006/relationships/slide" Target="slides/slide672.xml"/><Relationship Id="rId880" Type="http://schemas.openxmlformats.org/officeDocument/2006/relationships/slide" Target="slides/slide879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326" Type="http://schemas.openxmlformats.org/officeDocument/2006/relationships/slide" Target="slides/slide325.xml"/><Relationship Id="rId533" Type="http://schemas.openxmlformats.org/officeDocument/2006/relationships/slide" Target="slides/slide532.xml"/><Relationship Id="rId978" Type="http://schemas.openxmlformats.org/officeDocument/2006/relationships/slide" Target="slides/slide977.xml"/><Relationship Id="rId740" Type="http://schemas.openxmlformats.org/officeDocument/2006/relationships/slide" Target="slides/slide739.xml"/><Relationship Id="rId838" Type="http://schemas.openxmlformats.org/officeDocument/2006/relationships/slide" Target="slides/slide837.xml"/><Relationship Id="rId1023" Type="http://schemas.openxmlformats.org/officeDocument/2006/relationships/slide" Target="slides/slide1022.xml"/><Relationship Id="rId172" Type="http://schemas.openxmlformats.org/officeDocument/2006/relationships/slide" Target="slides/slide171.xml"/><Relationship Id="rId477" Type="http://schemas.openxmlformats.org/officeDocument/2006/relationships/slide" Target="slides/slide476.xml"/><Relationship Id="rId600" Type="http://schemas.openxmlformats.org/officeDocument/2006/relationships/slide" Target="slides/slide599.xml"/><Relationship Id="rId684" Type="http://schemas.openxmlformats.org/officeDocument/2006/relationships/slide" Target="slides/slide683.xml"/><Relationship Id="rId337" Type="http://schemas.openxmlformats.org/officeDocument/2006/relationships/slide" Target="slides/slide336.xml"/><Relationship Id="rId891" Type="http://schemas.openxmlformats.org/officeDocument/2006/relationships/slide" Target="slides/slide890.xml"/><Relationship Id="rId905" Type="http://schemas.openxmlformats.org/officeDocument/2006/relationships/slide" Target="slides/slide904.xml"/><Relationship Id="rId989" Type="http://schemas.openxmlformats.org/officeDocument/2006/relationships/slide" Target="slides/slide988.xml"/><Relationship Id="rId34" Type="http://schemas.openxmlformats.org/officeDocument/2006/relationships/slide" Target="slides/slide33.xml"/><Relationship Id="rId544" Type="http://schemas.openxmlformats.org/officeDocument/2006/relationships/slide" Target="slides/slide543.xml"/><Relationship Id="rId751" Type="http://schemas.openxmlformats.org/officeDocument/2006/relationships/slide" Target="slides/slide750.xml"/><Relationship Id="rId849" Type="http://schemas.openxmlformats.org/officeDocument/2006/relationships/slide" Target="slides/slide848.xml"/><Relationship Id="rId183" Type="http://schemas.openxmlformats.org/officeDocument/2006/relationships/slide" Target="slides/slide182.xml"/><Relationship Id="rId390" Type="http://schemas.openxmlformats.org/officeDocument/2006/relationships/slide" Target="slides/slide389.xml"/><Relationship Id="rId404" Type="http://schemas.openxmlformats.org/officeDocument/2006/relationships/slide" Target="slides/slide403.xml"/><Relationship Id="rId611" Type="http://schemas.openxmlformats.org/officeDocument/2006/relationships/slide" Target="slides/slide610.xml"/><Relationship Id="rId1034" Type="http://schemas.openxmlformats.org/officeDocument/2006/relationships/slide" Target="slides/slide1033.xml"/><Relationship Id="rId250" Type="http://schemas.openxmlformats.org/officeDocument/2006/relationships/slide" Target="slides/slide249.xml"/><Relationship Id="rId488" Type="http://schemas.openxmlformats.org/officeDocument/2006/relationships/slide" Target="slides/slide487.xml"/><Relationship Id="rId695" Type="http://schemas.openxmlformats.org/officeDocument/2006/relationships/slide" Target="slides/slide694.xml"/><Relationship Id="rId709" Type="http://schemas.openxmlformats.org/officeDocument/2006/relationships/slide" Target="slides/slide708.xml"/><Relationship Id="rId916" Type="http://schemas.openxmlformats.org/officeDocument/2006/relationships/slide" Target="slides/slide915.xml"/><Relationship Id="rId45" Type="http://schemas.openxmlformats.org/officeDocument/2006/relationships/slide" Target="slides/slide44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555" Type="http://schemas.openxmlformats.org/officeDocument/2006/relationships/slide" Target="slides/slide554.xml"/><Relationship Id="rId762" Type="http://schemas.openxmlformats.org/officeDocument/2006/relationships/slide" Target="slides/slide76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415" Type="http://schemas.openxmlformats.org/officeDocument/2006/relationships/slide" Target="slides/slide414.xml"/><Relationship Id="rId622" Type="http://schemas.openxmlformats.org/officeDocument/2006/relationships/slide" Target="slides/slide621.xml"/><Relationship Id="rId1045" Type="http://schemas.openxmlformats.org/officeDocument/2006/relationships/slide" Target="slides/slide1044.xml"/><Relationship Id="rId261" Type="http://schemas.openxmlformats.org/officeDocument/2006/relationships/slide" Target="slides/slide260.xml"/><Relationship Id="rId499" Type="http://schemas.openxmlformats.org/officeDocument/2006/relationships/slide" Target="slides/slide498.xml"/><Relationship Id="rId927" Type="http://schemas.openxmlformats.org/officeDocument/2006/relationships/slide" Target="slides/slide926.xml"/><Relationship Id="rId56" Type="http://schemas.openxmlformats.org/officeDocument/2006/relationships/slide" Target="slides/slide55.xml"/><Relationship Id="rId359" Type="http://schemas.openxmlformats.org/officeDocument/2006/relationships/slide" Target="slides/slide358.xml"/><Relationship Id="rId566" Type="http://schemas.openxmlformats.org/officeDocument/2006/relationships/slide" Target="slides/slide565.xml"/><Relationship Id="rId773" Type="http://schemas.openxmlformats.org/officeDocument/2006/relationships/slide" Target="slides/slide772.xml"/><Relationship Id="rId121" Type="http://schemas.openxmlformats.org/officeDocument/2006/relationships/slide" Target="slides/slide120.xml"/><Relationship Id="rId219" Type="http://schemas.openxmlformats.org/officeDocument/2006/relationships/slide" Target="slides/slide218.xml"/><Relationship Id="rId426" Type="http://schemas.openxmlformats.org/officeDocument/2006/relationships/slide" Target="slides/slide425.xml"/><Relationship Id="rId633" Type="http://schemas.openxmlformats.org/officeDocument/2006/relationships/slide" Target="slides/slide632.xml"/><Relationship Id="rId980" Type="http://schemas.openxmlformats.org/officeDocument/2006/relationships/slide" Target="slides/slide979.xml"/><Relationship Id="rId1056" Type="http://schemas.openxmlformats.org/officeDocument/2006/relationships/slide" Target="slides/slide1055.xml"/><Relationship Id="rId840" Type="http://schemas.openxmlformats.org/officeDocument/2006/relationships/slide" Target="slides/slide839.xml"/><Relationship Id="rId938" Type="http://schemas.openxmlformats.org/officeDocument/2006/relationships/slide" Target="slides/slide937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577" Type="http://schemas.openxmlformats.org/officeDocument/2006/relationships/slide" Target="slides/slide576.xml"/><Relationship Id="rId700" Type="http://schemas.openxmlformats.org/officeDocument/2006/relationships/slide" Target="slides/slide699.xml"/><Relationship Id="rId132" Type="http://schemas.openxmlformats.org/officeDocument/2006/relationships/slide" Target="slides/slide131.xml"/><Relationship Id="rId784" Type="http://schemas.openxmlformats.org/officeDocument/2006/relationships/slide" Target="slides/slide783.xml"/><Relationship Id="rId991" Type="http://schemas.openxmlformats.org/officeDocument/2006/relationships/slide" Target="slides/slide990.xml"/><Relationship Id="rId1067" Type="http://schemas.openxmlformats.org/officeDocument/2006/relationships/slide" Target="slides/slide1066.xml"/><Relationship Id="rId437" Type="http://schemas.openxmlformats.org/officeDocument/2006/relationships/slide" Target="slides/slide436.xml"/><Relationship Id="rId644" Type="http://schemas.openxmlformats.org/officeDocument/2006/relationships/slide" Target="slides/slide643.xml"/><Relationship Id="rId851" Type="http://schemas.openxmlformats.org/officeDocument/2006/relationships/slide" Target="slides/slide850.xml"/><Relationship Id="rId283" Type="http://schemas.openxmlformats.org/officeDocument/2006/relationships/slide" Target="slides/slide282.xml"/><Relationship Id="rId490" Type="http://schemas.openxmlformats.org/officeDocument/2006/relationships/slide" Target="slides/slide489.xml"/><Relationship Id="rId504" Type="http://schemas.openxmlformats.org/officeDocument/2006/relationships/slide" Target="slides/slide503.xml"/><Relationship Id="rId711" Type="http://schemas.openxmlformats.org/officeDocument/2006/relationships/slide" Target="slides/slide710.xml"/><Relationship Id="rId949" Type="http://schemas.openxmlformats.org/officeDocument/2006/relationships/slide" Target="slides/slide948.xml"/><Relationship Id="rId78" Type="http://schemas.openxmlformats.org/officeDocument/2006/relationships/slide" Target="slides/slide77.xml"/><Relationship Id="rId143" Type="http://schemas.openxmlformats.org/officeDocument/2006/relationships/slide" Target="slides/slide142.xml"/><Relationship Id="rId350" Type="http://schemas.openxmlformats.org/officeDocument/2006/relationships/slide" Target="slides/slide349.xml"/><Relationship Id="rId588" Type="http://schemas.openxmlformats.org/officeDocument/2006/relationships/slide" Target="slides/slide587.xml"/><Relationship Id="rId795" Type="http://schemas.openxmlformats.org/officeDocument/2006/relationships/slide" Target="slides/slide794.xml"/><Relationship Id="rId809" Type="http://schemas.openxmlformats.org/officeDocument/2006/relationships/slide" Target="slides/slide808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448" Type="http://schemas.openxmlformats.org/officeDocument/2006/relationships/slide" Target="slides/slide447.xml"/><Relationship Id="rId655" Type="http://schemas.openxmlformats.org/officeDocument/2006/relationships/slide" Target="slides/slide654.xml"/><Relationship Id="rId862" Type="http://schemas.openxmlformats.org/officeDocument/2006/relationships/slide" Target="slides/slide86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515" Type="http://schemas.openxmlformats.org/officeDocument/2006/relationships/slide" Target="slides/slide514.xml"/><Relationship Id="rId722" Type="http://schemas.openxmlformats.org/officeDocument/2006/relationships/slide" Target="slides/slide721.xml"/><Relationship Id="rId89" Type="http://schemas.openxmlformats.org/officeDocument/2006/relationships/slide" Target="slides/slide88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599" Type="http://schemas.openxmlformats.org/officeDocument/2006/relationships/slide" Target="slides/slide598.xml"/><Relationship Id="rId1005" Type="http://schemas.openxmlformats.org/officeDocument/2006/relationships/slide" Target="slides/slide1004.xml"/><Relationship Id="rId459" Type="http://schemas.openxmlformats.org/officeDocument/2006/relationships/slide" Target="slides/slide458.xml"/><Relationship Id="rId666" Type="http://schemas.openxmlformats.org/officeDocument/2006/relationships/slide" Target="slides/slide665.xml"/><Relationship Id="rId873" Type="http://schemas.openxmlformats.org/officeDocument/2006/relationships/slide" Target="slides/slide872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19" Type="http://schemas.openxmlformats.org/officeDocument/2006/relationships/slide" Target="slides/slide318.xml"/><Relationship Id="rId526" Type="http://schemas.openxmlformats.org/officeDocument/2006/relationships/slide" Target="slides/slide525.xml"/><Relationship Id="rId733" Type="http://schemas.openxmlformats.org/officeDocument/2006/relationships/slide" Target="slides/slide732.xml"/><Relationship Id="rId940" Type="http://schemas.openxmlformats.org/officeDocument/2006/relationships/slide" Target="slides/slide939.xml"/><Relationship Id="rId1016" Type="http://schemas.openxmlformats.org/officeDocument/2006/relationships/slide" Target="slides/slide1015.xml"/><Relationship Id="rId165" Type="http://schemas.openxmlformats.org/officeDocument/2006/relationships/slide" Target="slides/slide164.xml"/><Relationship Id="rId372" Type="http://schemas.openxmlformats.org/officeDocument/2006/relationships/slide" Target="slides/slide371.xml"/><Relationship Id="rId677" Type="http://schemas.openxmlformats.org/officeDocument/2006/relationships/slide" Target="slides/slide676.xml"/><Relationship Id="rId800" Type="http://schemas.openxmlformats.org/officeDocument/2006/relationships/slide" Target="slides/slide799.xml"/><Relationship Id="rId232" Type="http://schemas.openxmlformats.org/officeDocument/2006/relationships/slide" Target="slides/slide231.xml"/><Relationship Id="rId884" Type="http://schemas.openxmlformats.org/officeDocument/2006/relationships/slide" Target="slides/slide883.xml"/><Relationship Id="rId27" Type="http://schemas.openxmlformats.org/officeDocument/2006/relationships/slide" Target="slides/slide26.xml"/><Relationship Id="rId537" Type="http://schemas.openxmlformats.org/officeDocument/2006/relationships/slide" Target="slides/slide536.xml"/><Relationship Id="rId744" Type="http://schemas.openxmlformats.org/officeDocument/2006/relationships/slide" Target="slides/slide743.xml"/><Relationship Id="rId951" Type="http://schemas.openxmlformats.org/officeDocument/2006/relationships/slide" Target="slides/slide950.xml"/><Relationship Id="rId80" Type="http://schemas.openxmlformats.org/officeDocument/2006/relationships/slide" Target="slides/slide79.xml"/><Relationship Id="rId176" Type="http://schemas.openxmlformats.org/officeDocument/2006/relationships/slide" Target="slides/slide175.xml"/><Relationship Id="rId383" Type="http://schemas.openxmlformats.org/officeDocument/2006/relationships/slide" Target="slides/slide382.xml"/><Relationship Id="rId590" Type="http://schemas.openxmlformats.org/officeDocument/2006/relationships/slide" Target="slides/slide589.xml"/><Relationship Id="rId604" Type="http://schemas.openxmlformats.org/officeDocument/2006/relationships/slide" Target="slides/slide603.xml"/><Relationship Id="rId811" Type="http://schemas.openxmlformats.org/officeDocument/2006/relationships/slide" Target="slides/slide810.xml"/><Relationship Id="rId1027" Type="http://schemas.openxmlformats.org/officeDocument/2006/relationships/slide" Target="slides/slide1026.xml"/><Relationship Id="rId243" Type="http://schemas.openxmlformats.org/officeDocument/2006/relationships/slide" Target="slides/slide242.xml"/><Relationship Id="rId450" Type="http://schemas.openxmlformats.org/officeDocument/2006/relationships/slide" Target="slides/slide449.xml"/><Relationship Id="rId688" Type="http://schemas.openxmlformats.org/officeDocument/2006/relationships/slide" Target="slides/slide687.xml"/><Relationship Id="rId895" Type="http://schemas.openxmlformats.org/officeDocument/2006/relationships/slide" Target="slides/slide894.xml"/><Relationship Id="rId909" Type="http://schemas.openxmlformats.org/officeDocument/2006/relationships/slide" Target="slides/slide908.xml"/><Relationship Id="rId38" Type="http://schemas.openxmlformats.org/officeDocument/2006/relationships/slide" Target="slides/slide37.xml"/><Relationship Id="rId103" Type="http://schemas.openxmlformats.org/officeDocument/2006/relationships/slide" Target="slides/slide102.xml"/><Relationship Id="rId310" Type="http://schemas.openxmlformats.org/officeDocument/2006/relationships/slide" Target="slides/slide309.xml"/><Relationship Id="rId548" Type="http://schemas.openxmlformats.org/officeDocument/2006/relationships/slide" Target="slides/slide547.xml"/><Relationship Id="rId755" Type="http://schemas.openxmlformats.org/officeDocument/2006/relationships/slide" Target="slides/slide754.xml"/><Relationship Id="rId962" Type="http://schemas.openxmlformats.org/officeDocument/2006/relationships/slide" Target="slides/slide961.xml"/><Relationship Id="rId91" Type="http://schemas.openxmlformats.org/officeDocument/2006/relationships/slide" Target="slides/slide90.xml"/><Relationship Id="rId187" Type="http://schemas.openxmlformats.org/officeDocument/2006/relationships/slide" Target="slides/slide186.xml"/><Relationship Id="rId394" Type="http://schemas.openxmlformats.org/officeDocument/2006/relationships/slide" Target="slides/slide393.xml"/><Relationship Id="rId408" Type="http://schemas.openxmlformats.org/officeDocument/2006/relationships/slide" Target="slides/slide407.xml"/><Relationship Id="rId615" Type="http://schemas.openxmlformats.org/officeDocument/2006/relationships/slide" Target="slides/slide614.xml"/><Relationship Id="rId822" Type="http://schemas.openxmlformats.org/officeDocument/2006/relationships/slide" Target="slides/slide821.xml"/><Relationship Id="rId1038" Type="http://schemas.openxmlformats.org/officeDocument/2006/relationships/slide" Target="slides/slide1037.xml"/><Relationship Id="rId254" Type="http://schemas.openxmlformats.org/officeDocument/2006/relationships/slide" Target="slides/slide253.xml"/><Relationship Id="rId699" Type="http://schemas.openxmlformats.org/officeDocument/2006/relationships/slide" Target="slides/slide698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461" Type="http://schemas.openxmlformats.org/officeDocument/2006/relationships/slide" Target="slides/slide460.xml"/><Relationship Id="rId559" Type="http://schemas.openxmlformats.org/officeDocument/2006/relationships/slide" Target="slides/slide558.xml"/><Relationship Id="rId766" Type="http://schemas.openxmlformats.org/officeDocument/2006/relationships/slide" Target="slides/slide765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419" Type="http://schemas.openxmlformats.org/officeDocument/2006/relationships/slide" Target="slides/slide418.xml"/><Relationship Id="rId626" Type="http://schemas.openxmlformats.org/officeDocument/2006/relationships/slide" Target="slides/slide625.xml"/><Relationship Id="rId973" Type="http://schemas.openxmlformats.org/officeDocument/2006/relationships/slide" Target="slides/slide972.xml"/><Relationship Id="rId1049" Type="http://schemas.openxmlformats.org/officeDocument/2006/relationships/slide" Target="slides/slide1048.xml"/><Relationship Id="rId833" Type="http://schemas.openxmlformats.org/officeDocument/2006/relationships/slide" Target="slides/slide832.xml"/><Relationship Id="rId265" Type="http://schemas.openxmlformats.org/officeDocument/2006/relationships/slide" Target="slides/slide264.xml"/><Relationship Id="rId472" Type="http://schemas.openxmlformats.org/officeDocument/2006/relationships/slide" Target="slides/slide471.xml"/><Relationship Id="rId900" Type="http://schemas.openxmlformats.org/officeDocument/2006/relationships/slide" Target="slides/slide899.xml"/><Relationship Id="rId125" Type="http://schemas.openxmlformats.org/officeDocument/2006/relationships/slide" Target="slides/slide124.xml"/><Relationship Id="rId332" Type="http://schemas.openxmlformats.org/officeDocument/2006/relationships/slide" Target="slides/slide331.xml"/><Relationship Id="rId777" Type="http://schemas.openxmlformats.org/officeDocument/2006/relationships/slide" Target="slides/slide776.xml"/><Relationship Id="rId984" Type="http://schemas.openxmlformats.org/officeDocument/2006/relationships/slide" Target="slides/slide983.xml"/><Relationship Id="rId637" Type="http://schemas.openxmlformats.org/officeDocument/2006/relationships/slide" Target="slides/slide636.xml"/><Relationship Id="rId844" Type="http://schemas.openxmlformats.org/officeDocument/2006/relationships/slide" Target="slides/slide843.xml"/><Relationship Id="rId276" Type="http://schemas.openxmlformats.org/officeDocument/2006/relationships/slide" Target="slides/slide275.xml"/><Relationship Id="rId483" Type="http://schemas.openxmlformats.org/officeDocument/2006/relationships/slide" Target="slides/slide482.xml"/><Relationship Id="rId690" Type="http://schemas.openxmlformats.org/officeDocument/2006/relationships/slide" Target="slides/slide689.xml"/><Relationship Id="rId704" Type="http://schemas.openxmlformats.org/officeDocument/2006/relationships/slide" Target="slides/slide703.xml"/><Relationship Id="rId911" Type="http://schemas.openxmlformats.org/officeDocument/2006/relationships/slide" Target="slides/slide910.xml"/><Relationship Id="rId40" Type="http://schemas.openxmlformats.org/officeDocument/2006/relationships/slide" Target="slides/slide39.xml"/><Relationship Id="rId136" Type="http://schemas.openxmlformats.org/officeDocument/2006/relationships/slide" Target="slides/slide135.xml"/><Relationship Id="rId343" Type="http://schemas.openxmlformats.org/officeDocument/2006/relationships/slide" Target="slides/slide342.xml"/><Relationship Id="rId550" Type="http://schemas.openxmlformats.org/officeDocument/2006/relationships/slide" Target="slides/slide549.xml"/><Relationship Id="rId788" Type="http://schemas.openxmlformats.org/officeDocument/2006/relationships/slide" Target="slides/slide787.xml"/><Relationship Id="rId995" Type="http://schemas.openxmlformats.org/officeDocument/2006/relationships/slide" Target="slides/slide994.xml"/><Relationship Id="rId203" Type="http://schemas.openxmlformats.org/officeDocument/2006/relationships/slide" Target="slides/slide202.xml"/><Relationship Id="rId648" Type="http://schemas.openxmlformats.org/officeDocument/2006/relationships/slide" Target="slides/slide647.xml"/><Relationship Id="rId855" Type="http://schemas.openxmlformats.org/officeDocument/2006/relationships/slide" Target="slides/slide854.xml"/><Relationship Id="rId1040" Type="http://schemas.openxmlformats.org/officeDocument/2006/relationships/slide" Target="slides/slide1039.xml"/><Relationship Id="rId287" Type="http://schemas.openxmlformats.org/officeDocument/2006/relationships/slide" Target="slides/slide286.xml"/><Relationship Id="rId410" Type="http://schemas.openxmlformats.org/officeDocument/2006/relationships/slide" Target="slides/slide409.xml"/><Relationship Id="rId494" Type="http://schemas.openxmlformats.org/officeDocument/2006/relationships/slide" Target="slides/slide493.xml"/><Relationship Id="rId508" Type="http://schemas.openxmlformats.org/officeDocument/2006/relationships/slide" Target="slides/slide507.xml"/><Relationship Id="rId715" Type="http://schemas.openxmlformats.org/officeDocument/2006/relationships/slide" Target="slides/slide714.xml"/><Relationship Id="rId922" Type="http://schemas.openxmlformats.org/officeDocument/2006/relationships/slide" Target="slides/slide921.xml"/><Relationship Id="rId147" Type="http://schemas.openxmlformats.org/officeDocument/2006/relationships/slide" Target="slides/slide146.xml"/><Relationship Id="rId354" Type="http://schemas.openxmlformats.org/officeDocument/2006/relationships/slide" Target="slides/slide353.xml"/><Relationship Id="rId799" Type="http://schemas.openxmlformats.org/officeDocument/2006/relationships/slide" Target="slides/slide798.xml"/><Relationship Id="rId51" Type="http://schemas.openxmlformats.org/officeDocument/2006/relationships/slide" Target="slides/slide50.xml"/><Relationship Id="rId561" Type="http://schemas.openxmlformats.org/officeDocument/2006/relationships/slide" Target="slides/slide560.xml"/><Relationship Id="rId659" Type="http://schemas.openxmlformats.org/officeDocument/2006/relationships/slide" Target="slides/slide658.xml"/><Relationship Id="rId866" Type="http://schemas.openxmlformats.org/officeDocument/2006/relationships/slide" Target="slides/slide865.xml"/><Relationship Id="rId214" Type="http://schemas.openxmlformats.org/officeDocument/2006/relationships/slide" Target="slides/slide213.xml"/><Relationship Id="rId298" Type="http://schemas.openxmlformats.org/officeDocument/2006/relationships/slide" Target="slides/slide297.xml"/><Relationship Id="rId421" Type="http://schemas.openxmlformats.org/officeDocument/2006/relationships/slide" Target="slides/slide420.xml"/><Relationship Id="rId519" Type="http://schemas.openxmlformats.org/officeDocument/2006/relationships/slide" Target="slides/slide518.xml"/><Relationship Id="rId1051" Type="http://schemas.openxmlformats.org/officeDocument/2006/relationships/slide" Target="slides/slide1050.xml"/><Relationship Id="rId158" Type="http://schemas.openxmlformats.org/officeDocument/2006/relationships/slide" Target="slides/slide157.xml"/><Relationship Id="rId726" Type="http://schemas.openxmlformats.org/officeDocument/2006/relationships/slide" Target="slides/slide725.xml"/><Relationship Id="rId933" Type="http://schemas.openxmlformats.org/officeDocument/2006/relationships/slide" Target="slides/slide932.xml"/><Relationship Id="rId1009" Type="http://schemas.openxmlformats.org/officeDocument/2006/relationships/slide" Target="slides/slide1008.xml"/><Relationship Id="rId62" Type="http://schemas.openxmlformats.org/officeDocument/2006/relationships/slide" Target="slides/slide61.xml"/><Relationship Id="rId365" Type="http://schemas.openxmlformats.org/officeDocument/2006/relationships/slide" Target="slides/slide364.xml"/><Relationship Id="rId572" Type="http://schemas.openxmlformats.org/officeDocument/2006/relationships/slide" Target="slides/slide571.xml"/><Relationship Id="rId225" Type="http://schemas.openxmlformats.org/officeDocument/2006/relationships/slide" Target="slides/slide224.xml"/><Relationship Id="rId432" Type="http://schemas.openxmlformats.org/officeDocument/2006/relationships/slide" Target="slides/slide431.xml"/><Relationship Id="rId877" Type="http://schemas.openxmlformats.org/officeDocument/2006/relationships/slide" Target="slides/slide876.xml"/><Relationship Id="rId1062" Type="http://schemas.openxmlformats.org/officeDocument/2006/relationships/slide" Target="slides/slide1061.xml"/><Relationship Id="rId737" Type="http://schemas.openxmlformats.org/officeDocument/2006/relationships/slide" Target="slides/slide736.xml"/><Relationship Id="rId944" Type="http://schemas.openxmlformats.org/officeDocument/2006/relationships/slide" Target="slides/slide943.xml"/><Relationship Id="rId73" Type="http://schemas.openxmlformats.org/officeDocument/2006/relationships/slide" Target="slides/slide72.xml"/><Relationship Id="rId169" Type="http://schemas.openxmlformats.org/officeDocument/2006/relationships/slide" Target="slides/slide168.xml"/><Relationship Id="rId376" Type="http://schemas.openxmlformats.org/officeDocument/2006/relationships/slide" Target="slides/slide375.xml"/><Relationship Id="rId583" Type="http://schemas.openxmlformats.org/officeDocument/2006/relationships/slide" Target="slides/slide582.xml"/><Relationship Id="rId790" Type="http://schemas.openxmlformats.org/officeDocument/2006/relationships/slide" Target="slides/slide789.xml"/><Relationship Id="rId804" Type="http://schemas.openxmlformats.org/officeDocument/2006/relationships/slide" Target="slides/slide803.xml"/><Relationship Id="rId4" Type="http://schemas.openxmlformats.org/officeDocument/2006/relationships/slide" Target="slides/slide3.xml"/><Relationship Id="rId236" Type="http://schemas.openxmlformats.org/officeDocument/2006/relationships/slide" Target="slides/slide235.xml"/><Relationship Id="rId443" Type="http://schemas.openxmlformats.org/officeDocument/2006/relationships/slide" Target="slides/slide442.xml"/><Relationship Id="rId650" Type="http://schemas.openxmlformats.org/officeDocument/2006/relationships/slide" Target="slides/slide649.xml"/><Relationship Id="rId888" Type="http://schemas.openxmlformats.org/officeDocument/2006/relationships/slide" Target="slides/slide887.xml"/><Relationship Id="rId1073" Type="http://schemas.openxmlformats.org/officeDocument/2006/relationships/theme" Target="theme/theme1.xml"/><Relationship Id="rId303" Type="http://schemas.openxmlformats.org/officeDocument/2006/relationships/slide" Target="slides/slide302.xml"/><Relationship Id="rId748" Type="http://schemas.openxmlformats.org/officeDocument/2006/relationships/slide" Target="slides/slide747.xml"/><Relationship Id="rId955" Type="http://schemas.openxmlformats.org/officeDocument/2006/relationships/slide" Target="slides/slide954.xml"/><Relationship Id="rId84" Type="http://schemas.openxmlformats.org/officeDocument/2006/relationships/slide" Target="slides/slide83.xml"/><Relationship Id="rId387" Type="http://schemas.openxmlformats.org/officeDocument/2006/relationships/slide" Target="slides/slide386.xml"/><Relationship Id="rId510" Type="http://schemas.openxmlformats.org/officeDocument/2006/relationships/slide" Target="slides/slide509.xml"/><Relationship Id="rId594" Type="http://schemas.openxmlformats.org/officeDocument/2006/relationships/slide" Target="slides/slide593.xml"/><Relationship Id="rId608" Type="http://schemas.openxmlformats.org/officeDocument/2006/relationships/slide" Target="slides/slide607.xml"/><Relationship Id="rId815" Type="http://schemas.openxmlformats.org/officeDocument/2006/relationships/slide" Target="slides/slide814.xml"/><Relationship Id="rId247" Type="http://schemas.openxmlformats.org/officeDocument/2006/relationships/slide" Target="slides/slide246.xml"/><Relationship Id="rId899" Type="http://schemas.openxmlformats.org/officeDocument/2006/relationships/slide" Target="slides/slide898.xml"/><Relationship Id="rId1000" Type="http://schemas.openxmlformats.org/officeDocument/2006/relationships/slide" Target="slides/slide999.xml"/><Relationship Id="rId107" Type="http://schemas.openxmlformats.org/officeDocument/2006/relationships/slide" Target="slides/slide106.xml"/><Relationship Id="rId454" Type="http://schemas.openxmlformats.org/officeDocument/2006/relationships/slide" Target="slides/slide453.xml"/><Relationship Id="rId661" Type="http://schemas.openxmlformats.org/officeDocument/2006/relationships/slide" Target="slides/slide660.xml"/><Relationship Id="rId759" Type="http://schemas.openxmlformats.org/officeDocument/2006/relationships/slide" Target="slides/slide758.xml"/><Relationship Id="rId966" Type="http://schemas.openxmlformats.org/officeDocument/2006/relationships/slide" Target="slides/slide965.xml"/><Relationship Id="rId11" Type="http://schemas.openxmlformats.org/officeDocument/2006/relationships/slide" Target="slides/slide10.xml"/><Relationship Id="rId314" Type="http://schemas.openxmlformats.org/officeDocument/2006/relationships/slide" Target="slides/slide313.xml"/><Relationship Id="rId398" Type="http://schemas.openxmlformats.org/officeDocument/2006/relationships/slide" Target="slides/slide397.xml"/><Relationship Id="rId521" Type="http://schemas.openxmlformats.org/officeDocument/2006/relationships/slide" Target="slides/slide520.xml"/><Relationship Id="rId619" Type="http://schemas.openxmlformats.org/officeDocument/2006/relationships/slide" Target="slides/slide618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826" Type="http://schemas.openxmlformats.org/officeDocument/2006/relationships/slide" Target="slides/slide825.xml"/><Relationship Id="rId1011" Type="http://schemas.openxmlformats.org/officeDocument/2006/relationships/slide" Target="slides/slide1010.xml"/><Relationship Id="rId258" Type="http://schemas.openxmlformats.org/officeDocument/2006/relationships/slide" Target="slides/slide257.xml"/><Relationship Id="rId465" Type="http://schemas.openxmlformats.org/officeDocument/2006/relationships/slide" Target="slides/slide464.xml"/><Relationship Id="rId672" Type="http://schemas.openxmlformats.org/officeDocument/2006/relationships/slide" Target="slides/slide671.xml"/><Relationship Id="rId22" Type="http://schemas.openxmlformats.org/officeDocument/2006/relationships/slide" Target="slides/slide21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532" Type="http://schemas.openxmlformats.org/officeDocument/2006/relationships/slide" Target="slides/slide531.xml"/><Relationship Id="rId977" Type="http://schemas.openxmlformats.org/officeDocument/2006/relationships/slide" Target="slides/slide976.xml"/><Relationship Id="rId171" Type="http://schemas.openxmlformats.org/officeDocument/2006/relationships/slide" Target="slides/slide170.xml"/><Relationship Id="rId837" Type="http://schemas.openxmlformats.org/officeDocument/2006/relationships/slide" Target="slides/slide836.xml"/><Relationship Id="rId1022" Type="http://schemas.openxmlformats.org/officeDocument/2006/relationships/slide" Target="slides/slide1021.xml"/><Relationship Id="rId269" Type="http://schemas.openxmlformats.org/officeDocument/2006/relationships/slide" Target="slides/slide268.xml"/><Relationship Id="rId476" Type="http://schemas.openxmlformats.org/officeDocument/2006/relationships/slide" Target="slides/slide475.xml"/><Relationship Id="rId683" Type="http://schemas.openxmlformats.org/officeDocument/2006/relationships/slide" Target="slides/slide682.xml"/><Relationship Id="rId890" Type="http://schemas.openxmlformats.org/officeDocument/2006/relationships/slide" Target="slides/slide889.xml"/><Relationship Id="rId904" Type="http://schemas.openxmlformats.org/officeDocument/2006/relationships/slide" Target="slides/slide903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336" Type="http://schemas.openxmlformats.org/officeDocument/2006/relationships/slide" Target="slides/slide335.xml"/><Relationship Id="rId543" Type="http://schemas.openxmlformats.org/officeDocument/2006/relationships/slide" Target="slides/slide542.xml"/><Relationship Id="rId988" Type="http://schemas.openxmlformats.org/officeDocument/2006/relationships/slide" Target="slides/slide987.xml"/><Relationship Id="rId182" Type="http://schemas.openxmlformats.org/officeDocument/2006/relationships/slide" Target="slides/slide181.xml"/><Relationship Id="rId403" Type="http://schemas.openxmlformats.org/officeDocument/2006/relationships/slide" Target="slides/slide402.xml"/><Relationship Id="rId750" Type="http://schemas.openxmlformats.org/officeDocument/2006/relationships/slide" Target="slides/slide749.xml"/><Relationship Id="rId848" Type="http://schemas.openxmlformats.org/officeDocument/2006/relationships/slide" Target="slides/slide847.xml"/><Relationship Id="rId1033" Type="http://schemas.openxmlformats.org/officeDocument/2006/relationships/slide" Target="slides/slide1032.xml"/><Relationship Id="rId487" Type="http://schemas.openxmlformats.org/officeDocument/2006/relationships/slide" Target="slides/slide486.xml"/><Relationship Id="rId610" Type="http://schemas.openxmlformats.org/officeDocument/2006/relationships/slide" Target="slides/slide609.xml"/><Relationship Id="rId694" Type="http://schemas.openxmlformats.org/officeDocument/2006/relationships/slide" Target="slides/slide693.xml"/><Relationship Id="rId708" Type="http://schemas.openxmlformats.org/officeDocument/2006/relationships/slide" Target="slides/slide707.xml"/><Relationship Id="rId915" Type="http://schemas.openxmlformats.org/officeDocument/2006/relationships/slide" Target="slides/slide914.xml"/><Relationship Id="rId347" Type="http://schemas.openxmlformats.org/officeDocument/2006/relationships/slide" Target="slides/slide346.xml"/><Relationship Id="rId999" Type="http://schemas.openxmlformats.org/officeDocument/2006/relationships/slide" Target="slides/slide998.xml"/><Relationship Id="rId44" Type="http://schemas.openxmlformats.org/officeDocument/2006/relationships/slide" Target="slides/slide43.xml"/><Relationship Id="rId554" Type="http://schemas.openxmlformats.org/officeDocument/2006/relationships/slide" Target="slides/slide553.xml"/><Relationship Id="rId761" Type="http://schemas.openxmlformats.org/officeDocument/2006/relationships/slide" Target="slides/slide760.xml"/><Relationship Id="rId859" Type="http://schemas.openxmlformats.org/officeDocument/2006/relationships/slide" Target="slides/slide858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414" Type="http://schemas.openxmlformats.org/officeDocument/2006/relationships/slide" Target="slides/slide413.xml"/><Relationship Id="rId498" Type="http://schemas.openxmlformats.org/officeDocument/2006/relationships/slide" Target="slides/slide497.xml"/><Relationship Id="rId621" Type="http://schemas.openxmlformats.org/officeDocument/2006/relationships/slide" Target="slides/slide620.xml"/><Relationship Id="rId1044" Type="http://schemas.openxmlformats.org/officeDocument/2006/relationships/slide" Target="slides/slide1043.xml"/><Relationship Id="rId260" Type="http://schemas.openxmlformats.org/officeDocument/2006/relationships/slide" Target="slides/slide259.xml"/><Relationship Id="rId719" Type="http://schemas.openxmlformats.org/officeDocument/2006/relationships/slide" Target="slides/slide718.xml"/><Relationship Id="rId926" Type="http://schemas.openxmlformats.org/officeDocument/2006/relationships/slide" Target="slides/slide925.xml"/><Relationship Id="rId55" Type="http://schemas.openxmlformats.org/officeDocument/2006/relationships/slide" Target="slides/slide54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565" Type="http://schemas.openxmlformats.org/officeDocument/2006/relationships/slide" Target="slides/slide564.xml"/><Relationship Id="rId772" Type="http://schemas.openxmlformats.org/officeDocument/2006/relationships/slide" Target="slides/slide771.xml"/><Relationship Id="rId218" Type="http://schemas.openxmlformats.org/officeDocument/2006/relationships/slide" Target="slides/slide217.xml"/><Relationship Id="rId425" Type="http://schemas.openxmlformats.org/officeDocument/2006/relationships/slide" Target="slides/slide424.xml"/><Relationship Id="rId632" Type="http://schemas.openxmlformats.org/officeDocument/2006/relationships/slide" Target="slides/slide631.xml"/><Relationship Id="rId1055" Type="http://schemas.openxmlformats.org/officeDocument/2006/relationships/slide" Target="slides/slide1054.xml"/><Relationship Id="rId271" Type="http://schemas.openxmlformats.org/officeDocument/2006/relationships/slide" Target="slides/slide270.xml"/><Relationship Id="rId937" Type="http://schemas.openxmlformats.org/officeDocument/2006/relationships/slide" Target="slides/slide936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69" Type="http://schemas.openxmlformats.org/officeDocument/2006/relationships/slide" Target="slides/slide368.xml"/><Relationship Id="rId576" Type="http://schemas.openxmlformats.org/officeDocument/2006/relationships/slide" Target="slides/slide575.xml"/><Relationship Id="rId783" Type="http://schemas.openxmlformats.org/officeDocument/2006/relationships/slide" Target="slides/slide782.xml"/><Relationship Id="rId990" Type="http://schemas.openxmlformats.org/officeDocument/2006/relationships/slide" Target="slides/slide989.xml"/><Relationship Id="rId229" Type="http://schemas.openxmlformats.org/officeDocument/2006/relationships/slide" Target="slides/slide228.xml"/><Relationship Id="rId436" Type="http://schemas.openxmlformats.org/officeDocument/2006/relationships/slide" Target="slides/slide435.xml"/><Relationship Id="rId643" Type="http://schemas.openxmlformats.org/officeDocument/2006/relationships/slide" Target="slides/slide642.xml"/><Relationship Id="rId1066" Type="http://schemas.openxmlformats.org/officeDocument/2006/relationships/slide" Target="slides/slide1065.xml"/><Relationship Id="rId850" Type="http://schemas.openxmlformats.org/officeDocument/2006/relationships/slide" Target="slides/slide849.xml"/><Relationship Id="rId948" Type="http://schemas.openxmlformats.org/officeDocument/2006/relationships/slide" Target="slides/slide947.xml"/><Relationship Id="rId77" Type="http://schemas.openxmlformats.org/officeDocument/2006/relationships/slide" Target="slides/slide76.xml"/><Relationship Id="rId282" Type="http://schemas.openxmlformats.org/officeDocument/2006/relationships/slide" Target="slides/slide281.xml"/><Relationship Id="rId503" Type="http://schemas.openxmlformats.org/officeDocument/2006/relationships/slide" Target="slides/slide502.xml"/><Relationship Id="rId587" Type="http://schemas.openxmlformats.org/officeDocument/2006/relationships/slide" Target="slides/slide586.xml"/><Relationship Id="rId710" Type="http://schemas.openxmlformats.org/officeDocument/2006/relationships/slide" Target="slides/slide709.xml"/><Relationship Id="rId808" Type="http://schemas.openxmlformats.org/officeDocument/2006/relationships/slide" Target="slides/slide80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447" Type="http://schemas.openxmlformats.org/officeDocument/2006/relationships/slide" Target="slides/slide446.xml"/><Relationship Id="rId794" Type="http://schemas.openxmlformats.org/officeDocument/2006/relationships/slide" Target="slides/slide793.xml"/><Relationship Id="rId654" Type="http://schemas.openxmlformats.org/officeDocument/2006/relationships/slide" Target="slides/slide653.xml"/><Relationship Id="rId861" Type="http://schemas.openxmlformats.org/officeDocument/2006/relationships/slide" Target="slides/slide860.xml"/><Relationship Id="rId959" Type="http://schemas.openxmlformats.org/officeDocument/2006/relationships/slide" Target="slides/slide958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514" Type="http://schemas.openxmlformats.org/officeDocument/2006/relationships/slide" Target="slides/slide513.xml"/><Relationship Id="rId721" Type="http://schemas.openxmlformats.org/officeDocument/2006/relationships/slide" Target="slides/slide720.xml"/><Relationship Id="rId88" Type="http://schemas.openxmlformats.org/officeDocument/2006/relationships/slide" Target="slides/slide87.xml"/><Relationship Id="rId153" Type="http://schemas.openxmlformats.org/officeDocument/2006/relationships/slide" Target="slides/slide152.xml"/><Relationship Id="rId360" Type="http://schemas.openxmlformats.org/officeDocument/2006/relationships/slide" Target="slides/slide359.xml"/><Relationship Id="rId598" Type="http://schemas.openxmlformats.org/officeDocument/2006/relationships/slide" Target="slides/slide597.xml"/><Relationship Id="rId819" Type="http://schemas.openxmlformats.org/officeDocument/2006/relationships/slide" Target="slides/slide818.xml"/><Relationship Id="rId1004" Type="http://schemas.openxmlformats.org/officeDocument/2006/relationships/slide" Target="slides/slide1003.xml"/><Relationship Id="rId220" Type="http://schemas.openxmlformats.org/officeDocument/2006/relationships/slide" Target="slides/slide219.xml"/><Relationship Id="rId458" Type="http://schemas.openxmlformats.org/officeDocument/2006/relationships/slide" Target="slides/slide457.xml"/><Relationship Id="rId665" Type="http://schemas.openxmlformats.org/officeDocument/2006/relationships/slide" Target="slides/slide664.xml"/><Relationship Id="rId872" Type="http://schemas.openxmlformats.org/officeDocument/2006/relationships/slide" Target="slides/slide871.xml"/><Relationship Id="rId15" Type="http://schemas.openxmlformats.org/officeDocument/2006/relationships/slide" Target="slides/slide14.xml"/><Relationship Id="rId318" Type="http://schemas.openxmlformats.org/officeDocument/2006/relationships/slide" Target="slides/slide317.xml"/><Relationship Id="rId525" Type="http://schemas.openxmlformats.org/officeDocument/2006/relationships/slide" Target="slides/slide524.xml"/><Relationship Id="rId732" Type="http://schemas.openxmlformats.org/officeDocument/2006/relationships/slide" Target="slides/slide731.xml"/><Relationship Id="rId99" Type="http://schemas.openxmlformats.org/officeDocument/2006/relationships/slide" Target="slides/slide98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1015" Type="http://schemas.openxmlformats.org/officeDocument/2006/relationships/slide" Target="slides/slide1014.xml"/><Relationship Id="rId469" Type="http://schemas.openxmlformats.org/officeDocument/2006/relationships/slide" Target="slides/slide468.xml"/><Relationship Id="rId676" Type="http://schemas.openxmlformats.org/officeDocument/2006/relationships/slide" Target="slides/slide675.xml"/><Relationship Id="rId883" Type="http://schemas.openxmlformats.org/officeDocument/2006/relationships/slide" Target="slides/slide882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329" Type="http://schemas.openxmlformats.org/officeDocument/2006/relationships/slide" Target="slides/slide328.xml"/><Relationship Id="rId536" Type="http://schemas.openxmlformats.org/officeDocument/2006/relationships/slide" Target="slides/slide535.xml"/><Relationship Id="rId175" Type="http://schemas.openxmlformats.org/officeDocument/2006/relationships/slide" Target="slides/slide174.xml"/><Relationship Id="rId743" Type="http://schemas.openxmlformats.org/officeDocument/2006/relationships/slide" Target="slides/slide742.xml"/><Relationship Id="rId950" Type="http://schemas.openxmlformats.org/officeDocument/2006/relationships/slide" Target="slides/slide949.xml"/><Relationship Id="rId1026" Type="http://schemas.openxmlformats.org/officeDocument/2006/relationships/slide" Target="slides/slide1025.xml"/><Relationship Id="rId382" Type="http://schemas.openxmlformats.org/officeDocument/2006/relationships/slide" Target="slides/slide381.xml"/><Relationship Id="rId603" Type="http://schemas.openxmlformats.org/officeDocument/2006/relationships/slide" Target="slides/slide602.xml"/><Relationship Id="rId687" Type="http://schemas.openxmlformats.org/officeDocument/2006/relationships/slide" Target="slides/slide686.xml"/><Relationship Id="rId810" Type="http://schemas.openxmlformats.org/officeDocument/2006/relationships/slide" Target="slides/slide809.xml"/><Relationship Id="rId908" Type="http://schemas.openxmlformats.org/officeDocument/2006/relationships/slide" Target="slides/slide907.xml"/><Relationship Id="rId242" Type="http://schemas.openxmlformats.org/officeDocument/2006/relationships/slide" Target="slides/slide241.xml"/><Relationship Id="rId894" Type="http://schemas.openxmlformats.org/officeDocument/2006/relationships/slide" Target="slides/slide893.xml"/><Relationship Id="rId37" Type="http://schemas.openxmlformats.org/officeDocument/2006/relationships/slide" Target="slides/slide36.xml"/><Relationship Id="rId102" Type="http://schemas.openxmlformats.org/officeDocument/2006/relationships/slide" Target="slides/slide101.xml"/><Relationship Id="rId547" Type="http://schemas.openxmlformats.org/officeDocument/2006/relationships/slide" Target="slides/slide546.xml"/><Relationship Id="rId754" Type="http://schemas.openxmlformats.org/officeDocument/2006/relationships/slide" Target="slides/slide753.xml"/><Relationship Id="rId961" Type="http://schemas.openxmlformats.org/officeDocument/2006/relationships/slide" Target="slides/slide960.xml"/><Relationship Id="rId90" Type="http://schemas.openxmlformats.org/officeDocument/2006/relationships/slide" Target="slides/slide89.xml"/><Relationship Id="rId186" Type="http://schemas.openxmlformats.org/officeDocument/2006/relationships/slide" Target="slides/slide185.xml"/><Relationship Id="rId393" Type="http://schemas.openxmlformats.org/officeDocument/2006/relationships/slide" Target="slides/slide392.xml"/><Relationship Id="rId407" Type="http://schemas.openxmlformats.org/officeDocument/2006/relationships/slide" Target="slides/slide406.xml"/><Relationship Id="rId614" Type="http://schemas.openxmlformats.org/officeDocument/2006/relationships/slide" Target="slides/slide613.xml"/><Relationship Id="rId821" Type="http://schemas.openxmlformats.org/officeDocument/2006/relationships/slide" Target="slides/slide820.xml"/><Relationship Id="rId1037" Type="http://schemas.openxmlformats.org/officeDocument/2006/relationships/slide" Target="slides/slide1036.xml"/><Relationship Id="rId253" Type="http://schemas.openxmlformats.org/officeDocument/2006/relationships/slide" Target="slides/slide252.xml"/><Relationship Id="rId460" Type="http://schemas.openxmlformats.org/officeDocument/2006/relationships/slide" Target="slides/slide459.xml"/><Relationship Id="rId698" Type="http://schemas.openxmlformats.org/officeDocument/2006/relationships/slide" Target="slides/slide697.xml"/><Relationship Id="rId919" Type="http://schemas.openxmlformats.org/officeDocument/2006/relationships/slide" Target="slides/slide918.xml"/><Relationship Id="rId48" Type="http://schemas.openxmlformats.org/officeDocument/2006/relationships/slide" Target="slides/slide47.xml"/><Relationship Id="rId113" Type="http://schemas.openxmlformats.org/officeDocument/2006/relationships/slide" Target="slides/slide112.xml"/><Relationship Id="rId320" Type="http://schemas.openxmlformats.org/officeDocument/2006/relationships/slide" Target="slides/slide319.xml"/><Relationship Id="rId558" Type="http://schemas.openxmlformats.org/officeDocument/2006/relationships/slide" Target="slides/slide557.xml"/><Relationship Id="rId765" Type="http://schemas.openxmlformats.org/officeDocument/2006/relationships/slide" Target="slides/slide764.xml"/><Relationship Id="rId972" Type="http://schemas.openxmlformats.org/officeDocument/2006/relationships/slide" Target="slides/slide971.xml"/><Relationship Id="rId197" Type="http://schemas.openxmlformats.org/officeDocument/2006/relationships/slide" Target="slides/slide196.xml"/><Relationship Id="rId418" Type="http://schemas.openxmlformats.org/officeDocument/2006/relationships/slide" Target="slides/slide417.xml"/><Relationship Id="rId625" Type="http://schemas.openxmlformats.org/officeDocument/2006/relationships/slide" Target="slides/slide624.xml"/><Relationship Id="rId832" Type="http://schemas.openxmlformats.org/officeDocument/2006/relationships/slide" Target="slides/slide831.xml"/><Relationship Id="rId1048" Type="http://schemas.openxmlformats.org/officeDocument/2006/relationships/slide" Target="slides/slide1047.xml"/><Relationship Id="rId264" Type="http://schemas.openxmlformats.org/officeDocument/2006/relationships/slide" Target="slides/slide263.xml"/><Relationship Id="rId471" Type="http://schemas.openxmlformats.org/officeDocument/2006/relationships/slide" Target="slides/slide470.xml"/><Relationship Id="rId59" Type="http://schemas.openxmlformats.org/officeDocument/2006/relationships/slide" Target="slides/slide58.xml"/><Relationship Id="rId124" Type="http://schemas.openxmlformats.org/officeDocument/2006/relationships/slide" Target="slides/slide123.xml"/><Relationship Id="rId569" Type="http://schemas.openxmlformats.org/officeDocument/2006/relationships/slide" Target="slides/slide568.xml"/><Relationship Id="rId776" Type="http://schemas.openxmlformats.org/officeDocument/2006/relationships/slide" Target="slides/slide775.xml"/><Relationship Id="rId983" Type="http://schemas.openxmlformats.org/officeDocument/2006/relationships/slide" Target="slides/slide982.xml"/><Relationship Id="rId331" Type="http://schemas.openxmlformats.org/officeDocument/2006/relationships/slide" Target="slides/slide330.xml"/><Relationship Id="rId429" Type="http://schemas.openxmlformats.org/officeDocument/2006/relationships/slide" Target="slides/slide428.xml"/><Relationship Id="rId636" Type="http://schemas.openxmlformats.org/officeDocument/2006/relationships/slide" Target="slides/slide635.xml"/><Relationship Id="rId1059" Type="http://schemas.openxmlformats.org/officeDocument/2006/relationships/slide" Target="slides/slide1058.xml"/><Relationship Id="rId843" Type="http://schemas.openxmlformats.org/officeDocument/2006/relationships/slide" Target="slides/slide842.xml"/><Relationship Id="rId275" Type="http://schemas.openxmlformats.org/officeDocument/2006/relationships/slide" Target="slides/slide274.xml"/><Relationship Id="rId482" Type="http://schemas.openxmlformats.org/officeDocument/2006/relationships/slide" Target="slides/slide481.xml"/><Relationship Id="rId703" Type="http://schemas.openxmlformats.org/officeDocument/2006/relationships/slide" Target="slides/slide702.xml"/><Relationship Id="rId910" Type="http://schemas.openxmlformats.org/officeDocument/2006/relationships/slide" Target="slides/slide909.xml"/><Relationship Id="rId135" Type="http://schemas.openxmlformats.org/officeDocument/2006/relationships/slide" Target="slides/slide134.xml"/><Relationship Id="rId342" Type="http://schemas.openxmlformats.org/officeDocument/2006/relationships/slide" Target="slides/slide341.xml"/><Relationship Id="rId787" Type="http://schemas.openxmlformats.org/officeDocument/2006/relationships/slide" Target="slides/slide786.xml"/><Relationship Id="rId994" Type="http://schemas.openxmlformats.org/officeDocument/2006/relationships/slide" Target="slides/slide993.xml"/><Relationship Id="rId202" Type="http://schemas.openxmlformats.org/officeDocument/2006/relationships/slide" Target="slides/slide201.xml"/><Relationship Id="rId647" Type="http://schemas.openxmlformats.org/officeDocument/2006/relationships/slide" Target="slides/slide646.xml"/><Relationship Id="rId854" Type="http://schemas.openxmlformats.org/officeDocument/2006/relationships/slide" Target="slides/slide853.xml"/><Relationship Id="rId286" Type="http://schemas.openxmlformats.org/officeDocument/2006/relationships/slide" Target="slides/slide285.xml"/><Relationship Id="rId493" Type="http://schemas.openxmlformats.org/officeDocument/2006/relationships/slide" Target="slides/slide492.xml"/><Relationship Id="rId507" Type="http://schemas.openxmlformats.org/officeDocument/2006/relationships/slide" Target="slides/slide506.xml"/><Relationship Id="rId714" Type="http://schemas.openxmlformats.org/officeDocument/2006/relationships/slide" Target="slides/slide713.xml"/><Relationship Id="rId921" Type="http://schemas.openxmlformats.org/officeDocument/2006/relationships/slide" Target="slides/slide920.xml"/><Relationship Id="rId50" Type="http://schemas.openxmlformats.org/officeDocument/2006/relationships/slide" Target="slides/slide49.xml"/><Relationship Id="rId146" Type="http://schemas.openxmlformats.org/officeDocument/2006/relationships/slide" Target="slides/slide145.xml"/><Relationship Id="rId353" Type="http://schemas.openxmlformats.org/officeDocument/2006/relationships/slide" Target="slides/slide352.xml"/><Relationship Id="rId560" Type="http://schemas.openxmlformats.org/officeDocument/2006/relationships/slide" Target="slides/slide559.xml"/><Relationship Id="rId798" Type="http://schemas.openxmlformats.org/officeDocument/2006/relationships/slide" Target="slides/slide797.xml"/><Relationship Id="rId213" Type="http://schemas.openxmlformats.org/officeDocument/2006/relationships/slide" Target="slides/slide212.xml"/><Relationship Id="rId420" Type="http://schemas.openxmlformats.org/officeDocument/2006/relationships/slide" Target="slides/slide419.xml"/><Relationship Id="rId658" Type="http://schemas.openxmlformats.org/officeDocument/2006/relationships/slide" Target="slides/slide657.xml"/><Relationship Id="rId865" Type="http://schemas.openxmlformats.org/officeDocument/2006/relationships/slide" Target="slides/slide864.xml"/><Relationship Id="rId1050" Type="http://schemas.openxmlformats.org/officeDocument/2006/relationships/slide" Target="slides/slide1049.xml"/><Relationship Id="rId297" Type="http://schemas.openxmlformats.org/officeDocument/2006/relationships/slide" Target="slides/slide296.xml"/><Relationship Id="rId518" Type="http://schemas.openxmlformats.org/officeDocument/2006/relationships/slide" Target="slides/slide517.xml"/><Relationship Id="rId725" Type="http://schemas.openxmlformats.org/officeDocument/2006/relationships/slide" Target="slides/slide724.xml"/><Relationship Id="rId932" Type="http://schemas.openxmlformats.org/officeDocument/2006/relationships/slide" Target="slides/slide931.xml"/><Relationship Id="rId157" Type="http://schemas.openxmlformats.org/officeDocument/2006/relationships/slide" Target="slides/slide156.xml"/><Relationship Id="rId364" Type="http://schemas.openxmlformats.org/officeDocument/2006/relationships/slide" Target="slides/slide363.xml"/><Relationship Id="rId1008" Type="http://schemas.openxmlformats.org/officeDocument/2006/relationships/slide" Target="slides/slide1007.xml"/><Relationship Id="rId61" Type="http://schemas.openxmlformats.org/officeDocument/2006/relationships/slide" Target="slides/slide60.xml"/><Relationship Id="rId571" Type="http://schemas.openxmlformats.org/officeDocument/2006/relationships/slide" Target="slides/slide570.xml"/><Relationship Id="rId669" Type="http://schemas.openxmlformats.org/officeDocument/2006/relationships/slide" Target="slides/slide668.xml"/><Relationship Id="rId876" Type="http://schemas.openxmlformats.org/officeDocument/2006/relationships/slide" Target="slides/slide875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431" Type="http://schemas.openxmlformats.org/officeDocument/2006/relationships/slide" Target="slides/slide430.xml"/><Relationship Id="rId529" Type="http://schemas.openxmlformats.org/officeDocument/2006/relationships/slide" Target="slides/slide528.xml"/><Relationship Id="rId736" Type="http://schemas.openxmlformats.org/officeDocument/2006/relationships/slide" Target="slides/slide735.xml"/><Relationship Id="rId1061" Type="http://schemas.openxmlformats.org/officeDocument/2006/relationships/slide" Target="slides/slide1060.xml"/><Relationship Id="rId168" Type="http://schemas.openxmlformats.org/officeDocument/2006/relationships/slide" Target="slides/slide167.xml"/><Relationship Id="rId943" Type="http://schemas.openxmlformats.org/officeDocument/2006/relationships/slide" Target="slides/slide942.xml"/><Relationship Id="rId1019" Type="http://schemas.openxmlformats.org/officeDocument/2006/relationships/slide" Target="slides/slide1018.xml"/><Relationship Id="rId72" Type="http://schemas.openxmlformats.org/officeDocument/2006/relationships/slide" Target="slides/slide71.xml"/><Relationship Id="rId375" Type="http://schemas.openxmlformats.org/officeDocument/2006/relationships/slide" Target="slides/slide374.xml"/><Relationship Id="rId582" Type="http://schemas.openxmlformats.org/officeDocument/2006/relationships/slide" Target="slides/slide581.xml"/><Relationship Id="rId803" Type="http://schemas.openxmlformats.org/officeDocument/2006/relationships/slide" Target="slides/slide802.xml"/><Relationship Id="rId3" Type="http://schemas.openxmlformats.org/officeDocument/2006/relationships/slide" Target="slides/slide2.xml"/><Relationship Id="rId235" Type="http://schemas.openxmlformats.org/officeDocument/2006/relationships/slide" Target="slides/slide234.xml"/><Relationship Id="rId442" Type="http://schemas.openxmlformats.org/officeDocument/2006/relationships/slide" Target="slides/slide441.xml"/><Relationship Id="rId887" Type="http://schemas.openxmlformats.org/officeDocument/2006/relationships/slide" Target="slides/slide886.xml"/><Relationship Id="rId1072" Type="http://schemas.openxmlformats.org/officeDocument/2006/relationships/viewProps" Target="viewProps.xml"/><Relationship Id="rId302" Type="http://schemas.openxmlformats.org/officeDocument/2006/relationships/slide" Target="slides/slide301.xml"/><Relationship Id="rId747" Type="http://schemas.openxmlformats.org/officeDocument/2006/relationships/slide" Target="slides/slide746.xml"/><Relationship Id="rId954" Type="http://schemas.openxmlformats.org/officeDocument/2006/relationships/slide" Target="slides/slide953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86" Type="http://schemas.openxmlformats.org/officeDocument/2006/relationships/slide" Target="slides/slide385.xml"/><Relationship Id="rId593" Type="http://schemas.openxmlformats.org/officeDocument/2006/relationships/slide" Target="slides/slide592.xml"/><Relationship Id="rId607" Type="http://schemas.openxmlformats.org/officeDocument/2006/relationships/slide" Target="slides/slide606.xml"/><Relationship Id="rId814" Type="http://schemas.openxmlformats.org/officeDocument/2006/relationships/slide" Target="slides/slide813.xml"/><Relationship Id="rId246" Type="http://schemas.openxmlformats.org/officeDocument/2006/relationships/slide" Target="slides/slide245.xml"/><Relationship Id="rId453" Type="http://schemas.openxmlformats.org/officeDocument/2006/relationships/slide" Target="slides/slide452.xml"/><Relationship Id="rId660" Type="http://schemas.openxmlformats.org/officeDocument/2006/relationships/slide" Target="slides/slide659.xml"/><Relationship Id="rId898" Type="http://schemas.openxmlformats.org/officeDocument/2006/relationships/slide" Target="slides/slide897.xml"/><Relationship Id="rId106" Type="http://schemas.openxmlformats.org/officeDocument/2006/relationships/slide" Target="slides/slide105.xml"/><Relationship Id="rId313" Type="http://schemas.openxmlformats.org/officeDocument/2006/relationships/slide" Target="slides/slide312.xml"/><Relationship Id="rId758" Type="http://schemas.openxmlformats.org/officeDocument/2006/relationships/slide" Target="slides/slide757.xml"/><Relationship Id="rId965" Type="http://schemas.openxmlformats.org/officeDocument/2006/relationships/slide" Target="slides/slide964.xml"/><Relationship Id="rId10" Type="http://schemas.openxmlformats.org/officeDocument/2006/relationships/slide" Target="slides/slide9.xml"/><Relationship Id="rId94" Type="http://schemas.openxmlformats.org/officeDocument/2006/relationships/slide" Target="slides/slide93.xml"/><Relationship Id="rId397" Type="http://schemas.openxmlformats.org/officeDocument/2006/relationships/slide" Target="slides/slide396.xml"/><Relationship Id="rId520" Type="http://schemas.openxmlformats.org/officeDocument/2006/relationships/slide" Target="slides/slide519.xml"/><Relationship Id="rId618" Type="http://schemas.openxmlformats.org/officeDocument/2006/relationships/slide" Target="slides/slide617.xml"/><Relationship Id="rId825" Type="http://schemas.openxmlformats.org/officeDocument/2006/relationships/slide" Target="slides/slide824.xml"/><Relationship Id="rId257" Type="http://schemas.openxmlformats.org/officeDocument/2006/relationships/slide" Target="slides/slide256.xml"/><Relationship Id="rId464" Type="http://schemas.openxmlformats.org/officeDocument/2006/relationships/slide" Target="slides/slide463.xml"/><Relationship Id="rId1010" Type="http://schemas.openxmlformats.org/officeDocument/2006/relationships/slide" Target="slides/slide1009.xml"/><Relationship Id="rId117" Type="http://schemas.openxmlformats.org/officeDocument/2006/relationships/slide" Target="slides/slide116.xml"/><Relationship Id="rId671" Type="http://schemas.openxmlformats.org/officeDocument/2006/relationships/slide" Target="slides/slide670.xml"/><Relationship Id="rId769" Type="http://schemas.openxmlformats.org/officeDocument/2006/relationships/slide" Target="slides/slide768.xml"/><Relationship Id="rId976" Type="http://schemas.openxmlformats.org/officeDocument/2006/relationships/slide" Target="slides/slide975.xml"/><Relationship Id="rId324" Type="http://schemas.openxmlformats.org/officeDocument/2006/relationships/slide" Target="slides/slide323.xml"/><Relationship Id="rId531" Type="http://schemas.openxmlformats.org/officeDocument/2006/relationships/slide" Target="slides/slide530.xml"/><Relationship Id="rId629" Type="http://schemas.openxmlformats.org/officeDocument/2006/relationships/slide" Target="slides/slide628.xml"/><Relationship Id="rId836" Type="http://schemas.openxmlformats.org/officeDocument/2006/relationships/slide" Target="slides/slide835.xml"/><Relationship Id="rId1021" Type="http://schemas.openxmlformats.org/officeDocument/2006/relationships/slide" Target="slides/slide1020.xml"/><Relationship Id="rId903" Type="http://schemas.openxmlformats.org/officeDocument/2006/relationships/slide" Target="slides/slide902.xml"/><Relationship Id="rId32" Type="http://schemas.openxmlformats.org/officeDocument/2006/relationships/slide" Target="slides/slide31.xml"/><Relationship Id="rId181" Type="http://schemas.openxmlformats.org/officeDocument/2006/relationships/slide" Target="slides/slide180.xml"/><Relationship Id="rId279" Type="http://schemas.openxmlformats.org/officeDocument/2006/relationships/slide" Target="slides/slide278.xml"/><Relationship Id="rId486" Type="http://schemas.openxmlformats.org/officeDocument/2006/relationships/slide" Target="slides/slide485.xml"/><Relationship Id="rId693" Type="http://schemas.openxmlformats.org/officeDocument/2006/relationships/slide" Target="slides/slide692.xml"/><Relationship Id="rId139" Type="http://schemas.openxmlformats.org/officeDocument/2006/relationships/slide" Target="slides/slide138.xml"/><Relationship Id="rId346" Type="http://schemas.openxmlformats.org/officeDocument/2006/relationships/slide" Target="slides/slide345.xml"/><Relationship Id="rId553" Type="http://schemas.openxmlformats.org/officeDocument/2006/relationships/slide" Target="slides/slide552.xml"/><Relationship Id="rId760" Type="http://schemas.openxmlformats.org/officeDocument/2006/relationships/slide" Target="slides/slide759.xml"/><Relationship Id="rId998" Type="http://schemas.openxmlformats.org/officeDocument/2006/relationships/slide" Target="slides/slide997.xml"/><Relationship Id="rId206" Type="http://schemas.openxmlformats.org/officeDocument/2006/relationships/slide" Target="slides/slide205.xml"/><Relationship Id="rId413" Type="http://schemas.openxmlformats.org/officeDocument/2006/relationships/slide" Target="slides/slide412.xml"/><Relationship Id="rId858" Type="http://schemas.openxmlformats.org/officeDocument/2006/relationships/slide" Target="slides/slide857.xml"/><Relationship Id="rId1043" Type="http://schemas.openxmlformats.org/officeDocument/2006/relationships/slide" Target="slides/slide1042.xml"/><Relationship Id="rId620" Type="http://schemas.openxmlformats.org/officeDocument/2006/relationships/slide" Target="slides/slide619.xml"/><Relationship Id="rId718" Type="http://schemas.openxmlformats.org/officeDocument/2006/relationships/slide" Target="slides/slide717.xml"/><Relationship Id="rId925" Type="http://schemas.openxmlformats.org/officeDocument/2006/relationships/slide" Target="slides/slide924.xml"/><Relationship Id="rId54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arida Silva" userId="wP0mEBO7ODMfIiyGpxn8Z5NNtlUavXBWrv+FWDvzhHk=" providerId="None" clId="Web-{D26DA4FB-7E1A-4294-9C7E-154B800E6FA0}"/>
    <pc:docChg chg="addSld delSld modSld modSection">
      <pc:chgData name="Margarida Silva" userId="wP0mEBO7ODMfIiyGpxn8Z5NNtlUavXBWrv+FWDvzhHk=" providerId="None" clId="Web-{D26DA4FB-7E1A-4294-9C7E-154B800E6FA0}" dt="2025-09-09T23:01:14.054" v="3"/>
      <pc:docMkLst>
        <pc:docMk/>
      </pc:docMkLst>
      <pc:sldChg chg="modSp">
        <pc:chgData name="Margarida Silva" userId="wP0mEBO7ODMfIiyGpxn8Z5NNtlUavXBWrv+FWDvzhHk=" providerId="None" clId="Web-{D26DA4FB-7E1A-4294-9C7E-154B800E6FA0}" dt="2025-09-09T22:59:37.833" v="1" actId="1076"/>
        <pc:sldMkLst>
          <pc:docMk/>
          <pc:sldMk cId="1374286483" sldId="1164"/>
        </pc:sldMkLst>
        <pc:spChg chg="mod">
          <ac:chgData name="Margarida Silva" userId="wP0mEBO7ODMfIiyGpxn8Z5NNtlUavXBWrv+FWDvzhHk=" providerId="None" clId="Web-{D26DA4FB-7E1A-4294-9C7E-154B800E6FA0}" dt="2025-09-09T22:59:37.833" v="1" actId="1076"/>
          <ac:spMkLst>
            <pc:docMk/>
            <pc:sldMk cId="1374286483" sldId="1164"/>
            <ac:spMk id="2" creationId="{905B8410-BE44-4D6A-B5C5-1E1D4466C071}"/>
          </ac:spMkLst>
        </pc:spChg>
      </pc:sldChg>
      <pc:sldChg chg="new del">
        <pc:chgData name="Margarida Silva" userId="wP0mEBO7ODMfIiyGpxn8Z5NNtlUavXBWrv+FWDvzhHk=" providerId="None" clId="Web-{D26DA4FB-7E1A-4294-9C7E-154B800E6FA0}" dt="2025-09-09T23:01:14.054" v="3"/>
        <pc:sldMkLst>
          <pc:docMk/>
          <pc:sldMk cId="1350966853" sldId="143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F9D2E-D4E5-4EEB-9CE5-8B64E6947C42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3F01C-FC01-423F-B1E7-C20E185B127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70423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https://www.vitaminac.pt/a-festa-da-musica-2/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5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77894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https://www.youtube.com/watch?v=WjEBNwyKG0Y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10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57091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http://aveiro.cne-escutismo.pt/mariamar-acreditar/media/musicas/01_acreditar.mp3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23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0884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Na </a:t>
            </a:r>
            <a:r>
              <a:rPr lang="pt-PT" dirty="0" err="1"/>
              <a:t>dropbox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499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7380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https://www.letras.com/andre-thiago-arrais/nunca-mais/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540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872452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789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607875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794B-E8CB-4937-8E09-D61671DD20E0}" type="slidenum">
              <a:rPr lang="pt-PT" smtClean="0"/>
              <a:t>833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236575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794B-E8CB-4937-8E09-D61671DD20E0}" type="slidenum">
              <a:rPr lang="pt-PT" smtClean="0"/>
              <a:t>835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124533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794B-E8CB-4937-8E09-D61671DD20E0}" type="slidenum">
              <a:rPr lang="pt-PT" smtClean="0"/>
              <a:t>837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978345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794B-E8CB-4937-8E09-D61671DD20E0}" type="slidenum">
              <a:rPr lang="pt-PT" smtClean="0"/>
              <a:t>839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357234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https://cantaecaminha.pt/index.php/canticos/19-vinde-louvar-o-senhor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935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71676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968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946462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https://vitaminac.pt/aleluia16-a-palavra-e-deus-em-nos/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3F01C-FC01-423F-B1E7-C20E185B127D}" type="slidenum">
              <a:rPr lang="pt-PT" smtClean="0"/>
              <a:t>1004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86359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6289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73071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15599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960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17648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26124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6073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85814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 dirty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7293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9764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53683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F9AB87-6D67-4AD0-BA42-0CDDA396943B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0479E-6FC6-432A-8C63-E261C983536A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94924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8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8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8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9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9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0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pic>
        <p:nvPicPr>
          <p:cNvPr id="3" name="Imagem 2" descr="Uma imagem com texto&#10;&#10;Descrição gerada automaticamente">
            <a:extLst>
              <a:ext uri="{FF2B5EF4-FFF2-40B4-BE49-F238E27FC236}">
                <a16:creationId xmlns:a16="http://schemas.microsoft.com/office/drawing/2014/main" id="{A97C292C-4D4A-42F6-8D36-B6E2D9A7A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2948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4">
            <a:extLst>
              <a:ext uri="{FF2B5EF4-FFF2-40B4-BE49-F238E27FC236}">
                <a16:creationId xmlns:a16="http://schemas.microsoft.com/office/drawing/2014/main" id="{E559D998-AB6C-46E1-B394-118E9A1E2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Imagem 4" descr="Uma imagem com texto&#10;&#10;Descrição gerada automaticamente">
            <a:extLst>
              <a:ext uri="{FF2B5EF4-FFF2-40B4-BE49-F238E27FC236}">
                <a16:creationId xmlns:a16="http://schemas.microsoft.com/office/drawing/2014/main" id="{5E5D6482-7D02-4B99-B4A7-ABDFF8ECC54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" b="-2"/>
          <a:stretch/>
        </p:blipFill>
        <p:spPr>
          <a:xfrm>
            <a:off x="20" y="10"/>
            <a:ext cx="9143980" cy="6865943"/>
          </a:xfrm>
          <a:custGeom>
            <a:avLst/>
            <a:gdLst/>
            <a:ahLst/>
            <a:cxnLst/>
            <a:rect l="l" t="t" r="r" b="b"/>
            <a:pathLst>
              <a:path w="12192000" h="6857681">
                <a:moveTo>
                  <a:pt x="0" y="0"/>
                </a:moveTo>
                <a:lnTo>
                  <a:pt x="6033794" y="0"/>
                </a:lnTo>
                <a:lnTo>
                  <a:pt x="6104632" y="17448"/>
                </a:lnTo>
                <a:cubicBezTo>
                  <a:pt x="6167597" y="23966"/>
                  <a:pt x="6148747" y="27214"/>
                  <a:pt x="6198111" y="26888"/>
                </a:cubicBezTo>
                <a:cubicBezTo>
                  <a:pt x="6203032" y="26525"/>
                  <a:pt x="6212450" y="35708"/>
                  <a:pt x="6231511" y="33431"/>
                </a:cubicBezTo>
                <a:cubicBezTo>
                  <a:pt x="6261681" y="37362"/>
                  <a:pt x="6245025" y="48416"/>
                  <a:pt x="6283668" y="52056"/>
                </a:cubicBezTo>
                <a:cubicBezTo>
                  <a:pt x="6280095" y="55478"/>
                  <a:pt x="6317954" y="53783"/>
                  <a:pt x="6321602" y="65933"/>
                </a:cubicBezTo>
                <a:cubicBezTo>
                  <a:pt x="6338020" y="69803"/>
                  <a:pt x="6363241" y="73066"/>
                  <a:pt x="6382175" y="75274"/>
                </a:cubicBezTo>
                <a:cubicBezTo>
                  <a:pt x="6410543" y="81224"/>
                  <a:pt x="6424665" y="87641"/>
                  <a:pt x="6428857" y="91880"/>
                </a:cubicBezTo>
                <a:cubicBezTo>
                  <a:pt x="6457257" y="98611"/>
                  <a:pt x="6454186" y="99822"/>
                  <a:pt x="6491478" y="114104"/>
                </a:cubicBezTo>
                <a:cubicBezTo>
                  <a:pt x="6513363" y="108974"/>
                  <a:pt x="6532168" y="120070"/>
                  <a:pt x="6541328" y="130204"/>
                </a:cubicBezTo>
                <a:cubicBezTo>
                  <a:pt x="6566101" y="139804"/>
                  <a:pt x="6619910" y="162727"/>
                  <a:pt x="6655300" y="165762"/>
                </a:cubicBezTo>
                <a:cubicBezTo>
                  <a:pt x="6709422" y="165032"/>
                  <a:pt x="6694278" y="176304"/>
                  <a:pt x="6718357" y="184874"/>
                </a:cubicBezTo>
                <a:cubicBezTo>
                  <a:pt x="6737101" y="195527"/>
                  <a:pt x="6734493" y="186329"/>
                  <a:pt x="6754054" y="199796"/>
                </a:cubicBezTo>
                <a:lnTo>
                  <a:pt x="6790284" y="215417"/>
                </a:lnTo>
                <a:lnTo>
                  <a:pt x="6833979" y="239878"/>
                </a:lnTo>
                <a:lnTo>
                  <a:pt x="6843981" y="246602"/>
                </a:lnTo>
                <a:cubicBezTo>
                  <a:pt x="6849111" y="246626"/>
                  <a:pt x="6852366" y="247045"/>
                  <a:pt x="6854445" y="247782"/>
                </a:cubicBezTo>
                <a:cubicBezTo>
                  <a:pt x="6854496" y="247881"/>
                  <a:pt x="6854549" y="247980"/>
                  <a:pt x="6854600" y="248079"/>
                </a:cubicBezTo>
                <a:lnTo>
                  <a:pt x="6869364" y="251040"/>
                </a:lnTo>
                <a:cubicBezTo>
                  <a:pt x="6886479" y="251404"/>
                  <a:pt x="6920818" y="277370"/>
                  <a:pt x="6937072" y="276678"/>
                </a:cubicBezTo>
                <a:cubicBezTo>
                  <a:pt x="6944247" y="293133"/>
                  <a:pt x="6941053" y="265766"/>
                  <a:pt x="6968404" y="280704"/>
                </a:cubicBezTo>
                <a:cubicBezTo>
                  <a:pt x="6980596" y="282696"/>
                  <a:pt x="6985722" y="284716"/>
                  <a:pt x="6995938" y="286247"/>
                </a:cubicBezTo>
                <a:cubicBezTo>
                  <a:pt x="6996079" y="286667"/>
                  <a:pt x="7029560" y="289467"/>
                  <a:pt x="7029701" y="289887"/>
                </a:cubicBezTo>
                <a:lnTo>
                  <a:pt x="7054104" y="293980"/>
                </a:lnTo>
                <a:lnTo>
                  <a:pt x="7059678" y="296051"/>
                </a:lnTo>
                <a:lnTo>
                  <a:pt x="7092167" y="292851"/>
                </a:lnTo>
                <a:lnTo>
                  <a:pt x="7108387" y="292672"/>
                </a:lnTo>
                <a:lnTo>
                  <a:pt x="7114139" y="289579"/>
                </a:lnTo>
                <a:cubicBezTo>
                  <a:pt x="7119705" y="287930"/>
                  <a:pt x="7126840" y="287741"/>
                  <a:pt x="7137488" y="290860"/>
                </a:cubicBezTo>
                <a:lnTo>
                  <a:pt x="7139729" y="292153"/>
                </a:lnTo>
                <a:lnTo>
                  <a:pt x="7172532" y="286561"/>
                </a:lnTo>
                <a:cubicBezTo>
                  <a:pt x="7179544" y="284784"/>
                  <a:pt x="7207552" y="294171"/>
                  <a:pt x="7213458" y="290616"/>
                </a:cubicBezTo>
                <a:cubicBezTo>
                  <a:pt x="7269364" y="295457"/>
                  <a:pt x="7303569" y="278925"/>
                  <a:pt x="7371827" y="290351"/>
                </a:cubicBezTo>
                <a:cubicBezTo>
                  <a:pt x="7417519" y="294938"/>
                  <a:pt x="7443196" y="294841"/>
                  <a:pt x="7472683" y="298450"/>
                </a:cubicBezTo>
                <a:cubicBezTo>
                  <a:pt x="7502170" y="302059"/>
                  <a:pt x="7529752" y="308462"/>
                  <a:pt x="7548749" y="312007"/>
                </a:cubicBezTo>
                <a:cubicBezTo>
                  <a:pt x="7567746" y="315552"/>
                  <a:pt x="7562619" y="317217"/>
                  <a:pt x="7586664" y="319723"/>
                </a:cubicBezTo>
                <a:cubicBezTo>
                  <a:pt x="7610709" y="322229"/>
                  <a:pt x="7669675" y="320322"/>
                  <a:pt x="7693021" y="327043"/>
                </a:cubicBezTo>
                <a:cubicBezTo>
                  <a:pt x="7718238" y="326359"/>
                  <a:pt x="7721537" y="337391"/>
                  <a:pt x="7735314" y="336075"/>
                </a:cubicBezTo>
                <a:cubicBezTo>
                  <a:pt x="7806549" y="352546"/>
                  <a:pt x="7865892" y="349618"/>
                  <a:pt x="7952583" y="346950"/>
                </a:cubicBezTo>
                <a:cubicBezTo>
                  <a:pt x="8009730" y="351831"/>
                  <a:pt x="8008698" y="354607"/>
                  <a:pt x="8033745" y="357420"/>
                </a:cubicBezTo>
                <a:cubicBezTo>
                  <a:pt x="8041390" y="360247"/>
                  <a:pt x="8045181" y="350414"/>
                  <a:pt x="8052068" y="354306"/>
                </a:cubicBezTo>
                <a:lnTo>
                  <a:pt x="8087434" y="359505"/>
                </a:lnTo>
                <a:lnTo>
                  <a:pt x="8113399" y="369645"/>
                </a:lnTo>
                <a:lnTo>
                  <a:pt x="8137804" y="376078"/>
                </a:lnTo>
                <a:lnTo>
                  <a:pt x="8167138" y="378809"/>
                </a:lnTo>
                <a:cubicBezTo>
                  <a:pt x="8176124" y="381225"/>
                  <a:pt x="8176713" y="389019"/>
                  <a:pt x="8188557" y="388892"/>
                </a:cubicBezTo>
                <a:cubicBezTo>
                  <a:pt x="8224517" y="394064"/>
                  <a:pt x="8289287" y="398547"/>
                  <a:pt x="8338182" y="404244"/>
                </a:cubicBezTo>
                <a:cubicBezTo>
                  <a:pt x="8362404" y="400849"/>
                  <a:pt x="8397142" y="407351"/>
                  <a:pt x="8407187" y="417040"/>
                </a:cubicBezTo>
                <a:cubicBezTo>
                  <a:pt x="8419182" y="419735"/>
                  <a:pt x="8448098" y="419784"/>
                  <a:pt x="8459765" y="417876"/>
                </a:cubicBezTo>
                <a:cubicBezTo>
                  <a:pt x="8470121" y="418155"/>
                  <a:pt x="8471999" y="421843"/>
                  <a:pt x="8485759" y="423277"/>
                </a:cubicBezTo>
                <a:cubicBezTo>
                  <a:pt x="8500778" y="426656"/>
                  <a:pt x="8533354" y="442668"/>
                  <a:pt x="8547497" y="447675"/>
                </a:cubicBezTo>
                <a:cubicBezTo>
                  <a:pt x="8561640" y="452682"/>
                  <a:pt x="8547256" y="447497"/>
                  <a:pt x="8570615" y="453317"/>
                </a:cubicBezTo>
                <a:cubicBezTo>
                  <a:pt x="8578949" y="455301"/>
                  <a:pt x="8577204" y="463036"/>
                  <a:pt x="8595122" y="466725"/>
                </a:cubicBezTo>
                <a:cubicBezTo>
                  <a:pt x="8613041" y="470415"/>
                  <a:pt x="8653176" y="474680"/>
                  <a:pt x="8678126" y="475454"/>
                </a:cubicBezTo>
                <a:cubicBezTo>
                  <a:pt x="8706000" y="462935"/>
                  <a:pt x="8696233" y="479979"/>
                  <a:pt x="8747203" y="464224"/>
                </a:cubicBezTo>
                <a:cubicBezTo>
                  <a:pt x="8748514" y="466239"/>
                  <a:pt x="8769343" y="465372"/>
                  <a:pt x="8790692" y="466720"/>
                </a:cubicBezTo>
                <a:cubicBezTo>
                  <a:pt x="8812041" y="468068"/>
                  <a:pt x="8857501" y="479363"/>
                  <a:pt x="8875298" y="472310"/>
                </a:cubicBezTo>
                <a:lnTo>
                  <a:pt x="9032306" y="471571"/>
                </a:lnTo>
                <a:lnTo>
                  <a:pt x="9122435" y="483407"/>
                </a:lnTo>
                <a:cubicBezTo>
                  <a:pt x="9153775" y="485302"/>
                  <a:pt x="9159039" y="493942"/>
                  <a:pt x="9179171" y="490552"/>
                </a:cubicBezTo>
                <a:cubicBezTo>
                  <a:pt x="9213108" y="492737"/>
                  <a:pt x="9191622" y="508779"/>
                  <a:pt x="9230778" y="495862"/>
                </a:cubicBezTo>
                <a:cubicBezTo>
                  <a:pt x="9220076" y="509598"/>
                  <a:pt x="9249178" y="492136"/>
                  <a:pt x="9269314" y="503195"/>
                </a:cubicBezTo>
                <a:cubicBezTo>
                  <a:pt x="9297556" y="495041"/>
                  <a:pt x="9326591" y="505312"/>
                  <a:pt x="9343734" y="506508"/>
                </a:cubicBezTo>
                <a:cubicBezTo>
                  <a:pt x="9360877" y="507704"/>
                  <a:pt x="9347612" y="511465"/>
                  <a:pt x="9372172" y="510372"/>
                </a:cubicBezTo>
                <a:lnTo>
                  <a:pt x="9406856" y="515908"/>
                </a:lnTo>
                <a:cubicBezTo>
                  <a:pt x="9405045" y="511337"/>
                  <a:pt x="9410063" y="512684"/>
                  <a:pt x="9423824" y="513399"/>
                </a:cubicBezTo>
                <a:lnTo>
                  <a:pt x="9460782" y="509325"/>
                </a:lnTo>
                <a:lnTo>
                  <a:pt x="9486144" y="513434"/>
                </a:lnTo>
                <a:cubicBezTo>
                  <a:pt x="9489544" y="513295"/>
                  <a:pt x="9513720" y="508821"/>
                  <a:pt x="9513235" y="505310"/>
                </a:cubicBezTo>
                <a:cubicBezTo>
                  <a:pt x="9539685" y="520038"/>
                  <a:pt x="9542332" y="510786"/>
                  <a:pt x="9569455" y="507032"/>
                </a:cubicBezTo>
                <a:cubicBezTo>
                  <a:pt x="9592710" y="508415"/>
                  <a:pt x="9572665" y="508880"/>
                  <a:pt x="9628861" y="510620"/>
                </a:cubicBezTo>
                <a:cubicBezTo>
                  <a:pt x="9650737" y="526789"/>
                  <a:pt x="9635011" y="498901"/>
                  <a:pt x="9677951" y="521543"/>
                </a:cubicBezTo>
                <a:cubicBezTo>
                  <a:pt x="9680053" y="519778"/>
                  <a:pt x="9706563" y="521397"/>
                  <a:pt x="9720438" y="523172"/>
                </a:cubicBezTo>
                <a:cubicBezTo>
                  <a:pt x="9734313" y="524947"/>
                  <a:pt x="9746849" y="522784"/>
                  <a:pt x="9761204" y="532196"/>
                </a:cubicBezTo>
                <a:cubicBezTo>
                  <a:pt x="9771692" y="535091"/>
                  <a:pt x="9752949" y="530854"/>
                  <a:pt x="9785747" y="535781"/>
                </a:cubicBezTo>
                <a:cubicBezTo>
                  <a:pt x="9818545" y="540708"/>
                  <a:pt x="9925449" y="557390"/>
                  <a:pt x="9957993" y="561756"/>
                </a:cubicBezTo>
                <a:cubicBezTo>
                  <a:pt x="9990537" y="566122"/>
                  <a:pt x="9967648" y="568686"/>
                  <a:pt x="9981009" y="569119"/>
                </a:cubicBezTo>
                <a:cubicBezTo>
                  <a:pt x="9994370" y="569552"/>
                  <a:pt x="10023139" y="562486"/>
                  <a:pt x="10038159" y="564356"/>
                </a:cubicBezTo>
                <a:cubicBezTo>
                  <a:pt x="10057015" y="566262"/>
                  <a:pt x="10059811" y="573563"/>
                  <a:pt x="10071129" y="573194"/>
                </a:cubicBezTo>
                <a:cubicBezTo>
                  <a:pt x="10081593" y="562977"/>
                  <a:pt x="10092704" y="563090"/>
                  <a:pt x="10110830" y="569286"/>
                </a:cubicBezTo>
                <a:cubicBezTo>
                  <a:pt x="10144643" y="572070"/>
                  <a:pt x="10144670" y="561560"/>
                  <a:pt x="10177323" y="563075"/>
                </a:cubicBezTo>
                <a:cubicBezTo>
                  <a:pt x="10191652" y="562496"/>
                  <a:pt x="10199318" y="565790"/>
                  <a:pt x="10223224" y="562516"/>
                </a:cubicBezTo>
                <a:cubicBezTo>
                  <a:pt x="10240245" y="563214"/>
                  <a:pt x="10274444" y="564970"/>
                  <a:pt x="10297489" y="554688"/>
                </a:cubicBezTo>
                <a:cubicBezTo>
                  <a:pt x="10322484" y="553379"/>
                  <a:pt x="10304332" y="552915"/>
                  <a:pt x="10331612" y="555505"/>
                </a:cubicBezTo>
                <a:cubicBezTo>
                  <a:pt x="10364938" y="556023"/>
                  <a:pt x="10378810" y="549792"/>
                  <a:pt x="10398068" y="551274"/>
                </a:cubicBezTo>
                <a:cubicBezTo>
                  <a:pt x="10410608" y="547019"/>
                  <a:pt x="10396406" y="552090"/>
                  <a:pt x="10444604" y="546749"/>
                </a:cubicBezTo>
                <a:cubicBezTo>
                  <a:pt x="10463706" y="556208"/>
                  <a:pt x="10480046" y="543272"/>
                  <a:pt x="10496391" y="545310"/>
                </a:cubicBezTo>
                <a:cubicBezTo>
                  <a:pt x="10522313" y="544276"/>
                  <a:pt x="10586025" y="544389"/>
                  <a:pt x="10609659" y="542925"/>
                </a:cubicBezTo>
                <a:cubicBezTo>
                  <a:pt x="10633293" y="541461"/>
                  <a:pt x="10608137" y="539280"/>
                  <a:pt x="10638198" y="536528"/>
                </a:cubicBezTo>
                <a:cubicBezTo>
                  <a:pt x="10693566" y="548777"/>
                  <a:pt x="10724464" y="526732"/>
                  <a:pt x="10780502" y="524034"/>
                </a:cubicBezTo>
                <a:cubicBezTo>
                  <a:pt x="10814519" y="506962"/>
                  <a:pt x="10838626" y="524696"/>
                  <a:pt x="10875821" y="511631"/>
                </a:cubicBezTo>
                <a:cubicBezTo>
                  <a:pt x="10900992" y="507636"/>
                  <a:pt x="10904648" y="511453"/>
                  <a:pt x="10918825" y="509588"/>
                </a:cubicBezTo>
                <a:cubicBezTo>
                  <a:pt x="10933002" y="507723"/>
                  <a:pt x="10948992" y="503227"/>
                  <a:pt x="10960884" y="500440"/>
                </a:cubicBezTo>
                <a:cubicBezTo>
                  <a:pt x="10967249" y="504078"/>
                  <a:pt x="11016720" y="497668"/>
                  <a:pt x="11015578" y="492864"/>
                </a:cubicBezTo>
                <a:cubicBezTo>
                  <a:pt x="11022928" y="494510"/>
                  <a:pt x="11043247" y="500882"/>
                  <a:pt x="11045541" y="493276"/>
                </a:cubicBezTo>
                <a:cubicBezTo>
                  <a:pt x="11083069" y="493195"/>
                  <a:pt x="11104152" y="492128"/>
                  <a:pt x="11136980" y="502266"/>
                </a:cubicBezTo>
                <a:cubicBezTo>
                  <a:pt x="11160311" y="506043"/>
                  <a:pt x="11144016" y="504016"/>
                  <a:pt x="11158537" y="506413"/>
                </a:cubicBezTo>
                <a:cubicBezTo>
                  <a:pt x="11173058" y="508810"/>
                  <a:pt x="11197248" y="504516"/>
                  <a:pt x="11220930" y="503946"/>
                </a:cubicBezTo>
                <a:cubicBezTo>
                  <a:pt x="11244941" y="504078"/>
                  <a:pt x="11272916" y="508160"/>
                  <a:pt x="11290697" y="509588"/>
                </a:cubicBezTo>
                <a:cubicBezTo>
                  <a:pt x="11308478" y="511016"/>
                  <a:pt x="11312720" y="510673"/>
                  <a:pt x="11327615" y="512515"/>
                </a:cubicBezTo>
                <a:cubicBezTo>
                  <a:pt x="11352471" y="509065"/>
                  <a:pt x="11373358" y="510883"/>
                  <a:pt x="11391973" y="518258"/>
                </a:cubicBezTo>
                <a:cubicBezTo>
                  <a:pt x="11406458" y="520151"/>
                  <a:pt x="11399034" y="524460"/>
                  <a:pt x="11409760" y="526257"/>
                </a:cubicBezTo>
                <a:cubicBezTo>
                  <a:pt x="11420486" y="528054"/>
                  <a:pt x="11427325" y="519930"/>
                  <a:pt x="11456330" y="521896"/>
                </a:cubicBezTo>
                <a:cubicBezTo>
                  <a:pt x="11466649" y="522293"/>
                  <a:pt x="11466304" y="529914"/>
                  <a:pt x="11488341" y="531019"/>
                </a:cubicBezTo>
                <a:cubicBezTo>
                  <a:pt x="11510378" y="532124"/>
                  <a:pt x="11598983" y="536881"/>
                  <a:pt x="11631415" y="538053"/>
                </a:cubicBezTo>
                <a:cubicBezTo>
                  <a:pt x="11663847" y="539225"/>
                  <a:pt x="11650717" y="536007"/>
                  <a:pt x="11666264" y="535672"/>
                </a:cubicBezTo>
                <a:cubicBezTo>
                  <a:pt x="11681811" y="535337"/>
                  <a:pt x="11700204" y="526934"/>
                  <a:pt x="11724698" y="536041"/>
                </a:cubicBezTo>
                <a:cubicBezTo>
                  <a:pt x="11743020" y="531196"/>
                  <a:pt x="11743491" y="542315"/>
                  <a:pt x="11763807" y="545183"/>
                </a:cubicBezTo>
                <a:cubicBezTo>
                  <a:pt x="11775016" y="549241"/>
                  <a:pt x="11789046" y="548064"/>
                  <a:pt x="11798300" y="550863"/>
                </a:cubicBezTo>
                <a:cubicBezTo>
                  <a:pt x="11807554" y="553662"/>
                  <a:pt x="11814870" y="554166"/>
                  <a:pt x="11821716" y="557213"/>
                </a:cubicBezTo>
                <a:cubicBezTo>
                  <a:pt x="11828562" y="560260"/>
                  <a:pt x="11830643" y="566367"/>
                  <a:pt x="11839374" y="569145"/>
                </a:cubicBezTo>
                <a:cubicBezTo>
                  <a:pt x="11848105" y="571923"/>
                  <a:pt x="11861759" y="576813"/>
                  <a:pt x="11871722" y="578644"/>
                </a:cubicBezTo>
                <a:cubicBezTo>
                  <a:pt x="11881685" y="580475"/>
                  <a:pt x="11880173" y="577641"/>
                  <a:pt x="11899154" y="580133"/>
                </a:cubicBezTo>
                <a:cubicBezTo>
                  <a:pt x="11930093" y="585454"/>
                  <a:pt x="11957956" y="589309"/>
                  <a:pt x="11992753" y="588833"/>
                </a:cubicBezTo>
                <a:cubicBezTo>
                  <a:pt x="11999276" y="598540"/>
                  <a:pt x="12009663" y="594134"/>
                  <a:pt x="12023554" y="588997"/>
                </a:cubicBezTo>
                <a:cubicBezTo>
                  <a:pt x="12049522" y="596077"/>
                  <a:pt x="12093380" y="601562"/>
                  <a:pt x="12137802" y="617391"/>
                </a:cubicBezTo>
                <a:cubicBezTo>
                  <a:pt x="12156710" y="627093"/>
                  <a:pt x="12160884" y="628759"/>
                  <a:pt x="12174434" y="631430"/>
                </a:cubicBezTo>
                <a:lnTo>
                  <a:pt x="12192000" y="634770"/>
                </a:lnTo>
                <a:lnTo>
                  <a:pt x="12192000" y="6857681"/>
                </a:lnTo>
                <a:lnTo>
                  <a:pt x="9979612" y="6857681"/>
                </a:lnTo>
                <a:lnTo>
                  <a:pt x="9971269" y="6854457"/>
                </a:lnTo>
                <a:cubicBezTo>
                  <a:pt x="9959912" y="6851181"/>
                  <a:pt x="9949163" y="6849764"/>
                  <a:pt x="9939502" y="6851921"/>
                </a:cubicBezTo>
                <a:cubicBezTo>
                  <a:pt x="9891606" y="6835635"/>
                  <a:pt x="9864404" y="6844006"/>
                  <a:pt x="9834453" y="6832151"/>
                </a:cubicBezTo>
                <a:cubicBezTo>
                  <a:pt x="9804501" y="6820296"/>
                  <a:pt x="9801374" y="6798259"/>
                  <a:pt x="9759795" y="6780787"/>
                </a:cubicBezTo>
                <a:cubicBezTo>
                  <a:pt x="9718217" y="6763314"/>
                  <a:pt x="9629817" y="6740362"/>
                  <a:pt x="9584980" y="6727313"/>
                </a:cubicBezTo>
                <a:cubicBezTo>
                  <a:pt x="9546420" y="6722010"/>
                  <a:pt x="9530408" y="6725469"/>
                  <a:pt x="9490770" y="6702489"/>
                </a:cubicBezTo>
                <a:cubicBezTo>
                  <a:pt x="9443320" y="6701025"/>
                  <a:pt x="9424336" y="6690023"/>
                  <a:pt x="9380405" y="6676541"/>
                </a:cubicBezTo>
                <a:cubicBezTo>
                  <a:pt x="9335978" y="6675243"/>
                  <a:pt x="9297645" y="6680915"/>
                  <a:pt x="9259939" y="6674414"/>
                </a:cubicBezTo>
                <a:cubicBezTo>
                  <a:pt x="9244772" y="6679394"/>
                  <a:pt x="9230416" y="6681084"/>
                  <a:pt x="9216296" y="6672209"/>
                </a:cubicBezTo>
                <a:cubicBezTo>
                  <a:pt x="9174886" y="6673387"/>
                  <a:pt x="9165078" y="6684906"/>
                  <a:pt x="9138624" y="6674601"/>
                </a:cubicBezTo>
                <a:cubicBezTo>
                  <a:pt x="9108454" y="6672027"/>
                  <a:pt x="9060163" y="6657862"/>
                  <a:pt x="9035273" y="6656766"/>
                </a:cubicBezTo>
                <a:cubicBezTo>
                  <a:pt x="9043993" y="6670577"/>
                  <a:pt x="8988276" y="6655711"/>
                  <a:pt x="8989286" y="6668016"/>
                </a:cubicBezTo>
                <a:cubicBezTo>
                  <a:pt x="8965548" y="6651220"/>
                  <a:pt x="8960144" y="6673151"/>
                  <a:pt x="8932387" y="6668707"/>
                </a:cubicBezTo>
                <a:cubicBezTo>
                  <a:pt x="8918435" y="6662528"/>
                  <a:pt x="8909159" y="6661716"/>
                  <a:pt x="8898375" y="6669282"/>
                </a:cubicBezTo>
                <a:cubicBezTo>
                  <a:pt x="8833747" y="6639096"/>
                  <a:pt x="8863155" y="6669089"/>
                  <a:pt x="8806495" y="6658618"/>
                </a:cubicBezTo>
                <a:cubicBezTo>
                  <a:pt x="8757168" y="6647242"/>
                  <a:pt x="8702613" y="6640665"/>
                  <a:pt x="8650927" y="6611139"/>
                </a:cubicBezTo>
                <a:cubicBezTo>
                  <a:pt x="8640770" y="6602610"/>
                  <a:pt x="8619775" y="6599998"/>
                  <a:pt x="8604033" y="6605300"/>
                </a:cubicBezTo>
                <a:cubicBezTo>
                  <a:pt x="8601324" y="6606213"/>
                  <a:pt x="8598878" y="6607331"/>
                  <a:pt x="8596767" y="6608618"/>
                </a:cubicBezTo>
                <a:cubicBezTo>
                  <a:pt x="8565299" y="6587556"/>
                  <a:pt x="8548876" y="6598771"/>
                  <a:pt x="8533762" y="6584302"/>
                </a:cubicBezTo>
                <a:cubicBezTo>
                  <a:pt x="8487059" y="6579247"/>
                  <a:pt x="8451683" y="6594395"/>
                  <a:pt x="8437660" y="6581725"/>
                </a:cubicBezTo>
                <a:cubicBezTo>
                  <a:pt x="8414209" y="6582991"/>
                  <a:pt x="8383722" y="6598678"/>
                  <a:pt x="8364494" y="6585073"/>
                </a:cubicBezTo>
                <a:cubicBezTo>
                  <a:pt x="8363342" y="6596536"/>
                  <a:pt x="8336540" y="6576888"/>
                  <a:pt x="8323751" y="6584665"/>
                </a:cubicBezTo>
                <a:cubicBezTo>
                  <a:pt x="8314841" y="6591411"/>
                  <a:pt x="8304634" y="6587022"/>
                  <a:pt x="8293791" y="6586903"/>
                </a:cubicBezTo>
                <a:cubicBezTo>
                  <a:pt x="8280721" y="6592424"/>
                  <a:pt x="8232642" y="6585021"/>
                  <a:pt x="8219223" y="6578961"/>
                </a:cubicBezTo>
                <a:cubicBezTo>
                  <a:pt x="8185638" y="6557431"/>
                  <a:pt x="8123924" y="6576522"/>
                  <a:pt x="8096330" y="6560092"/>
                </a:cubicBezTo>
                <a:cubicBezTo>
                  <a:pt x="8087121" y="6557869"/>
                  <a:pt x="8078422" y="6557144"/>
                  <a:pt x="8070086" y="6557355"/>
                </a:cubicBezTo>
                <a:lnTo>
                  <a:pt x="8047207" y="6560092"/>
                </a:lnTo>
                <a:lnTo>
                  <a:pt x="8041620" y="6565163"/>
                </a:lnTo>
                <a:lnTo>
                  <a:pt x="8027134" y="6564473"/>
                </a:lnTo>
                <a:lnTo>
                  <a:pt x="8023214" y="6565355"/>
                </a:lnTo>
                <a:cubicBezTo>
                  <a:pt x="8015729" y="6567060"/>
                  <a:pt x="8008307" y="6568574"/>
                  <a:pt x="8000801" y="6569339"/>
                </a:cubicBezTo>
                <a:cubicBezTo>
                  <a:pt x="8005606" y="6544751"/>
                  <a:pt x="7937754" y="6571777"/>
                  <a:pt x="7954618" y="6551428"/>
                </a:cubicBezTo>
                <a:cubicBezTo>
                  <a:pt x="7914215" y="6551344"/>
                  <a:pt x="7940865" y="6531998"/>
                  <a:pt x="7896427" y="6551123"/>
                </a:cubicBezTo>
                <a:lnTo>
                  <a:pt x="7643090" y="6532163"/>
                </a:lnTo>
                <a:cubicBezTo>
                  <a:pt x="7673996" y="6576436"/>
                  <a:pt x="7562550" y="6494154"/>
                  <a:pt x="7553164" y="6525457"/>
                </a:cubicBezTo>
                <a:cubicBezTo>
                  <a:pt x="7546247" y="6496957"/>
                  <a:pt x="7465610" y="6497391"/>
                  <a:pt x="7421154" y="6476273"/>
                </a:cubicBezTo>
                <a:cubicBezTo>
                  <a:pt x="7361551" y="6472649"/>
                  <a:pt x="7315144" y="6450550"/>
                  <a:pt x="7255968" y="6462166"/>
                </a:cubicBezTo>
                <a:cubicBezTo>
                  <a:pt x="7253251" y="6458417"/>
                  <a:pt x="7249451" y="6455333"/>
                  <a:pt x="7244911" y="6452730"/>
                </a:cubicBezTo>
                <a:lnTo>
                  <a:pt x="7230265" y="6446549"/>
                </a:lnTo>
                <a:lnTo>
                  <a:pt x="7227815" y="6447125"/>
                </a:lnTo>
                <a:cubicBezTo>
                  <a:pt x="7217801" y="6447570"/>
                  <a:pt x="7212312" y="6446146"/>
                  <a:pt x="7208840" y="6443899"/>
                </a:cubicBezTo>
                <a:lnTo>
                  <a:pt x="7205995" y="6440529"/>
                </a:lnTo>
                <a:lnTo>
                  <a:pt x="7193384" y="6437481"/>
                </a:lnTo>
                <a:lnTo>
                  <a:pt x="7169652" y="6429226"/>
                </a:lnTo>
                <a:lnTo>
                  <a:pt x="7164173" y="6429791"/>
                </a:lnTo>
                <a:lnTo>
                  <a:pt x="7126763" y="6420626"/>
                </a:lnTo>
                <a:lnTo>
                  <a:pt x="7125753" y="6421501"/>
                </a:lnTo>
                <a:cubicBezTo>
                  <a:pt x="7122639" y="6423254"/>
                  <a:pt x="7118733" y="6424154"/>
                  <a:pt x="7113057" y="6423293"/>
                </a:cubicBezTo>
                <a:cubicBezTo>
                  <a:pt x="7114552" y="6439288"/>
                  <a:pt x="7106783" y="6428384"/>
                  <a:pt x="7089914" y="6424434"/>
                </a:cubicBezTo>
                <a:cubicBezTo>
                  <a:pt x="7088470" y="6448394"/>
                  <a:pt x="7044915" y="6428308"/>
                  <a:pt x="7030458" y="6439456"/>
                </a:cubicBezTo>
                <a:cubicBezTo>
                  <a:pt x="7018098" y="6436014"/>
                  <a:pt x="7005002" y="6432811"/>
                  <a:pt x="6991398" y="6430012"/>
                </a:cubicBezTo>
                <a:lnTo>
                  <a:pt x="6983250" y="6428652"/>
                </a:lnTo>
                <a:lnTo>
                  <a:pt x="6982969" y="6428851"/>
                </a:lnTo>
                <a:cubicBezTo>
                  <a:pt x="6980946" y="6429033"/>
                  <a:pt x="6978171" y="6428766"/>
                  <a:pt x="6974140" y="6427864"/>
                </a:cubicBezTo>
                <a:lnTo>
                  <a:pt x="6968396" y="6426177"/>
                </a:lnTo>
                <a:lnTo>
                  <a:pt x="6952590" y="6423541"/>
                </a:lnTo>
                <a:lnTo>
                  <a:pt x="6946361" y="6424122"/>
                </a:lnTo>
                <a:lnTo>
                  <a:pt x="6942752" y="6426497"/>
                </a:lnTo>
                <a:lnTo>
                  <a:pt x="6941472" y="6425953"/>
                </a:lnTo>
                <a:cubicBezTo>
                  <a:pt x="6933258" y="6419432"/>
                  <a:pt x="6934084" y="6412085"/>
                  <a:pt x="6907932" y="6428597"/>
                </a:cubicBezTo>
                <a:cubicBezTo>
                  <a:pt x="6887113" y="6416820"/>
                  <a:pt x="6874835" y="6427475"/>
                  <a:pt x="6837100" y="6425985"/>
                </a:cubicBezTo>
                <a:cubicBezTo>
                  <a:pt x="6826990" y="6416391"/>
                  <a:pt x="6813527" y="6417132"/>
                  <a:pt x="6798354" y="6421041"/>
                </a:cubicBezTo>
                <a:cubicBezTo>
                  <a:pt x="6766250" y="6412267"/>
                  <a:pt x="6729955" y="6415375"/>
                  <a:pt x="6690235" y="6411268"/>
                </a:cubicBezTo>
                <a:cubicBezTo>
                  <a:pt x="6654585" y="6395260"/>
                  <a:pt x="6622599" y="6408785"/>
                  <a:pt x="6580197" y="6404322"/>
                </a:cubicBezTo>
                <a:cubicBezTo>
                  <a:pt x="6554864" y="6382418"/>
                  <a:pt x="6541862" y="6413854"/>
                  <a:pt x="6516748" y="6416928"/>
                </a:cubicBezTo>
                <a:lnTo>
                  <a:pt x="6510427" y="6416567"/>
                </a:lnTo>
                <a:lnTo>
                  <a:pt x="6496409" y="6411723"/>
                </a:lnTo>
                <a:lnTo>
                  <a:pt x="6491671" y="6409264"/>
                </a:lnTo>
                <a:cubicBezTo>
                  <a:pt x="6488210" y="6407807"/>
                  <a:pt x="6485652" y="6407144"/>
                  <a:pt x="6483603" y="6407023"/>
                </a:cubicBezTo>
                <a:lnTo>
                  <a:pt x="6483235" y="6407169"/>
                </a:lnTo>
                <a:lnTo>
                  <a:pt x="6476007" y="6404672"/>
                </a:lnTo>
                <a:cubicBezTo>
                  <a:pt x="6464202" y="6399995"/>
                  <a:pt x="6453088" y="6395002"/>
                  <a:pt x="6442802" y="6389891"/>
                </a:cubicBezTo>
                <a:cubicBezTo>
                  <a:pt x="6423332" y="6398448"/>
                  <a:pt x="6390988" y="6372810"/>
                  <a:pt x="6377838" y="6395551"/>
                </a:cubicBezTo>
                <a:cubicBezTo>
                  <a:pt x="6363436" y="6389290"/>
                  <a:pt x="6361258" y="6377704"/>
                  <a:pt x="6354860" y="6393247"/>
                </a:cubicBezTo>
                <a:cubicBezTo>
                  <a:pt x="6349784" y="6391587"/>
                  <a:pt x="6345558" y="6391878"/>
                  <a:pt x="6341683" y="6393098"/>
                </a:cubicBezTo>
                <a:lnTo>
                  <a:pt x="6340276" y="6393789"/>
                </a:lnTo>
                <a:lnTo>
                  <a:pt x="6308531" y="6379516"/>
                </a:lnTo>
                <a:lnTo>
                  <a:pt x="6302948" y="6379253"/>
                </a:lnTo>
                <a:cubicBezTo>
                  <a:pt x="6248814" y="6382108"/>
                  <a:pt x="6205926" y="6362006"/>
                  <a:pt x="6140607" y="6334265"/>
                </a:cubicBezTo>
                <a:cubicBezTo>
                  <a:pt x="6137487" y="6331108"/>
                  <a:pt x="6051161" y="6339116"/>
                  <a:pt x="6050365" y="6335126"/>
                </a:cubicBezTo>
                <a:cubicBezTo>
                  <a:pt x="6006576" y="6331181"/>
                  <a:pt x="6035144" y="6327580"/>
                  <a:pt x="5978838" y="6322018"/>
                </a:cubicBezTo>
                <a:cubicBezTo>
                  <a:pt x="5962530" y="6314338"/>
                  <a:pt x="5894920" y="6289616"/>
                  <a:pt x="5897645" y="6301654"/>
                </a:cubicBezTo>
                <a:lnTo>
                  <a:pt x="5796158" y="6279213"/>
                </a:lnTo>
                <a:lnTo>
                  <a:pt x="5664797" y="6258481"/>
                </a:lnTo>
                <a:lnTo>
                  <a:pt x="5558293" y="6242384"/>
                </a:lnTo>
                <a:lnTo>
                  <a:pt x="5549921" y="6243309"/>
                </a:lnTo>
                <a:lnTo>
                  <a:pt x="5528450" y="6240218"/>
                </a:lnTo>
                <a:lnTo>
                  <a:pt x="5520604" y="6238128"/>
                </a:lnTo>
                <a:cubicBezTo>
                  <a:pt x="5515114" y="6237034"/>
                  <a:pt x="5511354" y="6236750"/>
                  <a:pt x="5508634" y="6237043"/>
                </a:cubicBezTo>
                <a:lnTo>
                  <a:pt x="5508268" y="6237311"/>
                </a:lnTo>
                <a:lnTo>
                  <a:pt x="5497199" y="6235718"/>
                </a:lnTo>
                <a:cubicBezTo>
                  <a:pt x="5478687" y="6232353"/>
                  <a:pt x="5460838" y="6228438"/>
                  <a:pt x="5443971" y="6224189"/>
                </a:cubicBezTo>
                <a:cubicBezTo>
                  <a:pt x="5425088" y="6239333"/>
                  <a:pt x="5365198" y="6213813"/>
                  <a:pt x="5364587" y="6245607"/>
                </a:cubicBezTo>
                <a:cubicBezTo>
                  <a:pt x="5341603" y="6240798"/>
                  <a:pt x="5330518" y="6226543"/>
                  <a:pt x="5333425" y="6247706"/>
                </a:cubicBezTo>
                <a:cubicBezTo>
                  <a:pt x="5325718" y="6246708"/>
                  <a:pt x="5320498" y="6247999"/>
                  <a:pt x="5316391" y="6250403"/>
                </a:cubicBezTo>
                <a:lnTo>
                  <a:pt x="5315083" y="6251588"/>
                </a:lnTo>
                <a:lnTo>
                  <a:pt x="5264093" y="6240388"/>
                </a:lnTo>
                <a:lnTo>
                  <a:pt x="5256734" y="6241276"/>
                </a:lnTo>
                <a:lnTo>
                  <a:pt x="5224251" y="6230935"/>
                </a:lnTo>
                <a:lnTo>
                  <a:pt x="5207068" y="6227214"/>
                </a:lnTo>
                <a:lnTo>
                  <a:pt x="5203042" y="6222819"/>
                </a:lnTo>
                <a:lnTo>
                  <a:pt x="5013633" y="6212104"/>
                </a:lnTo>
                <a:cubicBezTo>
                  <a:pt x="5007363" y="6208771"/>
                  <a:pt x="4867451" y="6189553"/>
                  <a:pt x="4863573" y="6184654"/>
                </a:cubicBezTo>
                <a:lnTo>
                  <a:pt x="4651416" y="6166539"/>
                </a:lnTo>
                <a:cubicBezTo>
                  <a:pt x="4624977" y="6160344"/>
                  <a:pt x="4469364" y="6128170"/>
                  <a:pt x="4481486" y="6142882"/>
                </a:cubicBezTo>
                <a:cubicBezTo>
                  <a:pt x="4405439" y="6106748"/>
                  <a:pt x="4365783" y="6101727"/>
                  <a:pt x="4269331" y="6098123"/>
                </a:cubicBezTo>
                <a:cubicBezTo>
                  <a:pt x="4210440" y="6124597"/>
                  <a:pt x="4245321" y="6098279"/>
                  <a:pt x="4190801" y="6099192"/>
                </a:cubicBezTo>
                <a:cubicBezTo>
                  <a:pt x="4212420" y="6071793"/>
                  <a:pt x="4151268" y="6084104"/>
                  <a:pt x="4127486" y="6076624"/>
                </a:cubicBezTo>
                <a:cubicBezTo>
                  <a:pt x="4117403" y="6077826"/>
                  <a:pt x="4107474" y="6080022"/>
                  <a:pt x="4097468" y="6082472"/>
                </a:cubicBezTo>
                <a:lnTo>
                  <a:pt x="4092230" y="6083737"/>
                </a:lnTo>
                <a:lnTo>
                  <a:pt x="4072646" y="6083192"/>
                </a:lnTo>
                <a:lnTo>
                  <a:pt x="4065392" y="6090055"/>
                </a:lnTo>
                <a:lnTo>
                  <a:pt x="4034674" y="6094262"/>
                </a:lnTo>
                <a:cubicBezTo>
                  <a:pt x="4023438" y="6094753"/>
                  <a:pt x="4011659" y="6094013"/>
                  <a:pt x="3999109" y="6091300"/>
                </a:cubicBezTo>
                <a:cubicBezTo>
                  <a:pt x="3960965" y="6070220"/>
                  <a:pt x="3878759" y="6097089"/>
                  <a:pt x="3832245" y="6069403"/>
                </a:cubicBezTo>
                <a:cubicBezTo>
                  <a:pt x="3780875" y="6064935"/>
                  <a:pt x="3723613" y="6065226"/>
                  <a:pt x="3690889" y="6064489"/>
                </a:cubicBezTo>
                <a:cubicBezTo>
                  <a:pt x="3674068" y="6075123"/>
                  <a:pt x="3636813" y="6049759"/>
                  <a:pt x="3635899" y="6064980"/>
                </a:cubicBezTo>
                <a:lnTo>
                  <a:pt x="3620576" y="6070271"/>
                </a:lnTo>
                <a:lnTo>
                  <a:pt x="3604087" y="6064439"/>
                </a:lnTo>
                <a:cubicBezTo>
                  <a:pt x="3590166" y="6069757"/>
                  <a:pt x="3579308" y="6073243"/>
                  <a:pt x="3568387" y="6069146"/>
                </a:cubicBezTo>
                <a:lnTo>
                  <a:pt x="3503818" y="6089506"/>
                </a:lnTo>
                <a:cubicBezTo>
                  <a:pt x="3510915" y="6100196"/>
                  <a:pt x="3472416" y="6088681"/>
                  <a:pt x="3466246" y="6098777"/>
                </a:cubicBezTo>
                <a:cubicBezTo>
                  <a:pt x="3462890" y="6107015"/>
                  <a:pt x="3450430" y="6105442"/>
                  <a:pt x="3440422" y="6107901"/>
                </a:cubicBezTo>
                <a:cubicBezTo>
                  <a:pt x="3432391" y="6116010"/>
                  <a:pt x="3383132" y="6120663"/>
                  <a:pt x="3366542" y="6118330"/>
                </a:cubicBezTo>
                <a:cubicBezTo>
                  <a:pt x="3311828" y="6124732"/>
                  <a:pt x="3277604" y="6138667"/>
                  <a:pt x="3240669" y="6130264"/>
                </a:cubicBezTo>
                <a:cubicBezTo>
                  <a:pt x="3230661" y="6130422"/>
                  <a:pt x="3222184" y="6131822"/>
                  <a:pt x="3214708" y="6133988"/>
                </a:cubicBezTo>
                <a:lnTo>
                  <a:pt x="3194214" y="6147821"/>
                </a:lnTo>
                <a:lnTo>
                  <a:pt x="3180468" y="6150623"/>
                </a:lnTo>
                <a:lnTo>
                  <a:pt x="3177508" y="6152351"/>
                </a:lnTo>
                <a:cubicBezTo>
                  <a:pt x="3171873" y="6155673"/>
                  <a:pt x="3166158" y="6158806"/>
                  <a:pt x="3159834" y="6161276"/>
                </a:cubicBezTo>
                <a:cubicBezTo>
                  <a:pt x="3135185" y="6159416"/>
                  <a:pt x="3121213" y="6160394"/>
                  <a:pt x="3104835" y="6155927"/>
                </a:cubicBezTo>
                <a:cubicBezTo>
                  <a:pt x="3067805" y="6165414"/>
                  <a:pt x="3078432" y="6141523"/>
                  <a:pt x="3051373" y="6169421"/>
                </a:cubicBezTo>
                <a:cubicBezTo>
                  <a:pt x="2978033" y="6169169"/>
                  <a:pt x="2947947" y="6220998"/>
                  <a:pt x="2877306" y="6208324"/>
                </a:cubicBezTo>
                <a:cubicBezTo>
                  <a:pt x="2821913" y="6217975"/>
                  <a:pt x="2762952" y="6223226"/>
                  <a:pt x="2719018" y="6227333"/>
                </a:cubicBezTo>
                <a:cubicBezTo>
                  <a:pt x="2639811" y="6232636"/>
                  <a:pt x="2504877" y="6234795"/>
                  <a:pt x="2454061" y="6236538"/>
                </a:cubicBezTo>
                <a:cubicBezTo>
                  <a:pt x="2403245" y="6238280"/>
                  <a:pt x="2420126" y="6239079"/>
                  <a:pt x="2414120" y="6237789"/>
                </a:cubicBezTo>
                <a:lnTo>
                  <a:pt x="2384765" y="6235638"/>
                </a:lnTo>
                <a:lnTo>
                  <a:pt x="2365600" y="6233135"/>
                </a:lnTo>
                <a:cubicBezTo>
                  <a:pt x="2356752" y="6235910"/>
                  <a:pt x="2350716" y="6235915"/>
                  <a:pt x="2345941" y="6234695"/>
                </a:cubicBezTo>
                <a:lnTo>
                  <a:pt x="2340941" y="6232305"/>
                </a:lnTo>
                <a:lnTo>
                  <a:pt x="2327235" y="6232519"/>
                </a:lnTo>
                <a:lnTo>
                  <a:pt x="2299646" y="6230633"/>
                </a:lnTo>
                <a:lnTo>
                  <a:pt x="2295035" y="6232443"/>
                </a:lnTo>
                <a:lnTo>
                  <a:pt x="2268728" y="6240177"/>
                </a:lnTo>
                <a:cubicBezTo>
                  <a:pt x="2268628" y="6240521"/>
                  <a:pt x="2254084" y="6233657"/>
                  <a:pt x="2253984" y="6234001"/>
                </a:cubicBezTo>
                <a:cubicBezTo>
                  <a:pt x="2239122" y="6237048"/>
                  <a:pt x="2209108" y="6234931"/>
                  <a:pt x="2191113" y="6240434"/>
                </a:cubicBezTo>
                <a:lnTo>
                  <a:pt x="2146012" y="6259810"/>
                </a:lnTo>
                <a:cubicBezTo>
                  <a:pt x="2145973" y="6259892"/>
                  <a:pt x="2128598" y="6274390"/>
                  <a:pt x="2128560" y="6274472"/>
                </a:cubicBezTo>
                <a:cubicBezTo>
                  <a:pt x="2126838" y="6275117"/>
                  <a:pt x="2124109" y="6275530"/>
                  <a:pt x="2119778" y="6275665"/>
                </a:cubicBezTo>
                <a:lnTo>
                  <a:pt x="2110434" y="6282700"/>
                </a:lnTo>
                <a:lnTo>
                  <a:pt x="2081418" y="6289059"/>
                </a:lnTo>
                <a:lnTo>
                  <a:pt x="2088526" y="6281659"/>
                </a:lnTo>
                <a:cubicBezTo>
                  <a:pt x="2076371" y="6277676"/>
                  <a:pt x="2071903" y="6270803"/>
                  <a:pt x="2059717" y="6292002"/>
                </a:cubicBezTo>
                <a:cubicBezTo>
                  <a:pt x="2032291" y="6286224"/>
                  <a:pt x="2028634" y="6298813"/>
                  <a:pt x="1993045" y="6306390"/>
                </a:cubicBezTo>
                <a:cubicBezTo>
                  <a:pt x="1976971" y="6300063"/>
                  <a:pt x="1965178" y="6303922"/>
                  <a:pt x="1954075" y="6311066"/>
                </a:cubicBezTo>
                <a:cubicBezTo>
                  <a:pt x="1918456" y="6310689"/>
                  <a:pt x="1887456" y="6322102"/>
                  <a:pt x="1848190" y="6327771"/>
                </a:cubicBezTo>
                <a:lnTo>
                  <a:pt x="1737951" y="6344513"/>
                </a:lnTo>
                <a:lnTo>
                  <a:pt x="1696709" y="6346605"/>
                </a:lnTo>
                <a:cubicBezTo>
                  <a:pt x="1692504" y="6346100"/>
                  <a:pt x="1663837" y="6347211"/>
                  <a:pt x="1661872" y="6347587"/>
                </a:cubicBezTo>
                <a:lnTo>
                  <a:pt x="1655864" y="6347808"/>
                </a:lnTo>
                <a:lnTo>
                  <a:pt x="1633028" y="6358060"/>
                </a:lnTo>
                <a:cubicBezTo>
                  <a:pt x="1618899" y="6356602"/>
                  <a:pt x="1619623" y="6369112"/>
                  <a:pt x="1606576" y="6366899"/>
                </a:cubicBezTo>
                <a:lnTo>
                  <a:pt x="1461291" y="6379054"/>
                </a:lnTo>
                <a:lnTo>
                  <a:pt x="1428798" y="6379606"/>
                </a:lnTo>
                <a:cubicBezTo>
                  <a:pt x="1424834" y="6377722"/>
                  <a:pt x="1419064" y="6376842"/>
                  <a:pt x="1409244" y="6378241"/>
                </a:cubicBezTo>
                <a:lnTo>
                  <a:pt x="1406951" y="6379043"/>
                </a:lnTo>
                <a:lnTo>
                  <a:pt x="1391002" y="6374347"/>
                </a:lnTo>
                <a:cubicBezTo>
                  <a:pt x="1385899" y="6372215"/>
                  <a:pt x="1381417" y="6369535"/>
                  <a:pt x="1377852" y="6366097"/>
                </a:cubicBezTo>
                <a:cubicBezTo>
                  <a:pt x="1352108" y="6365458"/>
                  <a:pt x="1267249" y="6359383"/>
                  <a:pt x="1239424" y="6359700"/>
                </a:cubicBezTo>
                <a:cubicBezTo>
                  <a:pt x="1211599" y="6360016"/>
                  <a:pt x="1221978" y="6361392"/>
                  <a:pt x="1208014" y="6357188"/>
                </a:cubicBezTo>
                <a:lnTo>
                  <a:pt x="1152751" y="6345283"/>
                </a:lnTo>
                <a:lnTo>
                  <a:pt x="949771" y="6335308"/>
                </a:lnTo>
                <a:cubicBezTo>
                  <a:pt x="888502" y="6312655"/>
                  <a:pt x="822682" y="6331858"/>
                  <a:pt x="752723" y="6320875"/>
                </a:cubicBezTo>
                <a:cubicBezTo>
                  <a:pt x="697396" y="6317271"/>
                  <a:pt x="686655" y="6275609"/>
                  <a:pt x="665167" y="6275293"/>
                </a:cubicBezTo>
                <a:cubicBezTo>
                  <a:pt x="657908" y="6276764"/>
                  <a:pt x="625159" y="6270979"/>
                  <a:pt x="618141" y="6273378"/>
                </a:cubicBezTo>
                <a:cubicBezTo>
                  <a:pt x="606112" y="6250236"/>
                  <a:pt x="628751" y="6263137"/>
                  <a:pt x="596498" y="6261621"/>
                </a:cubicBezTo>
                <a:cubicBezTo>
                  <a:pt x="598654" y="6267969"/>
                  <a:pt x="583476" y="6241875"/>
                  <a:pt x="568296" y="6259035"/>
                </a:cubicBezTo>
                <a:lnTo>
                  <a:pt x="550874" y="6247808"/>
                </a:lnTo>
                <a:lnTo>
                  <a:pt x="521056" y="6251759"/>
                </a:lnTo>
                <a:cubicBezTo>
                  <a:pt x="512844" y="6252767"/>
                  <a:pt x="496898" y="6238469"/>
                  <a:pt x="487255" y="6237156"/>
                </a:cubicBezTo>
                <a:cubicBezTo>
                  <a:pt x="449168" y="6235869"/>
                  <a:pt x="452372" y="6218847"/>
                  <a:pt x="431825" y="6228675"/>
                </a:cubicBezTo>
                <a:cubicBezTo>
                  <a:pt x="409674" y="6239271"/>
                  <a:pt x="353899" y="6202116"/>
                  <a:pt x="346639" y="6209624"/>
                </a:cubicBezTo>
                <a:cubicBezTo>
                  <a:pt x="335776" y="6218525"/>
                  <a:pt x="269484" y="6176632"/>
                  <a:pt x="271007" y="6188053"/>
                </a:cubicBezTo>
                <a:cubicBezTo>
                  <a:pt x="223668" y="6157668"/>
                  <a:pt x="207158" y="6173403"/>
                  <a:pt x="189996" y="6162482"/>
                </a:cubicBezTo>
                <a:cubicBezTo>
                  <a:pt x="167941" y="6147838"/>
                  <a:pt x="134526" y="6155297"/>
                  <a:pt x="121342" y="6139836"/>
                </a:cubicBezTo>
                <a:cubicBezTo>
                  <a:pt x="108158" y="6124375"/>
                  <a:pt x="113782" y="6146084"/>
                  <a:pt x="90669" y="6116573"/>
                </a:cubicBezTo>
                <a:cubicBezTo>
                  <a:pt x="76705" y="6097951"/>
                  <a:pt x="64226" y="6077165"/>
                  <a:pt x="49115" y="6053333"/>
                </a:cubicBezTo>
                <a:cubicBezTo>
                  <a:pt x="34004" y="6029501"/>
                  <a:pt x="12038" y="6070748"/>
                  <a:pt x="0" y="602404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89158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9890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festa da música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0772"/>
            <a:ext cx="9233807" cy="502431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Sentei-me ali à espera, de um abraço doce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de um som que estava a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trazia o terno cheiro, de notas tão soltas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as pautas que queriam cantar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4286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912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Hoje eu vou celebrar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a festa da música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sentado ali ao pé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Hoje eu vou embalar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na festa da música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quero que fiques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quero que fiques aqui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7886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29696"/>
            <a:ext cx="9233807" cy="658692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Sentei-me ali à espera, à espera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aprender a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livros em histórias, de um velho jardim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hoje me venho plantar...</a:t>
            </a: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9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912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Hoje eu vou celebrar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a festa da música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sentado ali ao pé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Hoje eu vou embalar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na festa da música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quero que fiques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quero que fiques aqui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953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4688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minh’alma descansa em paz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0772"/>
            <a:ext cx="9233807" cy="502431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 minh’alma descansa em paz, no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Que é fonte de salvação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Sim, só em Deus descansa a minha alma: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Nele encontra a paz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460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E2CB4-52C4-C0AB-2D0B-AD3A430C4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8885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ti meu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4978646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A ti meu Deus, elevo o meu coração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Elevo as minhas mãos, meu olhar, minha voz.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A ti meu Deus, eu quero oferecer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Meus passos e meu viver,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Meus caminhos, meu sofrer.</a:t>
            </a:r>
          </a:p>
        </p:txBody>
      </p:sp>
    </p:spTree>
    <p:extLst>
      <p:ext uri="{BB962C8B-B14F-4D97-AF65-F5344CB8AC3E}">
        <p14:creationId xmlns:p14="http://schemas.microsoft.com/office/powerpoint/2010/main" val="1554676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85CC0-DFFB-5D1E-0922-697586809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8E37ABB-DAC7-7939-5631-F83175E19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232" y="-32950"/>
            <a:ext cx="8550875" cy="6845642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 tua ternura Senhor, 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vem abraçar-me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a tua bondade infinita 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vem perdoar-me.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Vou ser o teu seguidor,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 e dar-te o meu coração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Eu quero sentir o calor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 das tuas mãos.</a:t>
            </a:r>
          </a:p>
        </p:txBody>
      </p:sp>
    </p:spTree>
    <p:extLst>
      <p:ext uri="{BB962C8B-B14F-4D97-AF65-F5344CB8AC3E}">
        <p14:creationId xmlns:p14="http://schemas.microsoft.com/office/powerpoint/2010/main" val="3120313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7112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Ti Senhor meu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3686"/>
            <a:ext cx="9233807" cy="4363006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 Ti Senhor meu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 Ti Senhor meu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Te dou tudo o que sou,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 Ti tudo te dou.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657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1637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 treze de maio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52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treze de maio na cova da Iria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Apareceu brilhando a Virgem Maria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750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3717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Virgem Maria cercada de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Nossa Mãe bendita e Mãe de Jesus.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73559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359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Foi aos pastorinhos que a Virgem falou,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Desde então, nas almas, nova luz brilhou!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62547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385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doces palavras mandou-nos rezar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Virgem Maria para nos salvar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8881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385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Disse que a pureza agrada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Disse que luxúria ao fogo conduz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Avé, Avé, Avé Maria</a:t>
            </a:r>
            <a:endParaRPr lang="pt-PT" sz="12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3128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5083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Acreditar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48723"/>
            <a:ext cx="9233807" cy="5024314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Vem amigo vai começar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Hoje o palco é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É a vida a reclamar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O tempo que se perdeu…</a:t>
            </a:r>
            <a:endParaRPr lang="pt-PT" sz="8700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9861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12382"/>
            <a:ext cx="9233807" cy="604623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 hoje é desafinado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Que importa? O som é teu…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cantar, vem dançar,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Qualquer coisa há-de bastar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És teu céu dentro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tens de te acreditar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605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15504"/>
            <a:ext cx="9233807" cy="604623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sorrir, inventar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Ser feliz só porque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Ter palavra, ser bondade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E ter o “céu no olhar”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0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8329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33308"/>
            <a:ext cx="9233807" cy="642469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Vem em tempo, contratempo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Levanta os pés do chão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Perde, encontra, chora a ri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Hoje faz mais de ti...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2772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12382"/>
            <a:ext cx="9233807" cy="604623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 hoje é desafinado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Que importa? O som é teu…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cantar, vem dançar,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Qualquer coisa há-de bastar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És teu céu dentro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Só tens de te acreditar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7480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15504"/>
            <a:ext cx="9233807" cy="604623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sorrir, inventar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Ser feliz só porque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Ter palavra, ser bondade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E ter o “céu no olhar”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0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2894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6009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Adeste Fideles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80772"/>
            <a:ext cx="9233807" cy="502431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Adeste fideles laeti triumphantes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venite, venite in Bethlehem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dirty="0">
                <a:latin typeface="Abadi Extra Light" panose="020B0204020104020204" pitchFamily="34" charset="0"/>
                <a:cs typeface="Calibri" panose="020F0502020204030204" pitchFamily="34" charset="0"/>
              </a:rPr>
              <a:t>Natum videte regen angelorun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800" dirty="0">
              <a:latin typeface="Abadi Extra Light" panose="020B0204020104020204" pitchFamily="34" charset="0"/>
              <a:cs typeface="Calibri" panose="020F050202020403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Venite adoremus, venite adoremus</a:t>
            </a:r>
            <a:b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</a:br>
            <a:r>
              <a:rPr lang="pt-PT" sz="148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venite adoremus dominum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72869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 grege relicto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humildes adcunas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vocati pastores approperant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et nos avanti gradu festinemus</a:t>
            </a:r>
            <a:br>
              <a:rPr lang="pt-PT" sz="21600" dirty="0">
                <a:latin typeface="Abadi Extra Light" panose="020B0204020104020204" pitchFamily="34" charset="0"/>
              </a:rPr>
            </a:b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Venite adoremus, venite adoremus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venite adoremus dominum</a:t>
            </a:r>
            <a:br>
              <a:rPr lang="pt-PT" sz="17600" b="1" i="1" dirty="0">
                <a:latin typeface="Abadi Extra Light" panose="020B0204020104020204" pitchFamily="34" charset="0"/>
              </a:rPr>
            </a:b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892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658692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Aeterni parentis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splenderem aeternum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velatum sub cerne videmus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Deum infantem panis involutum</a:t>
            </a:r>
            <a:br>
              <a:rPr lang="pt-PT" sz="21600" dirty="0">
                <a:latin typeface="Abadi Extra Light" panose="020B0204020104020204" pitchFamily="34" charset="0"/>
              </a:rPr>
            </a:b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Venite adoremus, venite adoremus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venite adoremus dominum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4185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5533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Adoramus</a:t>
            </a: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te, O </a:t>
            </a:r>
            <a:r>
              <a:rPr lang="pt-PT" sz="36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Christe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3686"/>
            <a:ext cx="9233807" cy="4363006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Oh, oh, oh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Adorasmus te, o Christe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9021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34533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Alegria de Viver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52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Sinto em mim qualquer coisa de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Sinto que posso ser um pouco melhor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Gaivotas perdidas voando no 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Num horizonte onde quero nadar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2777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Deus me criou para amar</a:t>
            </a:r>
            <a:br>
              <a:rPr lang="pt-PT" sz="20300" dirty="0">
                <a:latin typeface="Abadi Extra Light" panose="020B0204020104020204" pitchFamily="34" charset="0"/>
              </a:rPr>
            </a:br>
            <a:r>
              <a:rPr lang="pt-PT" sz="20300" dirty="0">
                <a:latin typeface="Abadi Extra Light" panose="020B0204020104020204" pitchFamily="34" charset="0"/>
              </a:rPr>
              <a:t>E tenho presente na mente</a:t>
            </a:r>
            <a:br>
              <a:rPr lang="pt-PT" sz="20300" dirty="0">
                <a:latin typeface="Abadi Extra Light" panose="020B0204020104020204" pitchFamily="34" charset="0"/>
              </a:rPr>
            </a:br>
            <a:r>
              <a:rPr lang="pt-PT" sz="20300" dirty="0">
                <a:latin typeface="Abadi Extra Light" panose="020B0204020104020204" pitchFamily="34" charset="0"/>
              </a:rPr>
              <a:t>Que a vida é uma semente</a:t>
            </a:r>
            <a:br>
              <a:rPr lang="pt-PT" sz="20300" dirty="0">
                <a:latin typeface="Abadi Extra Light" panose="020B0204020104020204" pitchFamily="34" charset="0"/>
              </a:rPr>
            </a:br>
            <a:r>
              <a:rPr lang="pt-PT" sz="20300" dirty="0">
                <a:latin typeface="Abadi Extra Light" panose="020B0204020104020204" pitchFamily="34" charset="0"/>
              </a:rPr>
              <a:t>Que é preciso semear…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1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643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961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Creio na alegria de viver.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Sinto que o Senhor me enviou.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Quero ser anunciador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Dessa paz que Cristo ensinou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no meio da guerra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A minha arma é o AMOR!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2800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187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Busco o silencio no pôr-do-sol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Luz que se esconde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não deixa der ser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Contornos finos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Do sorriso de uma criança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Trago-os firmes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 espelho da lembrança</a:t>
            </a:r>
            <a:endParaRPr lang="pt-PT" sz="112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2262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2885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Diz-me ó luz porque te apagas assim</a:t>
            </a:r>
            <a:br>
              <a:rPr lang="pt-PT" sz="4400" dirty="0">
                <a:latin typeface="Abadi Extra Light" panose="020B0204020104020204" pitchFamily="34" charset="0"/>
              </a:rPr>
            </a:br>
            <a:r>
              <a:rPr lang="pt-PT" sz="4400" dirty="0">
                <a:latin typeface="Abadi Extra Light" panose="020B0204020104020204" pitchFamily="34" charset="0"/>
              </a:rPr>
              <a:t>Vem de novo, renasce, e brilha em mim</a:t>
            </a:r>
            <a:br>
              <a:rPr lang="pt-PT" sz="4400" dirty="0">
                <a:latin typeface="Abadi Extra Light" panose="020B0204020104020204" pitchFamily="34" charset="0"/>
              </a:rPr>
            </a:br>
            <a:r>
              <a:rPr lang="pt-PT" sz="4400" dirty="0">
                <a:latin typeface="Abadi Extra Light" panose="020B0204020104020204" pitchFamily="34" charset="0"/>
              </a:rPr>
              <a:t>Que és a Paz que desfaz as trevas</a:t>
            </a:r>
            <a:br>
              <a:rPr lang="pt-PT" sz="4400" dirty="0">
                <a:latin typeface="Abadi Extra Light" panose="020B0204020104020204" pitchFamily="34" charset="0"/>
              </a:rPr>
            </a:br>
            <a:r>
              <a:rPr lang="pt-PT" sz="4400" dirty="0">
                <a:latin typeface="Abadi Extra Light" panose="020B0204020104020204" pitchFamily="34" charset="0"/>
              </a:rPr>
              <a:t>E me chamas a responder sim!</a:t>
            </a:r>
            <a:endParaRPr lang="pt-PT" sz="8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072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37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Creio na alegria de viver.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Sinto que o Senhor me enviou.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Quero ser anunciador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Dessa paz que Cristo ensinou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no meio da guerra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A minha arma é o AMOR!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9619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39446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Alegria de ser jovem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43075"/>
            <a:ext cx="9144000" cy="511492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meu caminho quis cruzar o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Quis conhecer-te, tudo quem tu 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eu nem te sei dizer,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Nem te sei explicar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que sinto quando me vens abraçar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1129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62050"/>
            <a:ext cx="9233807" cy="402642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i="1" dirty="0">
                <a:latin typeface="Abadi Extra Light" panose="020B0204020104020204" pitchFamily="34" charset="0"/>
              </a:rPr>
              <a:t>Então vem, canta comigo, que há tanto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i="1" dirty="0">
                <a:latin typeface="Abadi Extra Light" panose="020B0204020104020204" pitchFamily="34" charset="0"/>
              </a:rPr>
              <a:t>A bater forte no peito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i="1" dirty="0">
                <a:latin typeface="Abadi Extra Light" panose="020B0204020104020204" pitchFamily="34" charset="0"/>
              </a:rPr>
              <a:t>Faz-me levantar…</a:t>
            </a:r>
            <a:endParaRPr lang="pt-PT" sz="16000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26512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5250"/>
            <a:ext cx="9233807" cy="5093222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a alegria de ser  jovem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Dar o Sim de Maria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 ir… com pressa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Pelo mundo levar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 Tua palavra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Numa missão de amor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Que começa... Agora</a:t>
            </a:r>
            <a:endParaRPr lang="pt-PT" sz="5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50911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400"/>
            <a:ext cx="9144000" cy="5036072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Well there were times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I found myself at home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Waiting for changes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to happen on their own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But I heard His calling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Have you heard it too?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Don’t shut yourself away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4600" dirty="0">
                <a:latin typeface="Abadi Extra Light" panose="020B0204020104020204" pitchFamily="34" charset="0"/>
              </a:rPr>
              <a:t>If there’s a will, there’s a way</a:t>
            </a:r>
            <a:endParaRPr lang="pt-PT" sz="46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6869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250" y="1162050"/>
            <a:ext cx="8229600" cy="4026422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s-ES" sz="5400" i="1" dirty="0">
                <a:latin typeface="Abadi Extra Light" panose="020B0204020104020204" pitchFamily="34" charset="0"/>
              </a:rPr>
              <a:t>Así que ven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s-ES" sz="5400" i="1" dirty="0">
                <a:latin typeface="Abadi Extra Light" panose="020B0204020104020204" pitchFamily="34" charset="0"/>
              </a:rPr>
              <a:t>Canta conmigo, que hay tanto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s-ES" sz="5400" i="1" dirty="0">
                <a:latin typeface="Abadi Extra Light" panose="020B0204020104020204" pitchFamily="34" charset="0"/>
              </a:rPr>
              <a:t>Latiendo fuerte en el pecho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s-ES" sz="5400" i="1" dirty="0">
                <a:latin typeface="Abadi Extra Light" panose="020B0204020104020204" pitchFamily="34" charset="0"/>
              </a:rPr>
              <a:t>Hazme levantar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9026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5250"/>
            <a:ext cx="9233807" cy="5093222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a alegria de ser  jovem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Dar o Sim de Maria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 ir… com pressa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Pelo mundo levar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 Tua palavra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Numa missão de amor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Que começa... Agora</a:t>
            </a:r>
            <a:endParaRPr lang="pt-PT" sz="5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178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8570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291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Aleluia, já nasceu o Salvador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3686"/>
            <a:ext cx="9233807" cy="4363006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Já nasceu 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Adorai o Redentor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56922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71075"/>
            <a:ext cx="9233807" cy="7142447"/>
          </a:xfrm>
        </p:spPr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Escutai, amigos, a feliz notícia: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Hoje em Belém de Judá, nasceu p’ra nós o Salvador</a:t>
            </a:r>
            <a:endParaRPr lang="pt-PT" sz="27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0114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24217"/>
            <a:ext cx="9233807" cy="5009565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Já nasceu 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Adorai o Redentor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072490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08727"/>
            <a:ext cx="9233807" cy="714244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Escutai, amigos, a feliz notícia: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Glória a Deus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cá na terra aos homens, paz.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1084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24217"/>
            <a:ext cx="9233807" cy="5009565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Já nasceu 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Adorai o Redentor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1713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28814"/>
            <a:ext cx="9233807" cy="714244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Escutai, amigos, a feliz notícia: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Deus enviou o Seu Filho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Jesus Cristo Salvador.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1673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24217"/>
            <a:ext cx="9233807" cy="5009565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Já nasceu 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700" b="1" i="1" dirty="0">
                <a:latin typeface="Abadi Extra Light" panose="020B0204020104020204" pitchFamily="34" charset="0"/>
                <a:cs typeface="Calibri" panose="020F0502020204030204" pitchFamily="34" charset="0"/>
              </a:rPr>
              <a:t>Adorai o Redentor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8230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5602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Ando à procura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3686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Ando à procura de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Pelos caminhos vazios da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À noite escura dos sem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Vem ó Senhor dar luz e vida</a:t>
            </a:r>
            <a:r>
              <a:rPr lang="pt-PT" sz="128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662404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7107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Deus amou tanto o Seu povo,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o mundo que criou.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nos deu Seu próprio Filho,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Foi morto ressuscitou.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Dando a vida pelos homens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 eles morreu na cruz.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ficou Seu grande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Abriu caminhos de luz.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8303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Ando à procura de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Pelos caminhos vazios da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À noite escura dos sem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ó Senhor dar luz e vida.</a:t>
            </a:r>
            <a:r>
              <a:rPr lang="pt-PT" sz="204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06582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039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Teus caminhos estão vazios,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desalento é profundo.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há paz entres os teus filhos,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Há falta de amor no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Aceita porém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Nossa fé, nossa esperança.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Caminhamos para Ti,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 amor e confiança.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81137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Ando à procura de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Pelos caminhos vazios da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À noite escura dos sem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400" b="1" i="1" dirty="0">
                <a:latin typeface="Abadi Extra Light" panose="020B0204020104020204" pitchFamily="34" charset="0"/>
              </a:rPr>
              <a:t>Vem ó Senhor dar luz e vida.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7804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90090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Aprendiz de Viajante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52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Tive um sonho e quando acordei,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Viajei no tempo e desejei: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Entregar-Te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Estender a taça toda a transbordar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Cantei!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66271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Ir mais além,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Subindo as estrelas do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Descendo ao fundo da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Só Contigo eu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Embalado nos Teus passos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Abandonado em teus abraços 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aprendiz de viajante e até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Me perco em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0443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Deixei-Te à porta mas quando voltei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Vi que esperavas e desejei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entregar-Te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Estender a taça toda a transbordar, cantei!</a:t>
            </a:r>
            <a:endParaRPr lang="pt-PT" sz="48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5396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Ir mais além,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Subindo as estrelas do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Descendo ao fundo da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Só Contigo eu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Embalado nos Teus passos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Abandonado em teus abraços 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aprendiz de viajante e até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Me perco em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39834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493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Tentei atalhos em que me afastei,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Mas tu chamaste e eu desejei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entregar-Te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Estender a taça toda a transbordar, cantei!</a:t>
            </a:r>
            <a:endParaRPr lang="pt-PT" sz="7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12328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Ir mais além,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Subindo as estrelas do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Descendo ao fundo da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Só Contigo eu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Embalado nos Teus passos 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Abandonado em teus abraços 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aprendiz de viajante e até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Me perco em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204292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98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600" dirty="0">
                <a:latin typeface="Abadi Extra Light" panose="020B0204020104020204" pitchFamily="34" charset="0"/>
              </a:rPr>
              <a:t>E se algum dia me afastar de ti,</a:t>
            </a:r>
            <a:br>
              <a:rPr lang="pt-PT" sz="19600" dirty="0">
                <a:latin typeface="Abadi Extra Light" panose="020B0204020104020204" pitchFamily="34" charset="0"/>
              </a:rPr>
            </a:br>
            <a:r>
              <a:rPr lang="pt-PT" sz="19600" dirty="0">
                <a:latin typeface="Abadi Extra Light" panose="020B0204020104020204" pitchFamily="34" charset="0"/>
              </a:rPr>
              <a:t>E se algum dia me esquecer de nós,</a:t>
            </a:r>
            <a:br>
              <a:rPr lang="pt-PT" sz="19600" dirty="0">
                <a:latin typeface="Abadi Extra Light" panose="020B0204020104020204" pitchFamily="34" charset="0"/>
              </a:rPr>
            </a:br>
            <a:r>
              <a:rPr lang="pt-PT" sz="19600" dirty="0">
                <a:latin typeface="Abadi Extra Light" panose="020B0204020104020204" pitchFamily="34" charset="0"/>
              </a:rPr>
              <a:t>Vem procurar me onde eu estiver</a:t>
            </a:r>
            <a:br>
              <a:rPr lang="pt-PT" sz="19600" dirty="0">
                <a:latin typeface="Abadi Extra Light" panose="020B0204020104020204" pitchFamily="34" charset="0"/>
              </a:rPr>
            </a:br>
            <a:r>
              <a:rPr lang="pt-PT" sz="19600" dirty="0">
                <a:latin typeface="Abadi Extra Light" panose="020B0204020104020204" pitchFamily="34" charset="0"/>
              </a:rPr>
              <a:t>Não penses que eu sei ser sem ti,</a:t>
            </a:r>
            <a:br>
              <a:rPr lang="pt-PT" sz="19600" dirty="0">
                <a:latin typeface="Abadi Extra Light" panose="020B0204020104020204" pitchFamily="34" charset="0"/>
              </a:rPr>
            </a:br>
            <a:r>
              <a:rPr lang="pt-PT" sz="19600" dirty="0">
                <a:latin typeface="Abadi Extra Light" panose="020B0204020104020204" pitchFamily="34" charset="0"/>
              </a:rPr>
              <a:t>Sou apenas um aprendiz de Viajante</a:t>
            </a: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7254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6281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Aqui estou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943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o Deus do céu e mar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Eu ouvi o Meu povo chorar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Todos aqueles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estão na dor</a:t>
            </a:r>
            <a:br>
              <a:rPr lang="pt-PT" sz="21600" dirty="0">
                <a:latin typeface="Abadi Extra Light" panose="020B0204020104020204" pitchFamily="34" charset="0"/>
              </a:rPr>
            </a:br>
            <a:r>
              <a:rPr lang="pt-PT" sz="21600" dirty="0">
                <a:latin typeface="Abadi Extra Light" panose="020B0204020104020204" pitchFamily="34" charset="0"/>
              </a:rPr>
              <a:t>Eu salvarei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2343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13880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criei as estrelas do céu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O caminho alumiarei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Quem levará a minha luz?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Quem enviarei?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10609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3687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Aqui estou eu,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Para Ti Deus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Tua voz ouvi a chamar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E eu irei Deus, se guiares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Minhas mãos a ti servirão</a:t>
            </a:r>
            <a:endParaRPr lang="pt-PT" sz="128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8330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13880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o Deus da chuva e neve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Carreguei a vossa dor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Eu chorei pl’o vosso amor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Que me negais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32462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Quebrarei toda a pedra</a:t>
            </a:r>
            <a:br>
              <a:rPr lang="pt-PT" sz="24000" dirty="0">
                <a:latin typeface="Abadi Extra Light" panose="020B0204020104020204" pitchFamily="34" charset="0"/>
              </a:rPr>
            </a:br>
            <a:r>
              <a:rPr lang="pt-PT" sz="24000" dirty="0">
                <a:latin typeface="Abadi Extra Light" panose="020B0204020104020204" pitchFamily="34" charset="0"/>
              </a:rPr>
              <a:t>Que existe no coração</a:t>
            </a:r>
            <a:br>
              <a:rPr lang="pt-PT" sz="24000" dirty="0">
                <a:latin typeface="Abadi Extra Light" panose="020B0204020104020204" pitchFamily="34" charset="0"/>
              </a:rPr>
            </a:br>
            <a:r>
              <a:rPr lang="pt-PT" sz="24000" dirty="0">
                <a:latin typeface="Abadi Extra Light" panose="020B0204020104020204" pitchFamily="34" charset="0"/>
              </a:rPr>
              <a:t>Para que estes apenas vivam</a:t>
            </a:r>
            <a:br>
              <a:rPr lang="pt-PT" sz="24000" dirty="0">
                <a:latin typeface="Abadi Extra Light" panose="020B0204020104020204" pitchFamily="34" charset="0"/>
              </a:rPr>
            </a:br>
            <a:r>
              <a:rPr lang="pt-PT" sz="24000" dirty="0">
                <a:latin typeface="Abadi Extra Light" panose="020B0204020104020204" pitchFamily="34" charset="0"/>
              </a:rPr>
              <a:t>Para amar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5434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3687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Aqui estou eu,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Para Ti Deus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Tua voz ouvi a chamar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E eu irei Deus, se guiares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Minhas mãos a ti servirão</a:t>
            </a:r>
            <a:endParaRPr lang="pt-PT" sz="128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34114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13880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o Deus do fogo e ar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O pobre e o fraco aliviarei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Um banquete preparei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Para vos salvar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79852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O melhor pão eu darei</a:t>
            </a:r>
            <a:br>
              <a:rPr lang="pt-PT" sz="26400" dirty="0">
                <a:latin typeface="Abadi Extra Light" panose="020B0204020104020204" pitchFamily="34" charset="0"/>
              </a:rPr>
            </a:br>
            <a:r>
              <a:rPr lang="pt-PT" sz="26400" dirty="0">
                <a:latin typeface="Abadi Extra Light" panose="020B0204020104020204" pitchFamily="34" charset="0"/>
              </a:rPr>
              <a:t>Saciados ficareis</a:t>
            </a:r>
            <a:br>
              <a:rPr lang="pt-PT" sz="26400" dirty="0">
                <a:latin typeface="Abadi Extra Light" panose="020B0204020104020204" pitchFamily="34" charset="0"/>
              </a:rPr>
            </a:br>
            <a:r>
              <a:rPr lang="pt-PT" sz="26400" dirty="0">
                <a:latin typeface="Abadi Extra Light" panose="020B0204020104020204" pitchFamily="34" charset="0"/>
              </a:rPr>
              <a:t>Eu darei a Minha vida</a:t>
            </a:r>
            <a:br>
              <a:rPr lang="pt-PT" sz="26400" dirty="0">
                <a:latin typeface="Abadi Extra Light" panose="020B0204020104020204" pitchFamily="34" charset="0"/>
              </a:rPr>
            </a:br>
            <a:r>
              <a:rPr lang="pt-PT" sz="26400" dirty="0">
                <a:latin typeface="Abadi Extra Light" panose="020B0204020104020204" pitchFamily="34" charset="0"/>
              </a:rPr>
              <a:t>Quem enviarei?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6675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3687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Aqui estou eu,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Para Ti Deus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Tua voz ouvi a chamar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E eu irei Deus, se guiares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Minhas mãos a ti servirão</a:t>
            </a:r>
            <a:endParaRPr lang="pt-PT" sz="128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97688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127884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Batiza-me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Batiza-me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Com o Teu espírito   (X3)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Batiza-me, batiza-me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deixa-me sentir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Teu fogo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Aqui, no coração, Senhor (X2)</a:t>
            </a:r>
          </a:p>
          <a:p>
            <a:pPr marL="0" indent="0" algn="ctr">
              <a:buNone/>
            </a:pPr>
            <a:endParaRPr lang="pt-PT" sz="36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2405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Converte-me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Com o Teu espírito   (X3)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Converte-me, converte-me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E deixa-me sentir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Teu fogo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Aqui, no coração, Senhor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Transforma-me Senhor…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Ilumina-me Senhor…</a:t>
            </a:r>
          </a:p>
          <a:p>
            <a:pPr marL="0" indent="0" algn="ctr">
              <a:buNone/>
            </a:pPr>
            <a:endParaRPr lang="pt-PT" sz="36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089437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883898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Bendiz o Senhor (Bless the Lord, my soul)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943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Bendiz o Senhor, louva o Seu Santo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Bendiz o Senhor, que à vida nos conduz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10308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7240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Bendizemos o teu nome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943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Bendizemos 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Mãe do Céu, Virgem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Bendizemos à porfia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teu filho salvador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869821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19997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33488"/>
            <a:ext cx="9233807" cy="6624512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Esmagaste, ó Virgem santa,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Toda bela e imaculada,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cabeça envenenada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Do dragão enganador.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48361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29609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6443"/>
            <a:ext cx="9233807" cy="662451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Todo o mundo, ó Mãe bendita,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Cheio está das tuas glórias,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De perpétuas memórias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De teu nome e teu louvor.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3039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9416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21978"/>
            <a:ext cx="9233807" cy="662451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Advogada poderosa,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O universo em ti confia,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Porque és Tu refúgio e guia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o justo e pecador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98304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306963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662451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És conforto dos aflitos,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És das graças dispenseira,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És da paz a mensageira,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Nossa esperança e nosso amor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133314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5071"/>
            <a:ext cx="9233807" cy="5864313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800" b="1" i="1" dirty="0">
                <a:latin typeface="Abadi Extra Light" panose="020B0204020104020204" pitchFamily="34" charset="0"/>
              </a:rPr>
              <a:t>Aqui vimos, Mãe Querida, Consagrar-te o nosso Amor (x2)</a:t>
            </a: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43032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9921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Bom Pastor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29903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400" dirty="0">
                <a:latin typeface="Abadi Extra Light" panose="020B0204020104020204" pitchFamily="34" charset="0"/>
              </a:rPr>
              <a:t>Quando Te encontro e descanso,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400" dirty="0">
                <a:latin typeface="Abadi Extra Light" panose="020B0204020104020204" pitchFamily="34" charset="0"/>
              </a:rPr>
              <a:t>Tu reconfortas minh’alma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10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10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10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32112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Teu festim me conforta,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Faz-me cantar de alegria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451069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Tua bondade me ajuda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 viver de cada dia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9558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 Teus caminhos me guias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louvor do Teu nome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272116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temerei os perigos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Pois sei que Tu estas comigo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4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100387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Minha morada p’ra sempre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Seja Tua casa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Cristo, Senhor, és o guia,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Bom Pastor que me conduz,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Minha vida e minha luz.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82893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258914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Braços no 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75941"/>
            <a:ext cx="9233807" cy="549032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42219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33488"/>
            <a:ext cx="9233807" cy="641311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Dou-te o braço direito para abraçar o irmão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lhe dar o que tenho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ser a Tua mão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483214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03"/>
            <a:ext cx="9233807" cy="69415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1743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6172"/>
            <a:ext cx="9233807" cy="641311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Dou-te o braço esquerdo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puxar o arado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lançar as redes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Do Teu apostolado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71892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03"/>
            <a:ext cx="9233807" cy="69415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0789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6172"/>
            <a:ext cx="9233807" cy="641311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Dou-te a perna direita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Para andar o caminho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Que Tu andaste, Senhor.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dirty="0">
                <a:latin typeface="Abadi Extra Light" panose="020B0204020104020204" pitchFamily="34" charset="0"/>
              </a:rPr>
              <a:t>Nunca estarei sozinho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289558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03"/>
            <a:ext cx="9233807" cy="69415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09258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02081"/>
            <a:ext cx="9233807" cy="641311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Dou-te a perna esquerda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correr apressado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Falando de Ti,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Aqui e em todo o lado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0871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03"/>
            <a:ext cx="9233807" cy="69415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no ar para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a abrir para acolher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Braços em cruz para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Aqui, aqui está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87131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97537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Caminhar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8121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Vou contigo procurar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Novos horizontes,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Pela Terra andar.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Novas pontes construir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Novos povos encontrar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Pela terra andar.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29892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188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Caminhar, (caminhar)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Caminhar, (caminhar)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Caminhar,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Contigo, procurar.</a:t>
            </a:r>
            <a:endParaRPr lang="pt-PT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938265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422024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Caminho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892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Aqui estamos nós, junto 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Tu nos convidaste a vir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quiseste Tu, estar aqui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Porque nos amas...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esperança que Tu nos dás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Dentro de nós é uma chama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ajudará a alastrar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a dar amor a todos.</a:t>
            </a:r>
            <a:endParaRPr lang="pt-PT" sz="64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81416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caminho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Não o faremos sós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Connosco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 caminharás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Junto a Ti seremos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Como Teus braços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Abertos à humanidade</a:t>
            </a:r>
            <a:endParaRPr lang="pt-PT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74928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93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quando o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Nos seja difícil,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Connosco Tu caminharás.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Levaremos a todos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Tua mensagem,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Anúncio de paz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de amor.</a:t>
            </a:r>
          </a:p>
        </p:txBody>
      </p:sp>
    </p:spTree>
    <p:extLst>
      <p:ext uri="{BB962C8B-B14F-4D97-AF65-F5344CB8AC3E}">
        <p14:creationId xmlns:p14="http://schemas.microsoft.com/office/powerpoint/2010/main" val="243714190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334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Testemunha fiel da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da justiça defensor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És para nós 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Porque não te cansas de amar.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nosso amigo sempre fiel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Sempre vives com a humanidade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Tens grande predileção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Pelos que estão longe!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179114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caminho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Não o faremos sós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Connosco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Tu caminharás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Junto a Ti seremos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Como Teus braços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Abertos á humanidade</a:t>
            </a:r>
            <a:endParaRPr lang="pt-PT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010088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93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quando o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Nos seja difícil, 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Connosco Tu caminharás.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Levaremos a todos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Tua mensagem,</a:t>
            </a:r>
            <a:br>
              <a:rPr lang="pt-PT" sz="24000" b="1" i="1" dirty="0">
                <a:latin typeface="Abadi Extra Light" panose="020B0204020104020204" pitchFamily="34" charset="0"/>
              </a:rPr>
            </a:br>
            <a:r>
              <a:rPr lang="pt-PT" sz="24000" b="1" i="1" dirty="0">
                <a:latin typeface="Abadi Extra Light" panose="020B0204020104020204" pitchFamily="34" charset="0"/>
              </a:rPr>
              <a:t>Anúncio de paz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de amor.</a:t>
            </a:r>
          </a:p>
        </p:txBody>
      </p:sp>
    </p:spTree>
    <p:extLst>
      <p:ext uri="{BB962C8B-B14F-4D97-AF65-F5344CB8AC3E}">
        <p14:creationId xmlns:p14="http://schemas.microsoft.com/office/powerpoint/2010/main" val="304432928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805516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Cantai, rezai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2227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Cantai, rezai, celebrai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Deus nos acolhe povo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Cantai, rezai, celebrai o Seu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Deus nos acolhe na sua casa.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779043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300" dirty="0">
                <a:latin typeface="Abadi Extra Light" panose="020B0204020104020204" pitchFamily="34" charset="0"/>
              </a:rPr>
              <a:t>Ele fez o céu e a terra,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3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300" dirty="0">
                <a:latin typeface="Abadi Extra Light" panose="020B0204020104020204" pitchFamily="34" charset="0"/>
              </a:rPr>
              <a:t>Fez o homem à sua imagem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3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16265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276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povo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na sua casa</a:t>
            </a:r>
            <a:endParaRPr lang="pt-PT" sz="14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9851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89225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Ele falou pelos profetas,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Sua palavra é uma promessa,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56261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276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povo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na sua casa</a:t>
            </a:r>
            <a:endParaRPr lang="pt-PT" sz="14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02251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No espírito fomos batizados,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O seu amor molda a nossa igreja,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34240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276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povo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Cantai, rezai, celebrai o Seu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nos acolhe na sua casa</a:t>
            </a:r>
            <a:endParaRPr lang="pt-PT" sz="14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18189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24394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Aclamai Deus, a sua palavra,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Nos criou e nos libertou,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Eterno é 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300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187341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08432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2800" dirty="0">
                <a:solidFill>
                  <a:schemeClr val="bg1"/>
                </a:solidFill>
                <a:latin typeface="Abadi Extra Light" panose="020B0204020104020204" pitchFamily="34" charset="0"/>
              </a:rPr>
              <a:t>Cantai, todos os povos (</a:t>
            </a:r>
            <a:r>
              <a:rPr lang="pt-PT" sz="28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Laudate</a:t>
            </a:r>
            <a:r>
              <a:rPr lang="pt-PT" sz="2800" dirty="0">
                <a:solidFill>
                  <a:schemeClr val="bg1"/>
                </a:solidFill>
                <a:latin typeface="Abadi Extra Light" panose="020B0204020104020204" pitchFamily="34" charset="0"/>
              </a:rPr>
              <a:t> </a:t>
            </a:r>
            <a:r>
              <a:rPr lang="pt-PT" sz="28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omnes</a:t>
            </a:r>
            <a:r>
              <a:rPr lang="pt-PT" sz="2800" dirty="0">
                <a:solidFill>
                  <a:schemeClr val="bg1"/>
                </a:solidFill>
                <a:latin typeface="Abadi Extra Light" panose="020B0204020104020204" pitchFamily="34" charset="0"/>
              </a:rPr>
              <a:t> gentes)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679371"/>
            <a:ext cx="9233807" cy="5011575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Cantai todos os povos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Louvai nosso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Cantai todos os povos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Louvai nosso Senhor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898547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52216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Cantarei ao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82256"/>
            <a:ext cx="9233807" cy="501157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Cantarei ao Senhor, enquanto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Louvarei o meu Deus enquanto existir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Nele encontro a minh’alegria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Nele encontro a minh’alegria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7814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36258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Cantarei, cantarei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892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crês em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acreditas que Ele há-de voltar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Segue o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Jesus te veio ensinar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Então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a vida se pode tornar melhor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86393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Cantarei, cantarei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O que Deus nos veio ensinar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Que a maneira de chegar ao céu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É amar, é amar, 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É amar, é amar,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O pobre o rico o pecador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E tudo o que nesta vida é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  querido do Senhor.</a:t>
            </a:r>
            <a:endParaRPr lang="pt-PT" sz="4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88465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001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Deus quiser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Hei-de deixar de pensar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assim roubar	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Tempo ao tempo para O adorar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Serei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comigo será todo o que cantar!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68120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Cantarei, cantarei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O que Deus nos veio ensinar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Que a maneira de chegar ao céu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É amar, é amar, 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É amar, é amar,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O pobre o rico o pecador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E tudo o que nesta vida é</a:t>
            </a:r>
            <a:br>
              <a:rPr lang="pt-PT" sz="4400" b="1" i="1" dirty="0">
                <a:latin typeface="Abadi Extra Light" panose="020B0204020104020204" pitchFamily="34" charset="0"/>
              </a:rPr>
            </a:br>
            <a:r>
              <a:rPr lang="pt-PT" sz="4400" b="1" i="1" dirty="0">
                <a:latin typeface="Abadi Extra Light" panose="020B0204020104020204" pitchFamily="34" charset="0"/>
              </a:rPr>
              <a:t>  querido do Senhor.</a:t>
            </a:r>
            <a:endParaRPr lang="pt-PT" sz="4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47895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377719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Como são belos os pés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055" y="17145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Já se ouvem nossos passos a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Já se ouvem nossas vozes de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Neste dia que é uma bênção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a Igreja reunida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Jesus Cristo nos congrega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faz irmãos.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426279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6169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Como são belos os pés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anunciam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as mãos que repartem o pão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refeição do cordeiro,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Da palavra, vinho e pão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Somos o povo de Deus em comunhão.</a:t>
            </a:r>
          </a:p>
        </p:txBody>
      </p:sp>
    </p:spTree>
    <p:extLst>
      <p:ext uri="{BB962C8B-B14F-4D97-AF65-F5344CB8AC3E}">
        <p14:creationId xmlns:p14="http://schemas.microsoft.com/office/powerpoint/2010/main" val="324834337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4738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Todos vós que tendes sede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Vinde beber á fonte da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Saciai a vossa fome.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Sem pagar vinho nem pão.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49635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4962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Como são belos os pés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anunciam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as mãos que repartem o pão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refeição do cordeiro,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Da palavra, vinho e pão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Somos o povo de Deus em comunhão.</a:t>
            </a:r>
          </a:p>
        </p:txBody>
      </p:sp>
    </p:spTree>
    <p:extLst>
      <p:ext uri="{BB962C8B-B14F-4D97-AF65-F5344CB8AC3E}">
        <p14:creationId xmlns:p14="http://schemas.microsoft.com/office/powerpoint/2010/main" val="31324887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414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se mudam nossos corações de pedra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força do espírito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vencemos as barreiras, que destroem a harmonia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Jesus Cristo nos congrega e faz irmãos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150033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7048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Como são belos os pés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anunciam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as mãos que repartem o pão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refeição do cordeiro,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Da palavra, vinho e pão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Somos o povo de Deus em comunhão.</a:t>
            </a:r>
          </a:p>
        </p:txBody>
      </p:sp>
    </p:spTree>
    <p:extLst>
      <p:ext uri="{BB962C8B-B14F-4D97-AF65-F5344CB8AC3E}">
        <p14:creationId xmlns:p14="http://schemas.microsoft.com/office/powerpoint/2010/main" val="18396112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220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Vinde todos que sóis pobres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Injustiçados, sem teto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ou sem pão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Vinde ser fraternidade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Gerar o Cristo, fazer libertação.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02290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773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Como são belos os pés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anunciam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as mãos que repartem o pão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refeição do cordeiro,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Da palavra, vinho e pão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Somos o povo de Deus em comunhão.</a:t>
            </a:r>
          </a:p>
        </p:txBody>
      </p:sp>
    </p:spTree>
    <p:extLst>
      <p:ext uri="{BB962C8B-B14F-4D97-AF65-F5344CB8AC3E}">
        <p14:creationId xmlns:p14="http://schemas.microsoft.com/office/powerpoint/2010/main" val="420612976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384723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Confiarei (O Senhor é meu pastor)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251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Confiarei, nessa voz que não se impõe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Mas que ouço bem cá dentro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No silêncio a segredar.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Confiarei, ainda que mil outras vozes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Corram muito mais velozes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dirty="0">
                <a:latin typeface="Abadi Extra Light" panose="020B0204020104020204" pitchFamily="34" charset="0"/>
              </a:rPr>
              <a:t>Para me fazer parar.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914091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653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avançarei,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Avançarei no meu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Agora eu sei,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Tu comigo vens também,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Aonde fores, aí estarei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Ti avançarei!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255678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1740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O Senhor é meu Pastor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Sei que nada temerei,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Ele guia o meu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Sem medo avançarei. (X2)</a:t>
            </a:r>
          </a:p>
        </p:txBody>
      </p:sp>
    </p:spTree>
    <p:extLst>
      <p:ext uri="{BB962C8B-B14F-4D97-AF65-F5344CB8AC3E}">
        <p14:creationId xmlns:p14="http://schemas.microsoft.com/office/powerpoint/2010/main" val="151476402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75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Confiarei, por verdes prados me levas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em Teu olhar sossegas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pressa do meu olhar.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Confiarei, a frescura das Tuas fontes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a minha vida cheia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Minha taça a transbordar</a:t>
            </a:r>
            <a:r>
              <a:rPr lang="pt-PT" sz="21600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7018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653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avançarei,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Avançarei no meu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Agora eu sei,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Tu comigo vens também,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Aonde fores, aí estarei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Ti avançarei!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8848682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1740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O Senhor é meu Pastor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Sei que nada temerei,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Ele guia o meu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Sem medo avançarei. (X2)</a:t>
            </a:r>
          </a:p>
        </p:txBody>
      </p:sp>
    </p:spTree>
    <p:extLst>
      <p:ext uri="{BB962C8B-B14F-4D97-AF65-F5344CB8AC3E}">
        <p14:creationId xmlns:p14="http://schemas.microsoft.com/office/powerpoint/2010/main" val="219486845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95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Confiarei, na Tua mão que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 não me prende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que guia cada passo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Do caminho que eu fizer,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Confiarei, ainda que 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 escureça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há mal que me aconteça,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eu contigo estiver.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863491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653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avançarei,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Avançarei no meu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Agora eu sei,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Tu comigo vens também,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Aonde fores, aí estarei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Ti avançarei!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14821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1740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O Senhor é meu Pastor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Sei que nada temerei,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Ele guia o meu andar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b="1" i="1" dirty="0">
                <a:latin typeface="Abadi Extra Light" panose="020B0204020104020204" pitchFamily="34" charset="0"/>
              </a:rPr>
              <a:t>Sem medo avançarei. (X2)</a:t>
            </a:r>
          </a:p>
        </p:txBody>
      </p:sp>
    </p:spTree>
    <p:extLst>
      <p:ext uri="{BB962C8B-B14F-4D97-AF65-F5344CB8AC3E}">
        <p14:creationId xmlns:p14="http://schemas.microsoft.com/office/powerpoint/2010/main" val="122328186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1857833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Consagração a Nossa Senhora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25199"/>
            <a:ext cx="9233807" cy="5119730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200" b="1" i="1" dirty="0">
                <a:latin typeface="Abadi Extra Light" panose="020B0204020104020204" pitchFamily="34" charset="0"/>
              </a:rPr>
              <a:t>Ó Senhora minha, ó minha Mãe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b="1" i="1" dirty="0">
                <a:latin typeface="Abadi Extra Light" panose="020B0204020104020204" pitchFamily="34" charset="0"/>
              </a:rPr>
              <a:t>Eu me ofereço, todo a vós, em prova da minha devoção para convosco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200" b="1" i="1" dirty="0">
                <a:latin typeface="Abadi Extra Light" panose="020B0204020104020204" pitchFamily="34" charset="0"/>
              </a:rPr>
              <a:t>Vos consagro neste dia e para sempre, os meus olhos, os meus ouvidos, a minha boca, o meu coração e inteiramente todo o meu ser</a:t>
            </a:r>
          </a:p>
          <a:p>
            <a:pPr marL="0" indent="0" algn="ctr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083006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35805"/>
            <a:ext cx="9233807" cy="613358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porque assim sou vosso, ó incomparável Mãe, guardai-me e defendei-me como coisa e propriedade vossa </a:t>
            </a: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14881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02954"/>
            <a:ext cx="9233807" cy="613358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Lembrai que vos pertenço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Terna mãe, Senhora nossa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Guardai-me e defendei-me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Como coisa própria vossa</a:t>
            </a:r>
            <a:endParaRPr lang="pt-PT" sz="8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0391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65714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Construtores de luz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66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Quando estamos sós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nos falta a voz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Vamos ser construtores de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formos um só, um sol a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Somos construtores de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575642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788554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Conta as estrelas do céu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848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Tu, Senhor, sabes bem o que eu penso e conheces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cada palavra antes de eu a dizer.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Tu conheces minh’alma como a palma dessa Tua 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Só não entendo, Senhor, como sou tanto p'ra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Porque te páras quando olhas para mim.</a:t>
            </a:r>
            <a:endParaRPr lang="pt-PT" sz="4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13063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8585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Conta as estrelas do céu, soma tudo o que Eu já fiz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mar, antes que houvesse luar,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tempo eu já esperava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Ai se soubesses do amor, uma só noite, uma paixão,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Tu correrias p'ra mim e dançarias com 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Coisas da vida ao som da Minha canção.</a:t>
            </a:r>
            <a:endParaRPr lang="pt-PT" sz="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34932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067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Vês-me quando caminho, vês-me quando descanso,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Segues atento cada passo que eu der.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Vês-me quando tropeço e nem aí me queres condenar.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Só não entendo, Senhor, como sou tanto p'ra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Porque te páras quando olhas para mim.</a:t>
            </a:r>
            <a:endParaRPr lang="pt-PT" sz="5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11680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8256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Conta as estrelas do céu, soma tudo o que Eu já fiz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mar, antes que houvesse luar,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tempo eu já esperava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Ai se soubesses do amor, uma só noite, uma paixão,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Tu correrias p'ra mim e dançarias com 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Coisas da vida ao som da Minha canção.</a:t>
            </a:r>
            <a:endParaRPr lang="pt-PT" sz="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293202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023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 eu fugisse a voar sobre as asas da aurora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me escondesse lá nos confins do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Mesmo aí, eu sei bem, haverias de me encontrar.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Só não entendo, Senhor, como sou tanto p'ra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Porque te páras quando olhas para mim.</a:t>
            </a:r>
            <a:endParaRPr lang="pt-PT" sz="5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204224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6498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Conta as estrelas do céu, soma tudo o que Eu já fiz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mar, antes que houvesse luar,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tempo eu já esperava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Ai se soubesses do amor, uma só noite, uma paixão,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Tu correrias p'ra mim e dançarias com 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Coisas da vida ao som da Minha canção.</a:t>
            </a:r>
            <a:endParaRPr lang="pt-PT" sz="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48618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7598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Incontáveis, ó Deus, os mistérios da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Mais numerosos que as areias do 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mistério maior é mesmo Tu acreditares em mim.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Só não entendo, Senhor, como sou tanto p'ra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Porque te páras quando olhas para mim.</a:t>
            </a:r>
            <a:endParaRPr lang="pt-PT" sz="5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889280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59474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Conta as estrelas do céu, soma tudo o que Eu já fiz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mar, antes que houvesse luar,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Antes do tempo eu já esperava por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Ai se soubesses do amor, uma só noite, uma paixão,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Tu correrias p'ra mim e dançarias com 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b="1" i="1" dirty="0">
                <a:latin typeface="Abadi Extra Light" panose="020B0204020104020204" pitchFamily="34" charset="0"/>
              </a:rPr>
              <a:t>Coisas da vida ao som da Minha canção.</a:t>
            </a:r>
            <a:endParaRPr lang="pt-PT" sz="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1147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17598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Cristo em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66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faz que olhem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Só te vejam a ti, só te vejam 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ser eu quem fala, mas só tu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Eu quem fala mas só tu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Só Cristo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4469886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835649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Cristo vive, Anuncia-o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288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Cristo vive anuncia-O,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Escutei-O no meu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Ele falou-me de meu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 me ama com loucura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705662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979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Cristo vive anuncia-O,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Escutei-O no meu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Tenho-O visto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nos meus irmãos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que partilham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Amor e gozo.</a:t>
            </a:r>
            <a:endParaRPr lang="pt-PT" sz="9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993618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Oh irmão, vem comigo,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é amar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que move a tua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Mostra que Cristo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Já vive no teu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Olha, Ele vive,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Anuncia-O! (x2)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147402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813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Cristo vive anuncia-O,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Escutei-O no meu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Pois a morte nada pode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Porque o Pai o ressuscita.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Cristo vive anuncia-O,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Escutei-O no meu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me grita aos meus irmãos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que sofrem e vivem sós.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848652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Oh irmão, vem comigo,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é amar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que move a tua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Mostra que Cristo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Já vive no teu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Olha, Ele vive,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Anuncia-O! (x2)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8771425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203392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Da </a:t>
            </a:r>
            <a:r>
              <a:rPr lang="pt-PT" sz="36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pacem</a:t>
            </a: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cordium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B72797-98B1-0FAA-5569-EE85106F7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18616"/>
            <a:ext cx="7886700" cy="4351338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9600" dirty="0">
                <a:latin typeface="Abadi Extra Light" panose="020B0204020104020204" pitchFamily="34" charset="0"/>
              </a:rPr>
              <a:t>Da </a:t>
            </a:r>
            <a:r>
              <a:rPr lang="pt-PT" sz="9600" dirty="0" err="1">
                <a:latin typeface="Abadi Extra Light" panose="020B0204020104020204" pitchFamily="34" charset="0"/>
              </a:rPr>
              <a:t>pacem</a:t>
            </a:r>
            <a:r>
              <a:rPr lang="pt-PT" sz="9600" dirty="0">
                <a:latin typeface="Abadi Extra Light" panose="020B0204020104020204" pitchFamily="34" charset="0"/>
              </a:rPr>
              <a:t> </a:t>
            </a:r>
            <a:r>
              <a:rPr lang="pt-PT" sz="9600" dirty="0" err="1">
                <a:latin typeface="Abadi Extra Light" panose="020B0204020104020204" pitchFamily="34" charset="0"/>
              </a:rPr>
              <a:t>cordium</a:t>
            </a:r>
            <a:endParaRPr lang="pt-PT" sz="9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9600" dirty="0">
                <a:latin typeface="Abadi Extra Light" panose="020B0204020104020204" pitchFamily="34" charset="0"/>
              </a:rPr>
              <a:t>Da </a:t>
            </a:r>
            <a:r>
              <a:rPr lang="pt-PT" sz="9600" dirty="0" err="1">
                <a:latin typeface="Abadi Extra Light" panose="020B0204020104020204" pitchFamily="34" charset="0"/>
              </a:rPr>
              <a:t>pacem</a:t>
            </a:r>
            <a:r>
              <a:rPr lang="pt-PT" sz="9600" dirty="0">
                <a:latin typeface="Abadi Extra Light" panose="020B0204020104020204" pitchFamily="34" charset="0"/>
              </a:rPr>
              <a:t> </a:t>
            </a:r>
            <a:r>
              <a:rPr lang="pt-PT" sz="9600" dirty="0" err="1">
                <a:latin typeface="Abadi Extra Light" panose="020B0204020104020204" pitchFamily="34" charset="0"/>
              </a:rPr>
              <a:t>cordium</a:t>
            </a:r>
            <a:endParaRPr lang="pt-PT" sz="9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9600" dirty="0">
                <a:latin typeface="Abadi Extra Light" panose="020B0204020104020204" pitchFamily="34" charset="0"/>
              </a:rPr>
              <a:t>Da </a:t>
            </a:r>
            <a:r>
              <a:rPr lang="pt-PT" sz="9600" dirty="0" err="1">
                <a:latin typeface="Abadi Extra Light" panose="020B0204020104020204" pitchFamily="34" charset="0"/>
              </a:rPr>
              <a:t>pacem</a:t>
            </a:r>
            <a:r>
              <a:rPr lang="pt-PT" sz="9600" dirty="0">
                <a:latin typeface="Abadi Extra Light" panose="020B0204020104020204" pitchFamily="34" charset="0"/>
              </a:rPr>
              <a:t>, da </a:t>
            </a:r>
            <a:r>
              <a:rPr lang="pt-PT" sz="9600" dirty="0" err="1">
                <a:latin typeface="Abadi Extra Light" panose="020B0204020104020204" pitchFamily="34" charset="0"/>
              </a:rPr>
              <a:t>pacem</a:t>
            </a:r>
            <a:endParaRPr lang="pt-PT" sz="1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28712496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316865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Dar mais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 a tua voz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Trouxer mil vozes p’ra cantar,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Vais descobrir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Mil harmonias belas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ao céu hão de chegar.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Fica mais rica a alma de quem dá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Chega mais alto o hino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De quem vive a partilhar. </a:t>
            </a:r>
            <a:endParaRPr lang="pt-PT" sz="4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1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212163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tens que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Tens que deixar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há,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Se vais ficar muito orgulhoso,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Vê bem, tens que te lembrar.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4915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3633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És um grãozinho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 uma praia maior,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deves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Tudo o que tens de melhor.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P’ra avaliar a tua alma há leis.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 tens que dar 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255187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132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Olho p’ro céu,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Senti que a sorte estava ali,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com valor,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Fui conseguindo tornar bom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O que até era mau.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grão a grão construir o seu poder.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pouco a pouco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Subiu a escadaria do amor.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4193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tens que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Tens que deixar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há,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Se vais ficar muito orgulhoso,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Vê bem, tens que te lembrar.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383547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8357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És um grãozinho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 uma praia maior,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deves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Tudo o que tens de melhor.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P’ra avaliar a tua alma há leis.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 tens que dar 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797144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67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tempo vai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de um rapaz um homem vem.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Sem medo vê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O teu destino vai em frente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P’ra servir o bem.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 tão profunda a mensagem que chegou.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São tão seguras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largas as pontes que Ele deixou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4546355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tens que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Tens que deixar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há,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Se vais ficar muito orgulhoso,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Vê bem, tens que te lembrar.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06685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5720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És um grãozinho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De uma praia maior,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E deves dar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Tudo o que tens de melhor.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P’ra avaliar a tua alma há leis.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Tu tens que dar um pouco mais 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Do que tens.</a:t>
            </a:r>
            <a:endParaRPr lang="pt-PT" sz="24000" b="1" i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743954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735571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 noite iremos em busca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58109"/>
            <a:ext cx="9233807" cy="5416199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noite iremos em busca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Da fonte de água viva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Só nos guia a nossa sede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Só nossa sede nos guia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544961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9124364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Deixa Deus entrar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Deixa Deus entrar,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Na Tua própria casa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Deixa-te tocar pela sua graça,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Dentro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Reza-lhe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Senhor,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queres que eu faça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796038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Só no fundo do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vou encontrar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razões de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razões de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bem dentro de nós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está a raiz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nos faz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ser feliz… </a:t>
            </a:r>
          </a:p>
          <a:p>
            <a:pPr marL="0" indent="0">
              <a:buNone/>
            </a:pP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1647912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Deixa Deus entrar,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Na Tua própria casa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Deixa-te tocar pela sua graça,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Dentro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Reza-lhe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queres que eu faça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64833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Tanta coisa me impede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O escutar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desvia da meta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que me propus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 vou ter coragem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O deixar entrar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Vou sentir o clarão,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 Sua luz…</a:t>
            </a:r>
          </a:p>
          <a:p>
            <a:pPr marL="0" indent="0">
              <a:buNone/>
            </a:pP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93734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Deixa Deus entrar,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Na Tua própria casa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Deixa-te tocar pela sua graça,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Dentro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Reza-lhe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queres que eu faça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327044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361B4-8B3C-E680-BFC0-6BF91BA69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A0CDF-3C15-5035-B752-00549BFD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6548201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Calibri" panose="020F050202020403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Calibri" panose="020F0502020204030204" pitchFamily="34" charset="0"/>
              </a:rPr>
            </a:br>
            <a:r>
              <a:rPr lang="pt-PT" sz="3600" u="sng" dirty="0">
                <a:solidFill>
                  <a:schemeClr val="bg1"/>
                </a:solidFill>
                <a:latin typeface="Calibri" panose="020F0502020204030204" pitchFamily="34" charset="0"/>
              </a:rPr>
              <a:t>Dentro de mim (Minha luz é Jesus)</a:t>
            </a:r>
            <a:endParaRPr lang="pt-PT" sz="3600" dirty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3799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Dentro de mim existe uma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Que me mostra por onde por onde deverei andar.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Dentro de mim também mora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Que me ensina a buscar o seu jeito de sonhar.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02154790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662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dirty="0">
                <a:latin typeface="Calibri" panose="020F0502020204030204" pitchFamily="34" charset="0"/>
              </a:rPr>
              <a:t>Minha luz é Jesus, e Jesus me conduz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dirty="0">
                <a:latin typeface="Calibri" panose="020F0502020204030204" pitchFamily="34" charset="0"/>
              </a:rPr>
              <a:t>Pelos caminhos da paz.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52086141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B105B-F7AC-DE5C-C7C8-316FBD1AF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779DE75-07CA-ED2D-C03F-A8E2167F5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0797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Dentro de mim existe um farol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Que me mostra por onde por onde deverei remar.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Dentro de mim Jesus Cristo é o sol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Calibri" panose="020F0502020204030204" pitchFamily="34" charset="0"/>
              </a:rPr>
              <a:t>Que me ensina a buscar o seu jeito de amar.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CD05DEF-8F4B-B465-B673-7D4BAC352046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66803408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A21EC-7DD1-23A2-0FEC-A2BD36368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BA3B941-CC4A-45DB-2F98-9056DF283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662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dirty="0">
                <a:latin typeface="Calibri" panose="020F0502020204030204" pitchFamily="34" charset="0"/>
              </a:rPr>
              <a:t>Minha luz é Jesus, e Jesus me conduz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dirty="0">
                <a:latin typeface="Calibri" panose="020F0502020204030204" pitchFamily="34" charset="0"/>
              </a:rPr>
              <a:t>Pelos caminhos da paz.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5089086-202A-7FDB-7D40-B1344F416752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095135247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018216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Deus é amor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87790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Deus é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Atreve-te a viver por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Deus é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Nada há a temer</a:t>
            </a:r>
            <a:endParaRPr lang="pt-PT" sz="16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450433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8973168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Deus está aqui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está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Tão certo como ar que respiro.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Tão certo como o amanhã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se levanta.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Tão certo como este canto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podes ouvir.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165406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sentir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Movendo-se por entre os ramos.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ouvir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Cantando connosco aqui.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levar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Quando por essa porta saias.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guardar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sempre no teu coração.</a:t>
            </a:r>
            <a:endParaRPr lang="pt-PT" sz="2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1626054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537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está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ar que respiro.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o amanhã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se levanta.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este canto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podes ouvir.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8690730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O podes sentir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teu lado neste mesmo instante,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sejas também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Daqueles que O não querem ver.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Lhe podes contar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Esse problema que tens.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Deus está aqui,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quiseres pode-l’O seguir</a:t>
            </a:r>
            <a:endParaRPr lang="pt-PT" sz="2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5350845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5377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está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ar que respiro.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o amanhã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se levanta.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certo como este canto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podes ouvir.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8703820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656014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Deus precisa de ti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648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Muito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 que possas imaginar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Muito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 que possas imaginar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21054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43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Muito mais que 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Muito mais que 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Muito mais que os astros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    Precisa de ti(x2)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8446758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659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Muito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do que possas imaginar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Muito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do que possas imaginar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453837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283435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Deus não quer a morte do pecador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1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não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morte do pecador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Mas que viva,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se converta,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se converta,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que viva! </a:t>
            </a:r>
            <a:endParaRPr lang="pt-PT" sz="3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924246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Tua palavra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luz que me ilumina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Tua palavra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pão que me alimenta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 o teu corpo e teu sangue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confortas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me fazes viver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Tua própria vida.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12902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9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Deus não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morte do pecador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Mas que viva,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se converta,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se converta,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que viva!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16101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686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Vou sedento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Buscando a água viva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cego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Anseio ver Tua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Sinto feridas de morte,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não temo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Porque sei que Contigo viverei!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47862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9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Deus não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morte do pecador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Mas que viva,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se converta,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se converta,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que viva!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490053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265348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Dona la pace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0531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Dona la pace, Signore, a chi confida in 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Dona, dona la pace, Signore, dona la pace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04667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641424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Dona Lua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89473"/>
            <a:ext cx="9233807" cy="5268527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Dona Lua, lá na rua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Diz ao Sol para se ir deitar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a memória de uma história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Está na hora de ir sonhar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01614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30018"/>
            <a:ext cx="9233807" cy="599380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Posso ir ao céu, navegar no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Posso fazer tudo a sonhar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Tu também!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é tão bom dormir e imaginar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logo amanhã vou acordar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789593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734864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Dou-te um abraço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924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Dou-te um abraço de ternura envolvido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Não digo nada, nada tem que te ser dito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Porque o amor não pode ser descrito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É tudo o que a gente sente por alguém querido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913223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900495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Dou-vos um mandamento novo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978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Sorrir e querer dar as mãos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Amar cada irmão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1185318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é belo e universal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Cada passo é uma flor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Aberta para amar.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Este rio que agora eu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Tem a voz que não é minha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 o prémio de um caminho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De uma caminho para a vida.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0360237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Sorrir e querer dar as mãos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Amar cada irmão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7300701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Neste mundo em que vivemos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Muito se tem a fazer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Gritar bem alto no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Para alguém vir para ver.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Esta janela para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Este abraço de prazer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 o choro da criança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 a vida a nascer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03206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Sorrir e querer dar as mãos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Dou-vos um mandamento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Amar cada irmão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4691201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046843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Duc in altum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97839"/>
            <a:ext cx="9233807" cy="573054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Do mar salgado dos teus olhos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Caem lágrimas, certezas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De um mundo sem memórias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Há oceanos de ternura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Vida e luz de um novo cosmos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Pulsar de nova humanidade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723016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70271"/>
            <a:ext cx="9233807" cy="6449961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Abraçar de uma vez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Deixar os ódios naufragar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Construir unidade e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dirty="0">
                <a:latin typeface="Abadi Extra Light" panose="020B0204020104020204" pitchFamily="34" charset="0"/>
              </a:rPr>
              <a:t>Que Cristo veio anunciar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1922001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3625"/>
            <a:ext cx="9233807" cy="705956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Duc in altum, Duc in altum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Verdade e vida és tu Senhor (x2)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455178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78425"/>
            <a:ext cx="9233807" cy="644996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Partir de Cristo na aventura de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Orar a vida santidade 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Rumo ao espaço da história, na memória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Do evangelho a acontecer,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Acontecer em ti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6415721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3625"/>
            <a:ext cx="9233807" cy="705956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Duc in altum, Duc in altum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Verdade e vida és tu Senhor (x2)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272639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19413"/>
            <a:ext cx="9233807" cy="5730547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Do mar profundo dos teus sonhos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Vejo a cor e a esperança de um milénio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De mãos dadas conseguimos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Mudar todo o instante de lágrimas vazias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7159834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52051"/>
            <a:ext cx="9233807" cy="6449961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Abraçar de uma vez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Deixar os ódios naufragar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Construir unidade e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300" b="1" i="1" dirty="0">
                <a:latin typeface="Abadi Extra Light" panose="020B0204020104020204" pitchFamily="34" charset="0"/>
              </a:rPr>
              <a:t>Que Cristo veio anunciar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51466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3625"/>
            <a:ext cx="9233807" cy="705956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Duc in altum, Duc in altum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Verdade e vida és tu Senhor (x2)</a:t>
            </a:r>
          </a:p>
          <a:p>
            <a:pPr marL="0" indent="0">
              <a:buNone/>
            </a:pPr>
            <a:endParaRPr lang="pt-PT" sz="16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7088784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2694477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É impossível eu não crer em Ti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857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Olho em tudo e sempre encontro 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Estás no céu, na terra aonde for.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tudo o que acontece, encontro o Teu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Já não se pode mais deixar de crer no amor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2591831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270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impossível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Eu não crer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impossível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Eu não te encontrar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impossível não fazer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 meu ideal, o meu ideal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817857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2722777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 Natal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66444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É Natal! É Natal! Salvação e luz!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Alegria, cristãos: Já nasceu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65140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71543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Rasgaram-se as trevas, tudo tem mais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estrela em Belém mostra-nos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tocam os sinos, na terra e nos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soam nas alturas cânticos ao nosso Deus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111766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7840"/>
            <a:ext cx="9233807" cy="548530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Natal! É Natal! Salvação e luz!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Alegria, cristãos: Já nasceu Jesus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6519214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71543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Paz na terra aos homens! Alegria e Bem!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Foi a Boa Nova do anjo em Belém.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todos os homens de boa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anunciou Jesus nova humanidade.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25070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7840"/>
            <a:ext cx="9233807" cy="548530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Natal! É Natal! Salvação e luz!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Alegria, cristãos: Já nasceu Jesus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86103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0532032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 o meu corpo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Como o Senhor nos amou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Jamais alguém pode amar,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P'lo caminho da justiça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Nos ensina a caminhar.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Quando estamos reunidos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partilhamos Seu pão,  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Ele nos dá o Seu amor e a Sua paz.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9211041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Corpo,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comei (palmas)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Sangue,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bebei (palmas)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a Vida,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o Amor.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Ó Senhor faz-nos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no Teu Amor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9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257552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o Senhor nos amou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Jamais alguém pode amar,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tudo o que nos legou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Manifestou Seu amor: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"Quem comer a Minha carne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beber do Meu sangue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Permanecerá em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eu nele”.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945698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Corpo,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comei (palmas)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Sangue,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bebei (palmas)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a Vida,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o Amor.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Ó Senhor faz-nos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no Teu Amor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9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0187962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o Senhor nos amou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Jamais alguém pode amar,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Reuniu os homens todos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 justiça e na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Quem no mundo quer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 um membro do Seu corpo,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Nada o pode separar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Do Seu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811163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Corpo,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comei (palmas)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Sangue,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bebei (palmas)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a Vida,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o Amor.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Ó Senhor faz-nos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no Teu Amor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9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5817230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Glória ao Pai que nos criou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Glória ao Filho redentor,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Glória ao Espírito da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nos dá o seu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Unidos por este pão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Seu poder transformou,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Dêmos graças ao Senhor Que nos salvou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820488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Corpo,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comei (palmas)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o Meu Sangue,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Tomai e bebei (palmas)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a Vida,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Sou o Amor.  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Ó Senhor faz-nos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no Teu Amor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9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0619119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652151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 tempo amigo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não te importas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esmagar alguém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achas que podes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Tendo a riqueza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maior bem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Julgando que tens o poder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395753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1010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 tempo amigo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De conhecer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à vida deu sentido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Numa cruz!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38778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7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 a vida 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Para ti uma competição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Conforme o orgulho te diz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Pelo prestígio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De uma posição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Procuras assim ser feliz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1172242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3648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 tempo amigo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De conhecer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à vida deu sentido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Numa cruz!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907781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7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 julgas que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Tu poderás construir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Na ilusão de procurar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Todo o bem-estar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 tu queres possuir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 pensas dever conquistar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377776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485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 tempo amigo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De conhecer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à vida deu sentido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Numa cruz!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3888164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0003809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 tempo de ser esperança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Sou apenas mais um cidadão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acredita no amor;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quem crê por favor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Não disfarce a esperança que tem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Quem não crê tem a minha amizade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respeito também;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Eu porem acredito em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quem chamo Senhor.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6030578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0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comunicar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Testemunha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Neste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não sabe amar. 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1003822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15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Neste mundo que faz da matéria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Seu Deus e seu fim,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tem fé, por favor,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se omita fingindo não ter;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não tem, por favor,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Nunca deixe a matéria vencer,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Eu, porém, acredito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o Reino de Deus vive em mim.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7589067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0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comunicar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Testemunha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Neste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não sabe amar. 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779224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15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Quando eu vejo que existe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 mundo esta falta de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cristãos com vergonha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ser como Cristo pediu,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Tanta gente buscando 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caminhos sem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Vou gritando com todas as forças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que sou capaz.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4746215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770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comunicar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 tempo de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Testemunha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Neste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não sabe amar.  (X2)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863547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31906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Embarca neste porto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Vem, caminha nesta estrada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Desponta a madrugada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Jesus é nosso porto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Vem, já nasce um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Traz a tua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Embarca neste porto</a:t>
            </a:r>
            <a:endParaRPr lang="pt-PT" sz="112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188117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950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Chegamos de muitas margens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Refazemos pontes e cais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Destruímos as barreiras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Inventamos ideais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Carregamos nossas vidas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Cheias de sol e de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Escrevemos nossa história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jovens seguidores, de Jesus!!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7498779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7928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Vem, caminha nesta estrada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Desponta a madrugada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é nosso porto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Vem, já nasce um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Traz a tua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Embarca neste porto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668466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2658474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Encontra a maré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Quando o mundo está cinzento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o vento me quer levar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Quando não sinto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o tempo me quer esperar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Solto a dor que me engana,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chama a desistir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prometo a mim mesmo,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hoje, vou resistir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9014657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092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Porque essa dor já passou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agora escrevo quem 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Hei de perder, hei de sofrer,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Mas vou...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2202076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8489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Vou remar contra a maré,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a vida não espera por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Quando voltar, vou recordar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fim...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813267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15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deixes que a tua história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perca na solidão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torne numa memória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De esperança que foste em vão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Anda, vamos todos juntos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frente,  que há quem nos vê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Somos mais do que uma força,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Crescemos , sabes porquê?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267552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09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Porque essa dor já passou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 o vento nem tudo agarrou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Pode soprar, não vai levar-me a mim…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2594909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8372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Corre de encontro à maré,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o mundo precisa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Somos mudança;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não vamos voltar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estar sós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415434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4421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Vou remar contra a maré,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a vida não espera por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Quando voltar, vou recordar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fim...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1467318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3023582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Maria ensina-me a dizer sim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30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Escuta, Maria, a minha prece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Sou um frágil viajante nesta estrada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Na mochila carrego uma missão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Mas sou poeira, pedaço de nada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Que eu tenha força para avançar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Mesmo que a estrada 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Prenda ao chão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Dá-me um pouco dessa fé sem fundo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Escuta o pulsar do meu coração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47777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477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Maria ensina-me a dizer 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dar a vida a caminhar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abraçar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Criado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ser fiel, a olhar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só tu sabes de cor os trilhos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Que o teu filho me chama a seguir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És o farol, a flor, a fonte e o berço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Nesse amor, que eu nasci para servir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20290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há caminho que apague essa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me invade a cada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Carrego-a para a dar ao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derrubar a noite mais sombria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o teu filho que me seduz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vem num silêncio para me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Sigo abraçado à sua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resisto, deixo-me conquistar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186490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477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Maria ensina-me a dizer 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dar a vida a caminhar sem medo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abraçar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Criado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ser fiel, a olhar em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só tu sabes de cor os trilhos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Que o teu filho me chama a seguir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És o farol, a flor, a fonte e o berço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Nesse amor, que eu nasci para servir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222201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584337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Ensina-me a viver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33384"/>
            <a:ext cx="9233807" cy="5036532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Senhor, eu peço o teu amor por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É tão mais fácil conviver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Com atenção ouvimos Tua  voz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dirty="0">
                <a:latin typeface="Abadi Extra Light" panose="020B0204020104020204" pitchFamily="34" charset="0"/>
              </a:rPr>
              <a:t>Para podermos aprender.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25337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60386"/>
            <a:ext cx="9233807" cy="5861944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5000" dirty="0">
                <a:latin typeface="Abadi Extra Light" panose="020B0204020104020204" pitchFamily="34" charset="0"/>
              </a:rPr>
              <a:t>Oh Senhor dá-nos Tua graça 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dirty="0">
                <a:latin typeface="Abadi Extra Light" panose="020B0204020104020204" pitchFamily="34" charset="0"/>
              </a:rPr>
              <a:t>Para podermos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dirty="0">
                <a:latin typeface="Abadi Extra Light" panose="020B0204020104020204" pitchFamily="34" charset="0"/>
              </a:rPr>
              <a:t>E carregando esta nossa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dirty="0">
                <a:latin typeface="Abadi Extra Light" panose="020B0204020104020204" pitchFamily="34" charset="0"/>
              </a:rPr>
              <a:t>Fica mais fácil suportar</a:t>
            </a:r>
            <a:endParaRPr lang="pt-PT" sz="20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98314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47799"/>
            <a:ext cx="9233807" cy="6050964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Senhor, ensina-me 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dar e a receber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De ti o que eu mereço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 tudo o que eu te peço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Para continuar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    A poder caminhar para a frente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393410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918"/>
            <a:ext cx="9233807" cy="6649082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500" dirty="0">
                <a:latin typeface="Abadi Extra Light" panose="020B0204020104020204" pitchFamily="34" charset="0"/>
              </a:rPr>
              <a:t>Gostava de Te poder ter aqui,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dirty="0">
                <a:latin typeface="Abadi Extra Light" panose="020B0204020104020204" pitchFamily="34" charset="0"/>
              </a:rPr>
              <a:t>tudo seria bem diferente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dirty="0">
                <a:latin typeface="Abadi Extra Light" panose="020B0204020104020204" pitchFamily="34" charset="0"/>
              </a:rPr>
              <a:t>Dar-Te a mão e irmos por aí,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500" dirty="0">
                <a:latin typeface="Abadi Extra Light" panose="020B0204020104020204" pitchFamily="34" charset="0"/>
              </a:rPr>
              <a:t>falar de Ti a toda a gente</a:t>
            </a:r>
            <a:endParaRPr lang="pt-PT" sz="9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331109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47799"/>
            <a:ext cx="9233807" cy="6050964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Senhor, ensina-me 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 dar e a receber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De ti o que eu mereço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 tudo o que eu te peço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Para continuar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    A poder caminhar para a frente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506462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73899"/>
            <a:ext cx="9233807" cy="6310201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(Oh, Senhor) Dá-me a Tua mão,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que eu nunca diga não.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Tu és a minha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és Tu quem me conduz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até à eternidade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com toda a liberdade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para sempre… Oh, Senhor!</a:t>
            </a: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103843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4170233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Entrega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39856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Sei, Senhor, que na vida, nem sempre temos tudo, tudo dado.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600" dirty="0">
                <a:latin typeface="Abadi Extra Light" panose="020B0204020104020204" pitchFamily="34" charset="0"/>
              </a:rPr>
              <a:t>Por isso aqui estou pronto para ser, ser ajudado…</a:t>
            </a:r>
            <a:endParaRPr lang="pt-PT" sz="185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3019162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91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Senhor a Ti me entrego com todo 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eu nunca fui tão sincero, não sei mais o que fazer,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sem Ti eu não sei viver, ouve a minha oração: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Senhor dá-me a Tua mão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58351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Sei Senhor que não posso ter tudo o que quero ou que gosto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por isso peço-Te a Ti, que me leves sempre, sempre contigo</a:t>
            </a: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0800255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91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Senhor a Ti me entrego com todo 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eu nunca fui tão sincero, não sei mais o que fazer,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sem Ti eu não sei viver, ouve a minha oração: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Senhor dá-me a Tua mão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777887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4708186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Ergue-te ao sol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7280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Quando acordares olha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em silêncio beija-me assim,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Conta-me como é acreditar,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Mostra-me o mundo pr ’além do olhar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0991720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1116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Vozes no mar que se escondem,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E com vergonha de te ver, talvez…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Passo a vida sem acreditar,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Na corda bamba a vacilar.</a:t>
            </a:r>
          </a:p>
        </p:txBody>
      </p:sp>
    </p:spTree>
    <p:extLst>
      <p:ext uri="{BB962C8B-B14F-4D97-AF65-F5344CB8AC3E}">
        <p14:creationId xmlns:p14="http://schemas.microsoft.com/office/powerpoint/2010/main" val="2653786454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5836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800" b="1" i="1" dirty="0">
                <a:latin typeface="Abadi Extra Light" panose="020B0204020104020204" pitchFamily="34" charset="0"/>
              </a:rPr>
              <a:t>Ergue-te ao Sol,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800" b="1" i="1" dirty="0">
                <a:latin typeface="Abadi Extra Light" panose="020B0204020104020204" pitchFamily="34" charset="0"/>
              </a:rPr>
              <a:t>Vive cada dia como um só,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800" b="1" i="1" dirty="0">
                <a:latin typeface="Abadi Extra Light" panose="020B0204020104020204" pitchFamily="34" charset="0"/>
              </a:rPr>
              <a:t>Solta a tua voz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800" b="1" i="1" dirty="0">
                <a:latin typeface="Abadi Extra Light" panose="020B0204020104020204" pitchFamily="34" charset="0"/>
              </a:rPr>
              <a:t>Vem comigo acreditar!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628272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8542063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És a minha vida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És a minha vida, Cristo meu Senhor,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És o meu caminho, a minha verdade.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Tua palavra, eu caminharei,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Pois o Teu amor me envolve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sempre atua em mim.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Nada temerei porque tu estás comigo;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eu jamais me afaste de Ti</a:t>
            </a:r>
            <a:r>
              <a:rPr lang="pt-PT" sz="14400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108570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15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És a minha força,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outra eu não tenho,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És a minha paz, minha liberdade.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Nada nesta vida, nos vai separar: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Sei que a Tua mão amiga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O não deixará;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do mal a força em mim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Não irá vencer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Pois no Teu amor viverei.</a:t>
            </a:r>
            <a:endParaRPr lang="pt-PT" sz="11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180233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429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Creio em Ti, Senhor, filho de Maria,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Verbo eterno e Santo,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Homem como nós.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Morto por amor, vives entre nós: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És uma só coisa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Com o Pai e com os Teus.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Até aquele dia, eu sei,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Em que voltarás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Para completares Teu Reino.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2360533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429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Creio em Ti , Pai,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Que és fonte da vida.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Creio em Ti, Jesus, Filho Salvador.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Vem, Espírito Santo,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Vem Fogo de amor.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Reunir na unidade todos os irmãos: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E por mil caminhos, sim,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Onde Tu quiseres, </a:t>
            </a:r>
            <a:br>
              <a:rPr lang="pt-PT" sz="17600" dirty="0">
                <a:latin typeface="Abadi Extra Light" panose="020B0204020104020204" pitchFamily="34" charset="0"/>
              </a:rPr>
            </a:br>
            <a:r>
              <a:rPr lang="pt-PT" sz="17600" dirty="0">
                <a:latin typeface="Abadi Extra Light" panose="020B0204020104020204" pitchFamily="34" charset="0"/>
              </a:rPr>
              <a:t>A palavra semearemos.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761315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7817480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Espírito Santo sopro de vida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14539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Espírito Santo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Espírito Santo sopro de fogo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Espírito Santo consolador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Tu nos santificas.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563380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Senhor, vem visitar-nos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aos nossos corações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 vivificar-nos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nós Te esperamos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fogo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consolador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Tu nos santificas.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927480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ó dom de Santidade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Espírito de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ó dom de caridade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nós Te esperamos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fogo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consolador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Tu nos santificas.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19604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Senhor, vem reunir-nos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 fortalecer-nos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Senhor recriar-nos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nós Te esperamos.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sopro de fogo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Espírito Santo consolador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Tu nos santificas.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607546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1818592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Esta é a festa da juventude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5416021"/>
          </a:xfrm>
        </p:spPr>
        <p:txBody>
          <a:bodyPr>
            <a:normAutofit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Esta é a festa da juventude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A alegria onde Deus está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Eu me pergunto onde está __________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Vamos todos ponham-se de pé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E dá uma volta e dança connosco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Dança connosco a mexer o pé (x2)</a:t>
            </a:r>
            <a:endParaRPr lang="pt-PT" sz="48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8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0325158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8872593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Estávamos perdidos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5416021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Estávamos perdidos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Mas Jesus encontrou-nos;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300" dirty="0">
                <a:latin typeface="Abadi Extra Light" panose="020B0204020104020204" pitchFamily="34" charset="0"/>
              </a:rPr>
              <a:t>Éramos ovelhas transviadas</a:t>
            </a:r>
            <a:r>
              <a:rPr lang="pt-PT" sz="3900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Veio ao nosso encontro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Tomou-nos pela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trouxe a paz ao nosso coração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8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2853040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nosso coração estava vazio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Mas Jesus veio abri-lo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À promessa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Semeou nele a esperança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Veio ao nosso encontro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Tomou-nos pela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trouxe a paz ao nosso coração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682207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869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nossa vida era trevas e morte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Mas Deus mandou o Seu Filho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P’ra mudar a nossa sorte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Cumpriu em nós a promessa de Deus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Veio ao nosso encontro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Tomou-nos pela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trouxe a paz ao nosso coração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683143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4778989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Estrela Polar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Esta sede de Te encontrar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De correr p’ra Ti de estar junto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Guias pelos vales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O decurso do meu rio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Única razão és Tu, único sustento Tu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A minha vida existe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Porque existes Tu.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35747437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6938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Tudo gira à Tua volta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Em função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Não importa o quando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onde e o porquê. (X2)</a:t>
            </a: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5692354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Gira o firmamento sem nunca ter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Mas existe um ponto a brilhar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Estrela Polar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Que fixa os meus passos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Estrela polar és Tu,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estrela segura és Tu.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minha vida existe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Porque existes Tu.</a:t>
            </a:r>
            <a:endParaRPr lang="pt-PT" sz="6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4812823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6938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Tudo gira à Tua volta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Em função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Não importa o quando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onde e o porquê. (X2)</a:t>
            </a: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593841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Brilha a Tua luz no centro do meu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Dá sentido à vida que em mim nasceu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Tudo o que farei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Será somente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Único sustento Tu,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estrela polar és Tu.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A minha vida existe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Porque existes Tu.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6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3385276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6938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Tudo gira à Tua volta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Em função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Não importa o quando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onde e o porquê. (X2)</a:t>
            </a:r>
          </a:p>
          <a:p>
            <a:pPr marL="0" indent="0" algn="ctr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032814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7758989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Eu sou feliz porque o meu Cristo quer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081076"/>
            <a:ext cx="9233807" cy="477692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Eu sou feliz porque o meu Cristo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Eu sou feliz porque o meu Cristo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Felicidade não é uma coisa qualquer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Eu sou feliz porque o meu Cristo quer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05521310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9122885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Faz o que Deus espera de ti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991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Chegou a hora de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Quem nos leva a estar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Quem nos leva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Quem nos faz buscar sentido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dirty="0">
                <a:latin typeface="Abadi Extra Light" panose="020B0204020104020204" pitchFamily="34" charset="0"/>
              </a:rPr>
              <a:t>Põe-te a mexer, põe-te a mexer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7831039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6164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Chegou a hora de assumir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 verdade e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Toda a esperança, toda 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Nossa fé no Deus que 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Põe-te a mexer, põe-te a mexer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63797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46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Faz o que Deus espera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Faz sem medo de te enganares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essa voz que tu ouves te faz vibrar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a voz deste Pai, Pai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Por isso faz, hoje e sempre, Faz o que Deus espera de ti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642406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6164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Chegou a hora de gozar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Da beleza deste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Das riquezas que há em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Da vida eterna em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Põe-te a mexer, põe-te a mexer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176459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46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Faz o que Deus espera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Faz sem medo de te enganares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essa voz que tu ouves te faz vibrar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a voz deste Pai, Pai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Por isso faz, hoje e sempre, Faz o que Deus espera de ti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625381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781159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Fé a arder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47986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Há uma chama, na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Mas seu brilho é sem vigor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Pouco a pouco ela cresce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sei que em breve, dará calor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052557878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fé está a arder,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um fogo a crescer,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vida levo até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o mundo vai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há um fogo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A brilhar com todo o Teu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Vem inflama a minha fé, fé a arder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8872019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69428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000" dirty="0">
                <a:latin typeface="Abadi Extra Light" panose="020B0204020104020204" pitchFamily="34" charset="0"/>
              </a:rPr>
              <a:t>Uma vela acesa, pode acender outra,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000" dirty="0">
                <a:latin typeface="Abadi Extra Light" panose="020B0204020104020204" pitchFamily="34" charset="0"/>
              </a:rPr>
              <a:t>E se essa mesma, o repetir.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000" dirty="0">
                <a:latin typeface="Abadi Extra Light" panose="020B0204020104020204" pitchFamily="34" charset="0"/>
              </a:rPr>
              <a:t>Em pouco tempo, o mundo inteiro,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000" dirty="0">
                <a:latin typeface="Abadi Extra Light" panose="020B0204020104020204" pitchFamily="34" charset="0"/>
              </a:rPr>
              <a:t>Em chama unida irá luzir.</a:t>
            </a:r>
            <a:endParaRPr lang="pt-PT" sz="50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471239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fé está a arder,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um fogo a crescer,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vida levo até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o mundo vai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há um fogo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A brilhar com todo o Teu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Vem inflama a minha fé, fé a arder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144271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6675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Há uma mensagem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que é preciso partilhar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Mostrando que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em nós pode brilhar</a:t>
            </a:r>
            <a:endParaRPr lang="pt-PT" sz="66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2806233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fé está a arder,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um fogo a crescer,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Minha vida levo até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o mundo vai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que há um fogo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A brilhar com todo o Teu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Vem inflama a minha fé, fé a arder</a:t>
            </a:r>
            <a:endParaRPr lang="pt-PT" sz="5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282632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5406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l-PL" sz="8000" dirty="0">
                <a:latin typeface="Abadi Extra Light" panose="020B0204020104020204" pitchFamily="34" charset="0"/>
              </a:rPr>
              <a:t>Na na na-na-na-na-na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l-PL" sz="8000" dirty="0">
                <a:latin typeface="Abadi Extra Light" panose="020B0204020104020204" pitchFamily="34" charset="0"/>
              </a:rPr>
              <a:t>Na na na-na-na-na-na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l-PL" sz="8000" dirty="0">
                <a:latin typeface="Abadi Extra Light" panose="020B0204020104020204" pitchFamily="34" charset="0"/>
              </a:rPr>
              <a:t>Na na na-na-na-na-na</a:t>
            </a:r>
          </a:p>
        </p:txBody>
      </p:sp>
    </p:spTree>
    <p:extLst>
      <p:ext uri="{BB962C8B-B14F-4D97-AF65-F5344CB8AC3E}">
        <p14:creationId xmlns:p14="http://schemas.microsoft.com/office/powerpoint/2010/main" val="978246185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5829459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Fogo de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585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Fogo de Deus, luz lá dos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ofusca o meu olhar e me faz duvidar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desse amor que me envolve, Senhor.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Brisa vazia, cor, sinfonia,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força que acalma o mar e eu torno a duvidar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 és Tu que me bates e eu não deixo entrar.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46158330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324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Tu,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 que descobres caminhos de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Tua magia que a mim me seduz,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atravessando o oceano de vento.</a:t>
            </a: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427099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5184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Pergunto-me, és Tu,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 que me acordas ao amanhecer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 que me embalas ao anoitecer,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 mesmo assim eu duvido outra vez.</a:t>
            </a: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7709276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Homem que chama, Deus que me ama.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Palavra eterna e pura que em mim hoje perdura.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É assim que eu mostro o que vai em mim.</a:t>
            </a:r>
          </a:p>
        </p:txBody>
      </p:sp>
    </p:spTree>
    <p:extLst>
      <p:ext uri="{BB962C8B-B14F-4D97-AF65-F5344CB8AC3E}">
        <p14:creationId xmlns:p14="http://schemas.microsoft.com/office/powerpoint/2010/main" val="411044938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05658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Tu,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 que descobres caminhos de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Tua magia que a mim me seduz,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atravessando o oceano de vento.</a:t>
            </a: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4704868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5184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Pergunto-me, és Tu,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Tu que me acordas ao amanhecer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que me embalas ao anoitecer,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mesmo assim eu duvido outra vez.</a:t>
            </a:r>
            <a:r>
              <a:rPr lang="pt-PT" sz="600" b="1" i="1" dirty="0">
                <a:solidFill>
                  <a:schemeClr val="bg1">
                    <a:lumMod val="95000"/>
                  </a:schemeClr>
                </a:solidFill>
                <a:latin typeface="ø" panose="00000200000000000000" pitchFamily="2" charset="0"/>
              </a:rPr>
              <a:t> </a:t>
            </a:r>
            <a:endParaRPr lang="pt-PT" sz="4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És tu Senhor, és tu Senhor</a:t>
            </a:r>
            <a:endParaRPr lang="pt-PT" sz="600" b="1" i="1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352434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77642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Fonte inesgotável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Fonte inesgotável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Ó fonte da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saciar-nos para a vida eterna.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Mar que a todos banhas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Rio que tudo fecundas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renovar a Tua igreja!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93751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60146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Luz que nos dás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anima a terra,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Luz que nos dás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que vences a noite;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que iluminas hoje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Os nossos corações,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Vem iluminar a Tua igreja!</a:t>
            </a: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252521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589773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Fui Judeu com o Judeu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80594"/>
            <a:ext cx="9233807" cy="498932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Fui Judeu com o Judeu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pagão com o pagão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Fiz-me débil com o débil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Fiz-me pobre com o pobre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fiz-me tudo </a:t>
            </a:r>
            <a:r>
              <a:rPr lang="pt-PT" sz="17600" b="1" i="1" dirty="0" err="1">
                <a:latin typeface="Abadi Extra Light" panose="020B0204020104020204" pitchFamily="34" charset="0"/>
              </a:rPr>
              <a:t>p’ra</a:t>
            </a:r>
            <a:r>
              <a:rPr lang="pt-PT" sz="17600" b="1" i="1" dirty="0">
                <a:latin typeface="Abadi Extra Light" panose="020B0204020104020204" pitchFamily="34" charset="0"/>
              </a:rPr>
              <a:t> todos para servir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fiz-me tudo </a:t>
            </a:r>
            <a:r>
              <a:rPr lang="pt-PT" sz="17600" b="1" i="1" dirty="0" err="1">
                <a:latin typeface="Abadi Extra Light" panose="020B0204020104020204" pitchFamily="34" charset="0"/>
              </a:rPr>
              <a:t>p’ra</a:t>
            </a:r>
            <a:r>
              <a:rPr lang="pt-PT" sz="17600" b="1" i="1" dirty="0">
                <a:latin typeface="Abadi Extra Light" panose="020B0204020104020204" pitchFamily="34" charset="0"/>
              </a:rPr>
              <a:t> todos para servir    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    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7622241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Anunciar os novos Céus,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Não é outro o meu dever,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Vão é o orgulho </a:t>
            </a:r>
            <a:r>
              <a:rPr lang="pt-PT" sz="4800" dirty="0" err="1">
                <a:latin typeface="Abadi Extra Light" panose="020B0204020104020204" pitchFamily="34" charset="0"/>
              </a:rPr>
              <a:t>qu’encerra</a:t>
            </a:r>
            <a:r>
              <a:rPr lang="pt-PT" sz="4800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 semente lanço à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Outro é que a faz crescer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Todo o mérito é de Deus.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0963795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34310"/>
            <a:ext cx="9233807" cy="581270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Fui Judeu com o Judeu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pagão com o pagão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Fiz-me débil com o débil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Fiz-me pobre com o pobre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fiz-me tudo </a:t>
            </a:r>
            <a:r>
              <a:rPr lang="pt-PT" sz="19200" b="1" i="1" dirty="0" err="1">
                <a:latin typeface="Abadi Extra Light" panose="020B0204020104020204" pitchFamily="34" charset="0"/>
              </a:rPr>
              <a:t>p’ra</a:t>
            </a:r>
            <a:r>
              <a:rPr lang="pt-PT" sz="19200" b="1" i="1" dirty="0">
                <a:latin typeface="Abadi Extra Light" panose="020B0204020104020204" pitchFamily="34" charset="0"/>
              </a:rPr>
              <a:t> todos para servir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fiz-me tudo </a:t>
            </a:r>
            <a:r>
              <a:rPr lang="pt-PT" sz="19200" b="1" i="1" dirty="0" err="1">
                <a:latin typeface="Abadi Extra Light" panose="020B0204020104020204" pitchFamily="34" charset="0"/>
              </a:rPr>
              <a:t>p’ra</a:t>
            </a:r>
            <a:r>
              <a:rPr lang="pt-PT" sz="19200" b="1" i="1" dirty="0">
                <a:latin typeface="Abadi Extra Light" panose="020B0204020104020204" pitchFamily="34" charset="0"/>
              </a:rPr>
              <a:t> todos para servir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68837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Não avanço à aventura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Sem norte no horizonte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Corro ao encontro da meta.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Incansável, qual atleta,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Até que um dia desponte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 manhã na noite escura.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9927857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11D5C-B557-D826-1056-03DCDAB38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9D66602-8FF9-2DFF-84CD-8446697EE8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34310"/>
            <a:ext cx="9233807" cy="581270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Fui Judeu com o Judeu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pagão com o pagão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Fiz-me débil com o débil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Fiz-me pobre com o pobre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fiz-me tudo </a:t>
            </a:r>
            <a:r>
              <a:rPr lang="pt-PT" sz="19200" b="1" i="1" dirty="0" err="1">
                <a:latin typeface="Abadi Extra Light" panose="020B0204020104020204" pitchFamily="34" charset="0"/>
              </a:rPr>
              <a:t>p’ra</a:t>
            </a:r>
            <a:r>
              <a:rPr lang="pt-PT" sz="19200" b="1" i="1" dirty="0">
                <a:latin typeface="Abadi Extra Light" panose="020B0204020104020204" pitchFamily="34" charset="0"/>
              </a:rPr>
              <a:t> todos para servir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fiz-me tudo </a:t>
            </a:r>
            <a:r>
              <a:rPr lang="pt-PT" sz="19200" b="1" i="1" dirty="0" err="1">
                <a:latin typeface="Abadi Extra Light" panose="020B0204020104020204" pitchFamily="34" charset="0"/>
              </a:rPr>
              <a:t>p’ra</a:t>
            </a:r>
            <a:r>
              <a:rPr lang="pt-PT" sz="19200" b="1" i="1" dirty="0">
                <a:latin typeface="Abadi Extra Light" panose="020B0204020104020204" pitchFamily="34" charset="0"/>
              </a:rPr>
              <a:t> todos para servir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0526052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A coroa da vitória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Que aos seus tem Deus guardada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No termo me cingirá.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De alegria se ergue já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Em vida nova mudada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No universo a antiga História.</a:t>
            </a:r>
            <a:endParaRPr lang="pt-PT" sz="46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42030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2BF87-5FE3-AD92-D73F-79C9E21C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BA3061C-96B1-5272-1C82-BF385372E2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34310"/>
            <a:ext cx="9233807" cy="581270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Fui Judeu com o Judeu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pagão com o pagão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Fiz-me débil com o débil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Fiz-me pobre com o pobre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fiz-me tudo </a:t>
            </a:r>
            <a:r>
              <a:rPr lang="pt-PT" sz="19200" b="1" i="1" dirty="0" err="1">
                <a:latin typeface="Abadi Extra Light" panose="020B0204020104020204" pitchFamily="34" charset="0"/>
              </a:rPr>
              <a:t>p’ra</a:t>
            </a:r>
            <a:r>
              <a:rPr lang="pt-PT" sz="19200" b="1" i="1" dirty="0">
                <a:latin typeface="Abadi Extra Light" panose="020B0204020104020204" pitchFamily="34" charset="0"/>
              </a:rPr>
              <a:t> todos para servir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fiz-me tudo </a:t>
            </a:r>
            <a:r>
              <a:rPr lang="pt-PT" sz="19200" b="1" i="1" dirty="0" err="1">
                <a:latin typeface="Abadi Extra Light" panose="020B0204020104020204" pitchFamily="34" charset="0"/>
              </a:rPr>
              <a:t>p’ra</a:t>
            </a:r>
            <a:r>
              <a:rPr lang="pt-PT" sz="19200" b="1" i="1" dirty="0">
                <a:latin typeface="Abadi Extra Light" panose="020B0204020104020204" pitchFamily="34" charset="0"/>
              </a:rPr>
              <a:t> todos para servir</a:t>
            </a:r>
            <a:endParaRPr lang="pt-PT" sz="19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081550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593079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Glória in excelsis Deo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771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Ah! Vinde todos à porfia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Cantar um hino de louvor,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Hino de paz e alegria,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os anjos cantam ao Senhor: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Glória in excelsis Deo!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223936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797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Naquela noite venturosa,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que nasceu o Salvador,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anjos com voz harmoniosa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Deram no céu este clamor: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Glória in excelsis Deo!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02490764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797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Vamos juntar-nos aos pastores,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P’ra irmos todos a Belém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Saudar férvidos louvores,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Salvador que hoje nos vem.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Glória in excelsis Deo!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81143551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797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requer faustos aparatos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é riqueza lá dos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Ó pobrezinhos vinde gratos,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Reconhecer o vosso Deus.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Glória in excelsis Deo!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96648960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7458759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Graças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3212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pelo amor que até a Ti hoje nos traz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bondade e pela tua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pelo dom desta pertença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por seres Tu o nosso ideal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33158068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assim seremos um lado a lado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Seremos um em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Guiados pela luz do Teu olhar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537406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deixa o amor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As maravilhas do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Deixa o amor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Até ao dia em que tudo iluminar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155986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alegria que só Tu nos podes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cruz que quisestes partilhar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esperança em cada amanhecer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por seres Tu o nosso viver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12840989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assim seremos um lado a lado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Seremos um em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Guiados pela luz do Teu olhar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814191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deixa o amor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As maravilhas do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Deixa o amor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Até ao dia em que tudo iluminar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910423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por seres Pai pelo Teu abraço de perdão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pelo céu e pela redenção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pela fé que dá sentido ao nosso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Graças por seres Tu a nossa companhia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69127163"/>
      </p:ext>
    </p:extLst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assim seremos um lado a lado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Seremos um em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Guiados pela luz do Teu olhar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106334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0899"/>
            <a:ext cx="9233807" cy="576671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 deixa o amor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As maravilhas do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Deixa o amor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Até ao dia em que tudo iluminar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1951556"/>
      </p:ext>
    </p:extLst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465638"/>
      </p:ext>
    </p:extLst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Grita comigo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3212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Amigo te canto 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O primeiro inconformista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 rompendo com a moda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Criaste a anti moda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93780012"/>
      </p:ext>
    </p:extLst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Ao mesmo tempo choro por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Porque a sociedade te cativou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E calou teu grito de protesto e luta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E a tua moda apareceu,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Nas galerias e desfiles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Valoriza-se o teu vestir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600" dirty="0">
                <a:latin typeface="Abadi Extra Light" panose="020B0204020104020204" pitchFamily="34" charset="0"/>
              </a:rPr>
              <a:t>E se vende a grande preço…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6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180873"/>
      </p:ext>
    </p:extLst>
  </p:cSld>
  <p:clrMapOvr>
    <a:masterClrMapping/>
  </p:clrMapOvr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242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Grita comigo que é possível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Avançar contra a corrente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Grita comigo que é possível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te tiram as palavras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Será tua vida a que grita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Fortemente!!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030490"/>
      </p:ext>
    </p:extLst>
  </p:cSld>
  <p:clrMapOvr>
    <a:masterClrMapping/>
  </p:clrMapOvr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6185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Amigo, que fazer,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Se o consumo e o conforto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Têm mais publicidade que a liberdade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Manipulam e confundem a tua criatividade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E te envolvem na respeitável sociedade.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Assassinando o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Em aventuras passageiras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Procurando a evasão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Entre a vida que se escapa.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644626"/>
      </p:ext>
    </p:extLst>
  </p:cSld>
  <p:clrMapOvr>
    <a:masterClrMapping/>
  </p:clrMapOvr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242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Grita comigo que é possível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Avançar contra a corrente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Grita comigo que é possível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te tiram as palavras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Será tua vida a que grita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Fortemente!!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4526989"/>
      </p:ext>
    </p:extLst>
  </p:cSld>
  <p:clrMapOvr>
    <a:masterClrMapping/>
  </p:clrMapOvr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8452029"/>
      </p:ext>
    </p:extLst>
  </p:cSld>
  <p:clrMapOvr>
    <a:masterClrMapping/>
  </p:clrMapOvr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Guiado pela mão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06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com Jesus eu vou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E sigo como ovelha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que encontrou pastor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com Jesus eu vou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800" b="1" i="1" dirty="0">
                <a:latin typeface="Abadi Extra Light" panose="020B0204020104020204" pitchFamily="34" charset="0"/>
              </a:rPr>
              <a:t>Aonde Ele vai. 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609436"/>
      </p:ext>
    </p:extLst>
  </p:cSld>
  <p:clrMapOvr>
    <a:masterClrMapping/>
  </p:clrMapOvr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429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Jesus te diz: "Amigo,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tudo e vem comigo".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Como posso resistir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Ao seu amor (ao seu amor)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Jesus te diz: "Amigo,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tudo e vem comigo".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Minha mão porei na sua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irei com Ele.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474854"/>
      </p:ext>
    </p:extLst>
  </p:cSld>
  <p:clrMapOvr>
    <a:masterClrMapping/>
  </p:clrMapOvr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141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 Jesus eu vou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sigo como ovelha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encontrou pastor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 Jesus eu vou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Aonde Ele vai. 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895485"/>
      </p:ext>
    </p:extLst>
  </p:cSld>
  <p:clrMapOvr>
    <a:masterClrMapping/>
  </p:clrMapOvr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429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Jesus te diz: "Amigo,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tudo e vem comigo".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Como posso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Sem ir com Ele (sem ir com Ele)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Jesus te diz: "Amigo,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deixa tudo e vem comigo".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Seguirei o Seu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irei com Ele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0996943"/>
      </p:ext>
    </p:extLst>
  </p:cSld>
  <p:clrMapOvr>
    <a:masterClrMapping/>
  </p:clrMapOvr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141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 Jesus eu vou   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sigo como ovelha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encontrou pastor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Guiado pela mão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 Jesus eu vou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Aonde Ele vai. 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278791"/>
      </p:ext>
    </p:extLst>
  </p:cSld>
  <p:clrMapOvr>
    <a:masterClrMapping/>
  </p:clrMapOvr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2696988"/>
      </p:ext>
    </p:extLst>
  </p:cSld>
  <p:clrMapOvr>
    <a:masterClrMapping/>
  </p:clrMapOvr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Há pressa no 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818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De todo o mundo para este lugar,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Partimos, voámos, chegámos aqui.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Com Maria, ensaiamos um sim.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Queremos servir, fazer 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Do Pai, nosso Pai.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Chamados a ser com Cristo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Queremos dar, queremos estar,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Dispostos ao sim, fazer como a Mãe.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00019032"/>
      </p:ext>
    </p:extLst>
  </p:cSld>
  <p:clrMapOvr>
    <a:masterClrMapping/>
  </p:clrMapOvr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7731" y="10989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Todos vão ouvir a nossa voz,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Levantemos braços, há pressa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vive e não nos deixa sós: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mais deixaremos de amar.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7621201"/>
      </p:ext>
    </p:extLst>
  </p:cSld>
  <p:clrMapOvr>
    <a:masterClrMapping/>
  </p:clrMapOvr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2136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Tu que andas à procura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Parte à descoberta, vem ver o que eu vi.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connosco, vem olhar para além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Daquilo que fazes e que não te deixa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Sorrir e amar.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Não olhes para trás, não digas que não.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Ouve o teu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parte, sem medo, nesta missão.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19325291"/>
      </p:ext>
    </p:extLst>
  </p:cSld>
  <p:clrMapOvr>
    <a:masterClrMapping/>
  </p:clrMapOvr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7731" y="10989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Todos vão ouvir a nossa voz,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Levantemos braços, há pressa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vive e não nos deixa sós: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mais deixaremos de amar.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932687"/>
      </p:ext>
    </p:extLst>
  </p:cSld>
  <p:clrMapOvr>
    <a:masterClrMapping/>
  </p:clrMapOvr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2136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Foi Maria quem primeiro acolheu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grande surpresa da vida sem fim.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Confiante e simples, quis receber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Tão grande mistério de um Deus que 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p’ra sempre / Por ti e por mim.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Não posso calar, não posso deixar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dizer: “Meu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Conta comigo, não mais calarei!”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03963515"/>
      </p:ext>
    </p:extLst>
  </p:cSld>
  <p:clrMapOvr>
    <a:masterClrMapping/>
  </p:clrMapOvr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7731" y="10989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Todos vão ouvir a nossa voz,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Levantemos braços, há pressa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vive e não nos deixa sós: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mais deixaremos de amar.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4016737"/>
      </p:ext>
    </p:extLst>
  </p:cSld>
  <p:clrMapOvr>
    <a:masterClrMapping/>
  </p:clrMapOvr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2136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 ter dúvidas da sua missão,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Maria, tão jovem, depressa deixou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Sua casa e </a:t>
            </a:r>
            <a:r>
              <a:rPr lang="pt-PT" sz="16000" dirty="0" err="1">
                <a:latin typeface="Abadi Extra Light" panose="020B0204020104020204" pitchFamily="34" charset="0"/>
              </a:rPr>
              <a:t>p’la</a:t>
            </a:r>
            <a:r>
              <a:rPr lang="pt-PT" sz="16000" dirty="0">
                <a:latin typeface="Abadi Extra Light" panose="020B0204020104020204" pitchFamily="34" charset="0"/>
              </a:rPr>
              <a:t> montanha subiu,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P’ra ver Isabel e logo encontrou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Saudação, comunhão.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fruto é bendito, é o meu Senhor!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eu também quero ouvir: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“Porque acreditaste, para sempre és feliz!”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10302524"/>
      </p:ext>
    </p:extLst>
  </p:cSld>
  <p:clrMapOvr>
    <a:masterClrMapping/>
  </p:clrMapOvr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7731" y="10989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Todos vão ouvir a nossa voz,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Levantemos braços, há pressa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vive e não nos deixa sós: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mais deixaremos de amar.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006542"/>
      </p:ext>
    </p:extLst>
  </p:cSld>
  <p:clrMapOvr>
    <a:masterClrMapping/>
  </p:clrMapOvr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5616941"/>
      </p:ext>
    </p:extLst>
  </p:cSld>
  <p:clrMapOvr>
    <a:masterClrMapping/>
  </p:clrMapOvr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Impele a tua própria canoa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92968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deixes cair teus olhos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te deixes enganar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Olha de frente os escolhos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Olha, podes encalhar.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94343133"/>
      </p:ext>
    </p:extLst>
  </p:cSld>
  <p:clrMapOvr>
    <a:masterClrMapping/>
  </p:clrMapOvr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 urgente estar atento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Ver para onde corre a maré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Ver de onde sopra o vento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vás tu perder o pé.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300473"/>
      </p:ext>
    </p:extLst>
  </p:cSld>
  <p:clrMapOvr>
    <a:masterClrMapping/>
  </p:clrMapOvr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141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é quem te diz oh, oh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queres mesmo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 deixes ir à toa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Ooh…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canoa.</a:t>
            </a:r>
            <a:r>
              <a:rPr lang="pt-PT" sz="21600" b="1" i="1" dirty="0">
                <a:latin typeface="ø" panose="00000200000000000000" pitchFamily="2" charset="0"/>
              </a:rPr>
              <a:t>			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8468842"/>
      </p:ext>
    </p:extLst>
  </p:cSld>
  <p:clrMapOvr>
    <a:masterClrMapping/>
  </p:clrMapOvr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549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vida não é deserto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queiras ficar no cais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Lenço rubro é rumo certo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Decide tu onde vais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queiras ficar no cais.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116568"/>
      </p:ext>
    </p:extLst>
  </p:cSld>
  <p:clrMapOvr>
    <a:masterClrMapping/>
  </p:clrMapOvr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141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 é quem te diz oh, oh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queres mesmo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 deixes ir à toa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Impele a tua própria canoa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Ooh…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   Impele a tua própria canoa.</a:t>
            </a:r>
            <a:r>
              <a:rPr lang="pt-PT" sz="21600" b="1" i="1" dirty="0">
                <a:latin typeface="ø" panose="00000200000000000000" pitchFamily="2" charset="0"/>
              </a:rPr>
              <a:t>			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0706329"/>
      </p:ext>
    </p:extLst>
  </p:cSld>
  <p:clrMapOvr>
    <a:masterClrMapping/>
  </p:clrMapOvr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155990"/>
      </p:ext>
    </p:extLst>
  </p:cSld>
  <p:clrMapOvr>
    <a:masterClrMapping/>
  </p:clrMapOvr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In manus tuas Pater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24805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In manus tuas Pater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Commendo spiritum meum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In manus tuas Pater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Commendo spiritum meum</a:t>
            </a:r>
            <a:endParaRPr lang="pt-PT" sz="27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40122284"/>
      </p:ext>
    </p:extLst>
  </p:cSld>
  <p:clrMapOvr>
    <a:masterClrMapping/>
  </p:clrMapOvr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34798"/>
      </p:ext>
    </p:extLst>
  </p:cSld>
  <p:clrMapOvr>
    <a:masterClrMapping/>
  </p:clrMapOvr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Inunda o meu ser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3799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Inunda o meu ser,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inunda o meu ser,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Espírito, inunda o meu ser.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 fogo de amor,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ó vem sobre mim.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Espírito inunda o meu ser.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709220"/>
      </p:ext>
    </p:extLst>
  </p:cSld>
  <p:clrMapOvr>
    <a:masterClrMapping/>
  </p:clrMapOvr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1762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Ensina-me a amar,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ensina-me a amar,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Espírito, ensina-me a amar.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Como ama Jesus,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ó vem sobre mim.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Espírito ensina-me a amar. 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01949263"/>
      </p:ext>
    </p:extLst>
  </p:cSld>
  <p:clrMapOvr>
    <a:masterClrMapping/>
  </p:clrMapOvr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Aumenta-me a fé,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aumenta-me a fé,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Espírito, aumenta-me a fé.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fogo de amor,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ó vem sobre mim.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Espírito aumenta-me a fé  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271739721"/>
      </p:ext>
    </p:extLst>
  </p:cSld>
  <p:clrMapOvr>
    <a:masterClrMapping/>
  </p:clrMapOvr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Ensina-me a orar,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ensina-me a orar,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Espírito, ensina-me a orar.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Como ora Jesus,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ó vem sobre mim.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Espírito ensina-me a </a:t>
            </a:r>
            <a:r>
              <a:rPr lang="pt-PT" sz="21600">
                <a:latin typeface="Abadi Extra Light" panose="020B0204020104020204" pitchFamily="34" charset="0"/>
              </a:rPr>
              <a:t>orar  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78636647"/>
      </p:ext>
    </p:extLst>
  </p:cSld>
  <p:clrMapOvr>
    <a:masterClrMapping/>
  </p:clrMapOvr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931862"/>
      </p:ext>
    </p:extLst>
  </p:cSld>
  <p:clrMapOvr>
    <a:masterClrMapping/>
  </p:clrMapOvr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Jesus Cristo mora aqui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2667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moras meu Senhor, quero saber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caminhos que percorres quero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Teus sonhos, Tua paz quero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Teu caminho, Teu amor quero sentir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16604628"/>
      </p:ext>
    </p:extLst>
  </p:cSld>
  <p:clrMapOvr>
    <a:masterClrMapping/>
  </p:clrMapOvr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sei que amas, que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me queres que me adoras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sempre, sempre,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sempre sem pensares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darias Tua vida por aquele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por aquela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Pelo outro pela outra por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nós todos e por mim.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461792"/>
      </p:ext>
    </p:extLst>
  </p:cSld>
  <p:clrMapOvr>
    <a:masterClrMapping/>
  </p:clrMapOvr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Jesus Cristo mora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Na paz do meu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Me seduz e me convoca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Ao encontro do irmão.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Se este sim lhe quero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Contigo hei-de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ser feliz é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viver é respirar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    JESUS CRISTO!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0591147"/>
      </p:ext>
    </p:extLst>
  </p:cSld>
  <p:clrMapOvr>
    <a:masterClrMapping/>
  </p:clrMapOvr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7624317"/>
      </p:ext>
    </p:extLst>
  </p:cSld>
  <p:clrMapOvr>
    <a:masterClrMapping/>
  </p:clrMapOvr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Jesus, filho de Deus (Jesus, </a:t>
            </a:r>
            <a:r>
              <a:rPr lang="pt-PT" sz="32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remember</a:t>
            </a: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 me)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5642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Jesus, filho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 teu reino lembra-Te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Jesus, filho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 teu reino lembra-te  de mim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19945301"/>
      </p:ext>
    </p:extLst>
  </p:cSld>
  <p:clrMapOvr>
    <a:masterClrMapping/>
  </p:clrMapOvr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354885"/>
      </p:ext>
    </p:extLst>
  </p:cSld>
  <p:clrMapOvr>
    <a:masterClrMapping/>
  </p:clrMapOvr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Jovem ergue o teu lema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760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 te sentes só,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Procura 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No amor, no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Que vem de Deus!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92295432"/>
      </p:ext>
    </p:extLst>
  </p:cSld>
  <p:clrMapOvr>
    <a:masterClrMapping/>
  </p:clrMapOvr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09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 não tens fé,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Não podes construir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Teu sonho de paz,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Teu reino de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Teu mundo melhor!</a:t>
            </a:r>
            <a:endParaRPr lang="pt-PT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76416802"/>
      </p:ext>
    </p:extLst>
  </p:cSld>
  <p:clrMapOvr>
    <a:masterClrMapping/>
  </p:clrMapOvr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316" y="14067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Jovem ergue o teu lema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Faz um poema e canta a canção;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Semeia a verdade,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Ergue a tua voz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Não fiques parado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Segue comigo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dá-me a tua mão!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7936267"/>
      </p:ext>
    </p:extLst>
  </p:cSld>
  <p:clrMapOvr>
    <a:masterClrMapping/>
  </p:clrMapOvr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957100"/>
      </p:ext>
    </p:extLst>
  </p:cSld>
  <p:clrMapOvr>
    <a:masterClrMapping/>
  </p:clrMapOvr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Levanta-te que está chegando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32124"/>
            <a:ext cx="9233807" cy="541602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Levanta-te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Que está chegando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b="1" i="1" dirty="0">
                <a:latin typeface="Abadi Extra Light" panose="020B0204020104020204" pitchFamily="34" charset="0"/>
              </a:rPr>
              <a:t>O Senhor virá!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412865"/>
      </p:ext>
    </p:extLst>
  </p:cSld>
  <p:clrMapOvr>
    <a:masterClrMapping/>
  </p:clrMapOvr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942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Ele nos trará, seu esplendor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Ele nos trará a Luz e a Paz.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Levanta-te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está chegando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virá!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191659"/>
      </p:ext>
    </p:extLst>
  </p:cSld>
  <p:clrMapOvr>
    <a:masterClrMapping/>
  </p:clrMapOvr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2753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no Senhor confiarei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Ele nos dará 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Levanta-te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está chegando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virá!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950577"/>
      </p:ext>
    </p:extLst>
  </p:cSld>
  <p:clrMapOvr>
    <a:masterClrMapping/>
  </p:clrMapOvr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9548485"/>
      </p:ext>
    </p:extLst>
  </p:cSld>
  <p:clrMapOvr>
    <a:masterClrMapping/>
  </p:clrMapOvr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Logo que nasceu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74808"/>
            <a:ext cx="9233807" cy="5416021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Logo que nasceu, Jesus acampou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à luz das estrelas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Uma voz soou: </a:t>
            </a:r>
            <a:r>
              <a:rPr lang="pt-PT" sz="7600" dirty="0" err="1">
                <a:latin typeface="Abadi Extra Light" panose="020B0204020104020204" pitchFamily="34" charset="0"/>
              </a:rPr>
              <a:t>Uaaa</a:t>
            </a:r>
            <a:r>
              <a:rPr lang="pt-PT" sz="7600" dirty="0">
                <a:latin typeface="Abadi Extra Light" panose="020B0204020104020204" pitchFamily="34" charset="0"/>
              </a:rPr>
              <a:t>… </a:t>
            </a:r>
            <a:r>
              <a:rPr lang="pt-PT" sz="7600" dirty="0" err="1">
                <a:latin typeface="Abadi Extra Light" panose="020B0204020104020204" pitchFamily="34" charset="0"/>
              </a:rPr>
              <a:t>Uaaaa</a:t>
            </a:r>
            <a:r>
              <a:rPr lang="pt-PT" sz="7600" dirty="0">
                <a:latin typeface="Abadi Extra Light" panose="020B0204020104020204" pitchFamily="34" charset="0"/>
              </a:rPr>
              <a:t>….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932761"/>
      </p:ext>
    </p:extLst>
  </p:cSld>
  <p:clrMapOvr>
    <a:masterClrMapping/>
  </p:clrMapOvr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84873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 Senhora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Seu filho embalou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à luz das estrelas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Uma voz soou: </a:t>
            </a:r>
            <a:r>
              <a:rPr lang="pt-PT" sz="7600" dirty="0" err="1">
                <a:latin typeface="Abadi Extra Light" panose="020B0204020104020204" pitchFamily="34" charset="0"/>
              </a:rPr>
              <a:t>Uaaa</a:t>
            </a:r>
            <a:r>
              <a:rPr lang="pt-PT" sz="7600" dirty="0">
                <a:latin typeface="Abadi Extra Light" panose="020B0204020104020204" pitchFamily="34" charset="0"/>
              </a:rPr>
              <a:t>… </a:t>
            </a:r>
            <a:r>
              <a:rPr lang="pt-PT" sz="7600" dirty="0" err="1">
                <a:latin typeface="Abadi Extra Light" panose="020B0204020104020204" pitchFamily="34" charset="0"/>
              </a:rPr>
              <a:t>Uaaaa</a:t>
            </a:r>
            <a:r>
              <a:rPr lang="pt-PT" sz="7600" dirty="0">
                <a:latin typeface="Abadi Extra Light" panose="020B0204020104020204" pitchFamily="34" charset="0"/>
              </a:rPr>
              <a:t>….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4048157"/>
      </p:ext>
    </p:extLst>
  </p:cSld>
  <p:clrMapOvr>
    <a:masterClrMapping/>
  </p:clrMapOvr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62459"/>
      </p:ext>
    </p:extLst>
  </p:cSld>
  <p:clrMapOvr>
    <a:masterClrMapping/>
  </p:clrMapOvr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Louvado sejas, ó meu Senhor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000" b="1" i="1" dirty="0">
                <a:latin typeface="Abadi Extra Light" panose="020B0204020104020204" pitchFamily="34" charset="0"/>
              </a:rPr>
              <a:t>Louvado sejas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000" b="1" i="1" dirty="0">
                <a:latin typeface="Abadi Extra Light" panose="020B0204020104020204" pitchFamily="34" charset="0"/>
              </a:rPr>
              <a:t>ó meu senhor (x4</a:t>
            </a:r>
            <a:r>
              <a:rPr lang="pt-PT" sz="9000" b="1" i="1" dirty="0">
                <a:latin typeface="Abadi Extra Light" panose="020B0204020104020204" pitchFamily="34" charset="0"/>
              </a:rPr>
              <a:t>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Nós queremos louvar-Te,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em todo o tempo.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Pela lua o sol e as estrelas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E por todas as Tuas criaturas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8000" dirty="0">
                <a:latin typeface="Abadi Extra Light" panose="020B0204020104020204" pitchFamily="34" charset="0"/>
              </a:rPr>
              <a:t>Que há no mundo e são tão belas.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213807"/>
      </p:ext>
    </p:extLst>
  </p:cSld>
  <p:clrMapOvr>
    <a:masterClrMapping/>
  </p:clrMapOvr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76373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Louvado sejas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ó meu senhor (x4</a:t>
            </a:r>
            <a:r>
              <a:rPr lang="pt-PT" sz="16000" b="1" i="1" dirty="0">
                <a:latin typeface="Abadi Extra Light" panose="020B0204020104020204" pitchFamily="34" charset="0"/>
              </a:rPr>
              <a:t>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terra,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a todos nos sustenta.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Pelos frutos, as ervas e as flores.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 dia, com sol ou em tormenta.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Nós cantamos os Teus louvores.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5213856"/>
      </p:ext>
    </p:extLst>
  </p:cSld>
  <p:clrMapOvr>
    <a:masterClrMapping/>
  </p:clrMapOvr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76373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Louvado sejas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ó meu senhor (x4</a:t>
            </a:r>
            <a:r>
              <a:rPr lang="pt-PT" sz="16000" b="1" i="1" dirty="0">
                <a:latin typeface="Abadi Extra Light" panose="020B0204020104020204" pitchFamily="34" charset="0"/>
              </a:rPr>
              <a:t>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Pelos lares, que vivem tão unidos,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são fonte fecunda do teu povo,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Pelos jovens,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lutam com pujança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Para termos um mundo novo.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5506206"/>
      </p:ext>
    </p:extLst>
  </p:cSld>
  <p:clrMapOvr>
    <a:masterClrMapping/>
  </p:clrMapOvr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4487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Louvado sejas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ó meu senhor (x4</a:t>
            </a:r>
            <a:r>
              <a:rPr lang="pt-PT" sz="16000" b="1" i="1" dirty="0">
                <a:latin typeface="Abadi Extra Light" panose="020B0204020104020204" pitchFamily="34" charset="0"/>
              </a:rPr>
              <a:t>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 aqueles que sofrem a injustiça,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certeza que haja liberdade,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Pelos homens lançados na aventura,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semearem a felicidade.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772167"/>
      </p:ext>
    </p:extLst>
  </p:cSld>
  <p:clrMapOvr>
    <a:masterClrMapping/>
  </p:clrMapOvr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6055444"/>
      </p:ext>
    </p:extLst>
  </p:cSld>
  <p:clrMapOvr>
    <a:masterClrMapping/>
  </p:clrMapOvr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Luz terna e suave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Que importa,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 é tão longe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 praia onde tenho de chegar.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 sobre mim levar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pousada a clara luz do teu olhar.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Hoje te peço,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para seres a luz que me ilumina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na plenitude da tua luz divina.</a:t>
            </a: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7958533"/>
      </p:ext>
    </p:extLst>
  </p:cSld>
  <p:clrMapOvr>
    <a:masterClrMapping/>
  </p:clrMapOvr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3420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Luz terna e suave no meio da noite,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leva-nos mais longe.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Não temos aqui uma morada permanente.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Leva-nos mais longe,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Luz terna e suave no meio da noite.</a:t>
            </a:r>
            <a:endParaRPr lang="pt-PT" sz="10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6584997"/>
      </p:ext>
    </p:extLst>
  </p:cSld>
  <p:clrMapOvr>
    <a:masterClrMapping/>
  </p:clrMapOvr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9208"/>
            <a:ext cx="9233807" cy="6589643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Esquece,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os meus passos mal andados, meu desamor,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perdoa os meus pecados. Eu sei que vai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raiar a madrugada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 não me deixarás abandonado.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Se Tu me dás a mão,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meus passos serão firmes no andar.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Leva-me mais longe para a Ti chegar.</a:t>
            </a:r>
            <a:endParaRPr lang="pt-PT" sz="32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123951"/>
      </p:ext>
    </p:extLst>
  </p:cSld>
  <p:clrMapOvr>
    <a:masterClrMapping/>
  </p:clrMapOvr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3420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Luz terna e suave no meio da noite,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leva-nos mais longe.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Não temos aqui uma morada permanente.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Leva-nos mais longe,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Luz terna e suave no meio da noite.</a:t>
            </a:r>
            <a:endParaRPr lang="pt-PT" sz="10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6530815"/>
      </p:ext>
    </p:extLst>
  </p:cSld>
  <p:clrMapOvr>
    <a:masterClrMapping/>
  </p:clrMapOvr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3925169"/>
      </p:ext>
    </p:extLst>
  </p:cSld>
  <p:clrMapOvr>
    <a:masterClrMapping/>
  </p:clrMapOvr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Mãe de toda a Igreja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Sabemos 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Veneramos tua imagem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Sabemos tua história,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Admiramos tua coragem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Maria, muito mais para bendizer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dirty="0">
                <a:latin typeface="Abadi Extra Light" panose="020B0204020104020204" pitchFamily="34" charset="0"/>
              </a:rPr>
              <a:t>Maria muito mais do que uma mulher!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475659"/>
      </p:ext>
    </p:extLst>
  </p:cSld>
  <p:clrMapOvr>
    <a:masterClrMapping/>
  </p:clrMapOvr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20989"/>
            <a:ext cx="9233807" cy="5416021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És mãe e és exemplo,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Amor nunca antes visto.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És mãe de toda a igreja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mãe de Jesus Cristo.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Maria, tu és a Nossa Senhora,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Maria, és a nossa protetora.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3460280"/>
      </p:ext>
    </p:extLst>
  </p:cSld>
  <p:clrMapOvr>
    <a:masterClrMapping/>
  </p:clrMapOvr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20989"/>
            <a:ext cx="9233807" cy="6210753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Maria, o Teu nome vou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Maria, Tu me ensinaste a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Maria, não esquecemos Tua missão,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Que o amor a Jesus Cristo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3500" b="1" i="1" dirty="0">
                <a:latin typeface="Abadi Extra Light" panose="020B0204020104020204" pitchFamily="34" charset="0"/>
              </a:rPr>
              <a:t>É o caminho para o perdão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29569"/>
      </p:ext>
    </p:extLst>
  </p:cSld>
  <p:clrMapOvr>
    <a:masterClrMapping/>
  </p:clrMapOvr>
</p:sld>
</file>

<file path=ppt/slides/slide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12602"/>
            <a:ext cx="9233807" cy="6210753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Maria, és exemplo para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Maria, não vacilaste um segundo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Maria, és a mãe de toda a igreja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o teu manto nos proteja, Mãe!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990361"/>
      </p:ext>
    </p:extLst>
  </p:cSld>
  <p:clrMapOvr>
    <a:masterClrMapping/>
  </p:clrMapOvr>
</p:sld>
</file>

<file path=ppt/slides/slide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20989"/>
            <a:ext cx="9233807" cy="5416021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Tu és a mãe de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És a nossa santa mãe.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Tu és a virgem santa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Que encarnou o bem!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Maria, Teu enorme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Maria, ensinou-nos o perdão.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006542"/>
      </p:ext>
    </p:extLst>
  </p:cSld>
  <p:clrMapOvr>
    <a:masterClrMapping/>
  </p:clrMapOvr>
</p:sld>
</file>

<file path=ppt/slides/slide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834028"/>
      </p:ext>
    </p:extLst>
  </p:cSld>
  <p:clrMapOvr>
    <a:masterClrMapping/>
  </p:clrMapOvr>
</p:sld>
</file>

<file path=ppt/slides/slide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Mãe, o meu dia chegou ao fim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 meu dia chegou ao fim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Sinto uma paz dentro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 estou feliz no meu cansaço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por tudo o que eu fui e  dei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Leva o meu obrigado ao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Enquanto fico em teu regaço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043158"/>
      </p:ext>
    </p:extLst>
  </p:cSld>
  <p:clrMapOvr>
    <a:masterClrMapping/>
  </p:clrMapOvr>
</p:sld>
</file>

<file path=ppt/slides/slide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5789"/>
            <a:ext cx="9233807" cy="5416021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Aqui vou encontrar o que procuro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Mais alegria para dar e para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Mãe, confio em ti és meu seguro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sinto, mãe, que tu me estás a acolher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069925"/>
      </p:ext>
    </p:extLst>
  </p:cSld>
  <p:clrMapOvr>
    <a:masterClrMapping/>
  </p:clrMapOvr>
</p:sld>
</file>

<file path=ppt/slides/slide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2211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 meu dia chegou ao fim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Sinto uma paz dentro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 estou feliz no meu cansaço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por tudo o que eu fui e  dei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Leva o meu obrigado ao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Enquanto fico em teu regaço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793717"/>
      </p:ext>
    </p:extLst>
  </p:cSld>
  <p:clrMapOvr>
    <a:masterClrMapping/>
  </p:clrMapOvr>
</p:sld>
</file>

<file path=ppt/slides/slide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89815"/>
            <a:ext cx="9233807" cy="5416021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Aqui o abandono filial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Vou aprender e em teu colo experimentar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Mãe, confio em ti o meu ideal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sinto bem que tu me estás a transformar.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9584270"/>
      </p:ext>
    </p:extLst>
  </p:cSld>
  <p:clrMapOvr>
    <a:masterClrMapping/>
  </p:clrMapOvr>
</p:sld>
</file>

<file path=ppt/slides/slide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2211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 meu dia chegou ao fim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Sinto uma paz dentro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 estou feliz no meu cansaço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por tudo o que eu fui e  dei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Leva o meu obrigado ao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Enquanto fico em teu regaço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2220094"/>
      </p:ext>
    </p:extLst>
  </p:cSld>
  <p:clrMapOvr>
    <a:masterClrMapping/>
  </p:clrMapOvr>
</p:sld>
</file>

<file path=ppt/slides/slide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89815"/>
            <a:ext cx="9233807" cy="5416021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Aqui tu me preparas p’ra missão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Seara enorme, paciente, a esperar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De novo faço a minha consagração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Sei que amanhã me voltarás a enviar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206698"/>
      </p:ext>
    </p:extLst>
  </p:cSld>
  <p:clrMapOvr>
    <a:masterClrMapping/>
  </p:clrMapOvr>
</p:sld>
</file>

<file path=ppt/slides/slide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2211"/>
            <a:ext cx="9233807" cy="5416021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 meu dia chegou ao fim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Sinto uma paz dentro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 estou feliz no meu cansaço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por tudo o que eu fui e  dei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Leva o meu obrigado ao Pai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Enquanto fico em teu regaço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295957"/>
      </p:ext>
    </p:extLst>
  </p:cSld>
  <p:clrMapOvr>
    <a:masterClrMapping/>
  </p:clrMapOvr>
</p:sld>
</file>

<file path=ppt/slides/slide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534946"/>
      </p:ext>
    </p:extLst>
  </p:cSld>
  <p:clrMapOvr>
    <a:masterClrMapping/>
  </p:clrMapOvr>
</p:sld>
</file>

<file path=ppt/slides/slide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Mãe, olha para mim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olha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Guarda o meu Sim, neste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Como Tu, quero me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Ensina-me a rezar. Avé Maria!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5464953"/>
      </p:ext>
    </p:extLst>
  </p:cSld>
  <p:clrMapOvr>
    <a:masterClrMapping/>
  </p:clrMapOvr>
</p:sld>
</file>

<file path=ppt/slides/slide4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89815"/>
            <a:ext cx="9233807" cy="5416021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Coloca Tuas mãos sobre meus olhos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De Mãe que o filho adormece;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Fixa no meu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Escuta, Virgem Mãe, a minha prece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3687530"/>
      </p:ext>
    </p:extLst>
  </p:cSld>
  <p:clrMapOvr>
    <a:masterClrMapping/>
  </p:clrMapOvr>
</p:sld>
</file>

<file path=ppt/slides/slide4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08152" y="852043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olha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Guarda o meu Sim, neste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Como Tu, quero me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Ensina-me a rezar. Avé Maria!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5095888"/>
      </p:ext>
    </p:extLst>
  </p:cSld>
  <p:clrMapOvr>
    <a:masterClrMapping/>
  </p:clrMapOvr>
</p:sld>
</file>

<file path=ppt/slides/slide4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7531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Coloca Tuas mãos em minha fronte,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Envolve-me no manto que aquece;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Venho para estar junto de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Escuta, Virgem Mãe, a minha prece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734227"/>
      </p:ext>
    </p:extLst>
  </p:cSld>
  <p:clrMapOvr>
    <a:masterClrMapping/>
  </p:clrMapOvr>
</p:sld>
</file>

<file path=ppt/slides/slide4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08152" y="852043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olha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Guarda o meu Sim, neste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Como Tu, quero me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Ensina-me a rezar. Avé Maria!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9549861"/>
      </p:ext>
    </p:extLst>
  </p:cSld>
  <p:clrMapOvr>
    <a:masterClrMapping/>
  </p:clrMapOvr>
</p:sld>
</file>

<file path=ppt/slides/slide4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5416021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Sabes dos meus sonhos e anseios,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‎Que eles sejam, Mãe, também os Teus;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Escuta, Virgem Mãe, a minha prece,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Ensina-me a dizer meu Sim a Deus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5006160"/>
      </p:ext>
    </p:extLst>
  </p:cSld>
  <p:clrMapOvr>
    <a:masterClrMapping/>
  </p:clrMapOvr>
</p:sld>
</file>

<file path=ppt/slides/slide4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08152" y="852043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Mãe, olha para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Guarda o meu Sim, neste novo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Como Tu, quero me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500" b="1" i="1" dirty="0">
                <a:latin typeface="Abadi Extra Light" panose="020B0204020104020204" pitchFamily="34" charset="0"/>
              </a:rPr>
              <a:t>Ensina-me a rezar. Avé Maria!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93001"/>
      </p:ext>
    </p:extLst>
  </p:cSld>
  <p:clrMapOvr>
    <a:masterClrMapping/>
  </p:clrMapOvr>
</p:sld>
</file>

<file path=ppt/slides/slide4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1074185"/>
      </p:ext>
    </p:extLst>
  </p:cSld>
  <p:clrMapOvr>
    <a:masterClrMapping/>
  </p:clrMapOvr>
</p:sld>
</file>

<file path=ppt/slides/slide4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Magnificat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Magnificat, magnificat, magnificat anima mea Dominum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Magnificat, magnificat, magnificat anima mea!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723096"/>
      </p:ext>
    </p:extLst>
  </p:cSld>
  <p:clrMapOvr>
    <a:masterClrMapping/>
  </p:clrMapOvr>
</p:sld>
</file>

<file path=ppt/slides/slide4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5329154"/>
      </p:ext>
    </p:extLst>
  </p:cSld>
  <p:clrMapOvr>
    <a:masterClrMapping/>
  </p:clrMapOvr>
</p:sld>
</file>

<file path=ppt/slides/slide4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Maravilhas fez em mim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41979"/>
            <a:ext cx="9233807" cy="541602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Maravilhas fez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Minh’alma canta de gozo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Pois em minha pequenez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Se detiveram seus olhos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2596929"/>
      </p:ext>
    </p:extLst>
  </p:cSld>
  <p:clrMapOvr>
    <a:masterClrMapping/>
  </p:clrMapOvr>
</p:sld>
</file>

<file path=ppt/slides/slide4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40818"/>
            <a:ext cx="9233807" cy="5416021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 o Santo e Poderoso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Espera hoje por meu 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Minha alma canta de gozo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600" dirty="0">
                <a:latin typeface="Abadi Extra Light" panose="020B0204020104020204" pitchFamily="34" charset="0"/>
              </a:rPr>
              <a:t>Maravilhas fez em mim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281103"/>
      </p:ext>
    </p:extLst>
  </p:cSld>
  <p:clrMapOvr>
    <a:masterClrMapping/>
  </p:clrMapOvr>
</p:sld>
</file>

<file path=ppt/slides/slide4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5836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Maravilhas fez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Da alma brota o meu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O Senhor me amou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Como aos lírios do campo</a:t>
            </a:r>
            <a:endParaRPr lang="pt-PT" sz="36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7010072"/>
      </p:ext>
    </p:extLst>
  </p:cSld>
  <p:clrMapOvr>
    <a:masterClrMapping/>
  </p:clrMapOvr>
</p:sld>
</file>

<file path=ppt/slides/slide4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1874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E por seu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Ele habita hoje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Que não pare nunca este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Maravilhas fez em mim</a:t>
            </a:r>
          </a:p>
        </p:txBody>
      </p:sp>
    </p:spTree>
    <p:extLst>
      <p:ext uri="{BB962C8B-B14F-4D97-AF65-F5344CB8AC3E}">
        <p14:creationId xmlns:p14="http://schemas.microsoft.com/office/powerpoint/2010/main" val="925073096"/>
      </p:ext>
    </p:extLst>
  </p:cSld>
  <p:clrMapOvr>
    <a:masterClrMapping/>
  </p:clrMapOvr>
</p:sld>
</file>

<file path=ppt/slides/slide4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825674"/>
      </p:ext>
    </p:extLst>
  </p:cSld>
  <p:clrMapOvr>
    <a:masterClrMapping/>
  </p:clrMapOvr>
</p:sld>
</file>

<file path=ppt/slides/slide4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Maria de Nazaré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Maria de Nazaré, Maria me cativou;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Fez mais forte a minha fé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por filho me adotou.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Às vezes eu paro e fico a pensar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sem perceber me vejo a rezar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meu coração se põe a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P’ra Virgem de Nazaré.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05672206"/>
      </p:ext>
    </p:extLst>
  </p:cSld>
  <p:clrMapOvr>
    <a:masterClrMapping/>
  </p:clrMapOvr>
</p:sld>
</file>

<file path=ppt/slides/slide4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463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Menina que Deus amou e escolheu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P'ra mãe de Jesus, o Filho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que o povo inteiro elegeu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Senhora e mãe do céu.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Avé Maria, Avé Maria,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Avé Maria, Mãe de Jesus</a:t>
            </a:r>
            <a:endParaRPr lang="pt-PT" sz="105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0433550"/>
      </p:ext>
    </p:extLst>
  </p:cSld>
  <p:clrMapOvr>
    <a:masterClrMapping/>
  </p:clrMapOvr>
</p:sld>
</file>

<file path=ppt/slides/slide4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463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Maria eu quero bem,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Maria do puro amor;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Igual a você, ninguém,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Mãe pura do meu Senhor.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3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Em cada melhor que a terra criou,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Um traço de Deus, Maria deixou,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Um sonho de mãe, Maria plantou,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dirty="0">
                <a:latin typeface="Abadi Extra Light" panose="020B0204020104020204" pitchFamily="34" charset="0"/>
              </a:rPr>
              <a:t>Pró mundo encontrar paz.</a:t>
            </a:r>
          </a:p>
        </p:txBody>
      </p:sp>
    </p:spTree>
    <p:extLst>
      <p:ext uri="{BB962C8B-B14F-4D97-AF65-F5344CB8AC3E}">
        <p14:creationId xmlns:p14="http://schemas.microsoft.com/office/powerpoint/2010/main" val="57674875"/>
      </p:ext>
    </p:extLst>
  </p:cSld>
  <p:clrMapOvr>
    <a:masterClrMapping/>
  </p:clrMapOvr>
</p:sld>
</file>

<file path=ppt/slides/slide4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463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que fez o Cristo falar,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que fez Jesus caminhar,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que só viveu p’ra seu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Maria do povo meu.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Avé Maria, Avé Maria,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Avé Maria, Mãe de Jesus</a:t>
            </a:r>
            <a:endParaRPr lang="pt-PT" sz="105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1548405"/>
      </p:ext>
    </p:extLst>
  </p:cSld>
  <p:clrMapOvr>
    <a:masterClrMapping/>
  </p:clrMapOvr>
</p:sld>
</file>

<file path=ppt/slides/slide4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5990919"/>
      </p:ext>
    </p:extLst>
  </p:cSld>
  <p:clrMapOvr>
    <a:masterClrMapping/>
  </p:clrMapOvr>
</p:sld>
</file>

<file path=ppt/slides/slide4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Maria, um sorriso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 Teu sorriso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mais preciso para fazer-me ao mar.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 teu sorrir a viver convida,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Me faça partir repartir a minha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Acolhe-me em Teus 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eu vou fazer-me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Num mundo sem abraços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Envia-me a abraçar…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63811592"/>
      </p:ext>
    </p:extLst>
  </p:cSld>
  <p:clrMapOvr>
    <a:masterClrMapping/>
  </p:clrMapOvr>
</p:sld>
</file>

<file path=ppt/slides/slide4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463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Aconchego maternal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Na hora da partida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É a luz matinal que a viver convida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Partilhar do meu pão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Partilhar a minha fome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MÃE minha missão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Sorrir em teu nome</a:t>
            </a:r>
            <a:endParaRPr lang="pt-PT" sz="10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325449"/>
      </p:ext>
    </p:extLst>
  </p:cSld>
  <p:clrMapOvr>
    <a:masterClrMapping/>
  </p:clrMapOvr>
</p:sld>
</file>

<file path=ppt/slides/slide4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566423"/>
      </p:ext>
    </p:extLst>
  </p:cSld>
  <p:clrMapOvr>
    <a:masterClrMapping/>
  </p:clrMapOvr>
</p:sld>
</file>

<file path=ppt/slides/slide4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Meu bom mestre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Meu bom mestre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 que hei-de eu fazer para ter,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Meu bom Mestre, a vida eterna?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“Olha vai, vende tudo o que tens…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 Olha vai, vende tudo o que tens…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 Vem comigo, vem!”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44850930"/>
      </p:ext>
    </p:extLst>
  </p:cSld>
  <p:clrMapOvr>
    <a:masterClrMapping/>
  </p:clrMapOvr>
</p:sld>
</file>

<file path=ppt/slides/slide4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1953699"/>
      </p:ext>
    </p:extLst>
  </p:cSld>
  <p:clrMapOvr>
    <a:masterClrMapping/>
  </p:clrMapOvr>
</p:sld>
</file>

<file path=ppt/slides/slide4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Minha força és tu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47586"/>
            <a:ext cx="9233807" cy="4363006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Minha força és Tu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(3x)</a:t>
            </a:r>
            <a:endParaRPr lang="pt-PT" sz="4800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99359960"/>
      </p:ext>
    </p:extLst>
  </p:cSld>
  <p:clrMapOvr>
    <a:masterClrMapping/>
  </p:clrMapOvr>
</p:sld>
</file>

<file path=ppt/slides/slide4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077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Não vai ruir, esta casa que em ti ergo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Podem entrar: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chuvas, dores, mágoas, ventos.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És minha rocha, que me abraça em ternura.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Se os rios movem, os lagos sobem,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os mares podem transbordar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Não tenho medo, és meu sustento,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em ti me vou edificar.</a:t>
            </a:r>
          </a:p>
        </p:txBody>
      </p:sp>
    </p:spTree>
    <p:extLst>
      <p:ext uri="{BB962C8B-B14F-4D97-AF65-F5344CB8AC3E}">
        <p14:creationId xmlns:p14="http://schemas.microsoft.com/office/powerpoint/2010/main" val="2453717129"/>
      </p:ext>
    </p:extLst>
  </p:cSld>
  <p:clrMapOvr>
    <a:masterClrMapping/>
  </p:clrMapOvr>
</p:sld>
</file>

<file path=ppt/slides/slide4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6397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Minha força és Tu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(3x)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245102"/>
      </p:ext>
    </p:extLst>
  </p:cSld>
  <p:clrMapOvr>
    <a:masterClrMapping/>
  </p:clrMapOvr>
</p:sld>
</file>

<file path=ppt/slides/slide4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077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Faz-te ouvir.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Nos teus versos me alimento.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Para espalhar, Tua Palavra ao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Tu és a marra, pilar onde eu me prendo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Se as brisas sopram, ventos levantam,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 a tempestade vai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Não tenho medo, és meu sustento,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Abadi Extra Light" panose="020B0204020104020204" pitchFamily="34" charset="0"/>
              </a:rPr>
              <a:t>em ti me vou edificar.</a:t>
            </a:r>
          </a:p>
        </p:txBody>
      </p:sp>
    </p:spTree>
    <p:extLst>
      <p:ext uri="{BB962C8B-B14F-4D97-AF65-F5344CB8AC3E}">
        <p14:creationId xmlns:p14="http://schemas.microsoft.com/office/powerpoint/2010/main" val="1626852997"/>
      </p:ext>
    </p:extLst>
  </p:cSld>
  <p:clrMapOvr>
    <a:masterClrMapping/>
  </p:clrMapOvr>
</p:sld>
</file>

<file path=ppt/slides/slide4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6397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Minha força és Tu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(3x)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8790204"/>
      </p:ext>
    </p:extLst>
  </p:cSld>
  <p:clrMapOvr>
    <a:masterClrMapping/>
  </p:clrMapOvr>
</p:sld>
</file>

<file path=ppt/slides/slide4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077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Se os rios movem, os lagos sobem,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os mares podem transbordar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Não tenho medo, és meu sustento,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dirty="0">
                <a:latin typeface="Abadi Extra Light" panose="020B0204020104020204" pitchFamily="34" charset="0"/>
              </a:rPr>
              <a:t>em ti me vou edificar.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Minha força és Tu (x3)</a:t>
            </a:r>
          </a:p>
        </p:txBody>
      </p:sp>
    </p:spTree>
    <p:extLst>
      <p:ext uri="{BB962C8B-B14F-4D97-AF65-F5344CB8AC3E}">
        <p14:creationId xmlns:p14="http://schemas.microsoft.com/office/powerpoint/2010/main" val="3342381160"/>
      </p:ext>
    </p:extLst>
  </p:cSld>
  <p:clrMapOvr>
    <a:masterClrMapping/>
  </p:clrMapOvr>
</p:sld>
</file>

<file path=ppt/slides/slide4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0823845"/>
      </p:ext>
    </p:extLst>
  </p:cSld>
  <p:clrMapOvr>
    <a:masterClrMapping/>
  </p:clrMapOvr>
</p:sld>
</file>

<file path=ppt/slides/slide4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Misericordias domini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691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As misericórdias do Senhor para sempre cantarei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Misericordias domini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In aeternum </a:t>
            </a:r>
            <a:r>
              <a:rPr lang="pt-PT" sz="17600" b="1" i="1" dirty="0" err="1">
                <a:latin typeface="Abadi Extra Light" panose="020B0204020104020204" pitchFamily="34" charset="0"/>
              </a:rPr>
              <a:t>cantabo</a:t>
            </a: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408148"/>
      </p:ext>
    </p:extLst>
  </p:cSld>
  <p:clrMapOvr>
    <a:masterClrMapping/>
  </p:clrMapOvr>
</p:sld>
</file>

<file path=ppt/slides/slide4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7803510"/>
      </p:ext>
    </p:extLst>
  </p:cSld>
  <p:clrMapOvr>
    <a:masterClrMapping/>
  </p:clrMapOvr>
</p:sld>
</file>

<file path=ppt/slides/slide4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Missão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183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Senhor, aceita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Antes que o tempo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Desgaste anos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Estou, disposto </a:t>
            </a:r>
            <a:r>
              <a:rPr lang="pt-PT" sz="17600">
                <a:latin typeface="Abadi Extra Light" panose="020B0204020104020204" pitchFamily="34" charset="0"/>
              </a:rPr>
              <a:t>a partir</a:t>
            </a: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Seja para onde for,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chamas-me a seguir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843956"/>
      </p:ext>
    </p:extLst>
  </p:cSld>
  <p:clrMapOvr>
    <a:masterClrMapping/>
  </p:clrMapOvr>
</p:sld>
</file>

<file path=ppt/slides/slide4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4290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Leva-me onde os Homens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Necessitem das tuas palavras e precisem,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De forças para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Onde falte a esperança,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Onde os Homens não amem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Simplesmente,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Por não te conhecer.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9671036"/>
      </p:ext>
    </p:extLst>
  </p:cSld>
  <p:clrMapOvr>
    <a:masterClrMapping/>
  </p:clrMapOvr>
</p:sld>
</file>

<file path=ppt/slides/slide4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3288032"/>
      </p:ext>
    </p:extLst>
  </p:cSld>
  <p:clrMapOvr>
    <a:masterClrMapping/>
  </p:clrMapOvr>
</p:sld>
</file>

<file path=ppt/slides/slide4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Momentos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39620"/>
            <a:ext cx="9233807" cy="5321617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Chegas de longe, de tão perto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 mãos vazias, cheias de ambições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 peito a ânsia, 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Nos olhos a imensidão, dos céus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700390"/>
      </p:ext>
    </p:extLst>
  </p:cSld>
  <p:clrMapOvr>
    <a:masterClrMapping/>
  </p:clrMapOvr>
</p:sld>
</file>

<file path=ppt/slides/slide5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9262"/>
            <a:ext cx="9233807" cy="6008738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Vamos acordar de novo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Novos rumos a atingir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Ser o princípio da estrada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dirty="0">
                <a:latin typeface="Abadi Extra Light" panose="020B0204020104020204" pitchFamily="34" charset="0"/>
              </a:rPr>
              <a:t>Que muitos vão seguir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7769984"/>
      </p:ext>
    </p:extLst>
  </p:cSld>
  <p:clrMapOvr>
    <a:masterClrMapping/>
  </p:clrMapOvr>
</p:sld>
</file>

<file path=ppt/slides/slide5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5069"/>
            <a:ext cx="9233807" cy="6008738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Ah! Este som que a voz ecoa</a:t>
            </a:r>
            <a:br>
              <a:rPr lang="pt-PT" sz="6000" b="1" i="1" dirty="0">
                <a:latin typeface="Abadi Extra Light" panose="020B0204020104020204" pitchFamily="34" charset="0"/>
              </a:rPr>
            </a:br>
            <a:r>
              <a:rPr lang="pt-PT" sz="6000" b="1" i="1" dirty="0">
                <a:latin typeface="Abadi Extra Light" panose="020B0204020104020204" pitchFamily="34" charset="0"/>
              </a:rPr>
              <a:t>Sobre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Sobre a terra e sobre o mar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4444106"/>
      </p:ext>
    </p:extLst>
  </p:cSld>
  <p:clrMapOvr>
    <a:masterClrMapping/>
  </p:clrMapOvr>
</p:sld>
</file>

<file path=ppt/slides/slide5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49262"/>
            <a:ext cx="9233807" cy="6008738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Vive cada momento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Como se fosse um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Para gritares no firmamento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Valeu a pena estar aqui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4526458"/>
      </p:ext>
    </p:extLst>
  </p:cSld>
  <p:clrMapOvr>
    <a:masterClrMapping/>
  </p:clrMapOvr>
</p:sld>
</file>

<file path=ppt/slides/slide5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172955"/>
      </p:ext>
    </p:extLst>
  </p:cSld>
  <p:clrMapOvr>
    <a:masterClrMapping/>
  </p:clrMapOvr>
</p:sld>
</file>

<file path=ppt/slides/slide5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Nada nos separará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80134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nos separará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nos separará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nos separará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Do Amor de Deus</a:t>
            </a:r>
            <a:endParaRPr lang="pt-PT" b="1" i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3292468"/>
      </p:ext>
    </p:extLst>
  </p:cSld>
  <p:clrMapOvr>
    <a:masterClrMapping/>
  </p:clrMapOvr>
</p:sld>
</file>

<file path=ppt/slides/slide5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8086212"/>
      </p:ext>
    </p:extLst>
  </p:cSld>
  <p:clrMapOvr>
    <a:masterClrMapping/>
  </p:clrMapOvr>
</p:sld>
</file>

<file path=ppt/slides/slide5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Nada te turbe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te turbe,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te espante.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Quem a Deus tem,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lhe falta!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te turbe,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Nada te espante.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Só Deus, basta!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6077211"/>
      </p:ext>
    </p:extLst>
  </p:cSld>
  <p:clrMapOvr>
    <a:masterClrMapping/>
  </p:clrMapOvr>
</p:sld>
</file>

<file path=ppt/slides/slide5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4511571"/>
      </p:ext>
    </p:extLst>
  </p:cSld>
  <p:clrMapOvr>
    <a:masterClrMapping/>
  </p:clrMapOvr>
</p:sld>
</file>

<file path=ppt/slides/slide5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Nada temo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1680"/>
            <a:ext cx="9233807" cy="4363006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Se me envolve a noite escura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 caminho sobre abismos de amargura,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nada temo, porque a luz está comigo.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Nada temo, porque…</a:t>
            </a:r>
            <a:endParaRPr lang="pt-PT" sz="8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818735"/>
      </p:ext>
    </p:extLst>
  </p:cSld>
  <p:clrMapOvr>
    <a:masterClrMapping/>
  </p:clrMapOvr>
</p:sld>
</file>

<file path=ppt/slides/slide5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97519"/>
            <a:ext cx="9233807" cy="656048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Se me colhe a tempestade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e Jesus vai a dormir na minha barca,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nada temo porque a Paz está comigo.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Nada temo porque…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5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9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0778975"/>
      </p:ext>
    </p:extLst>
  </p:cSld>
  <p:clrMapOvr>
    <a:masterClrMapping/>
  </p:clrMapOvr>
</p:sld>
</file>

<file path=ppt/slides/slide5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29402"/>
            <a:ext cx="9233807" cy="656048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 porque nunca estou sozinha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temo, tenho Deus no meu caminho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3418755"/>
      </p:ext>
    </p:extLst>
  </p:cSld>
  <p:clrMapOvr>
    <a:masterClrMapping/>
  </p:clrMapOvr>
</p:sld>
</file>

<file path=ppt/slides/slide5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7710"/>
            <a:ext cx="9233807" cy="6780289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 me perco no deserto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e de sede me consumo e desfaleço,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temo, porque a Fonte está comigo.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 porque…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 os descrentes me insultarem e se os ímpios mortalmente me odiarem,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temo, porque a Vida está comigo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 porque…</a:t>
            </a:r>
            <a:endParaRPr lang="pt-PT" sz="10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758164"/>
      </p:ext>
    </p:extLst>
  </p:cSld>
  <p:clrMapOvr>
    <a:masterClrMapping/>
  </p:clrMapOvr>
</p:sld>
</file>

<file path=ppt/slides/slide5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29402"/>
            <a:ext cx="9233807" cy="656048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 porque nunca estou sozinha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temo, tenho Deus no meu caminho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5867432"/>
      </p:ext>
    </p:extLst>
  </p:cSld>
  <p:clrMapOvr>
    <a:masterClrMapping/>
  </p:clrMapOvr>
</p:sld>
</file>

<file path=ppt/slides/slide5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7710"/>
            <a:ext cx="9233807" cy="6780289"/>
          </a:xfrm>
        </p:spPr>
        <p:txBody>
          <a:bodyPr>
            <a:normAutofit lnSpcReduction="1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 os amigos me deixarem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em caminhos de miséria e orfandade,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temo, porque o Pai está comigo.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 porque…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Se me envolve a noite escura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e caminho sobre abismos de amargura,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temo, porque a luz está comigo.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Nada temo porque…</a:t>
            </a:r>
            <a:endParaRPr lang="pt-PT" sz="10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4501092"/>
      </p:ext>
    </p:extLst>
  </p:cSld>
  <p:clrMapOvr>
    <a:masterClrMapping/>
  </p:clrMapOvr>
</p:sld>
</file>

<file path=ppt/slides/slide5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29402"/>
            <a:ext cx="9233807" cy="6560481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 porque nunca estou sozinha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temo, tenho Deus no meu caminho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Nada temo…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177741"/>
      </p:ext>
    </p:extLst>
  </p:cSld>
  <p:clrMapOvr>
    <a:masterClrMapping/>
  </p:clrMapOvr>
</p:sld>
</file>

<file path=ppt/slides/slide5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8435836"/>
      </p:ext>
    </p:extLst>
  </p:cSld>
  <p:clrMapOvr>
    <a:masterClrMapping/>
  </p:clrMapOvr>
</p:sld>
</file>

<file path=ppt/slides/slide5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Não adores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adores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que a Deus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adores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adores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que a Deus!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0971723"/>
      </p:ext>
    </p:extLst>
  </p:cSld>
  <p:clrMapOvr>
    <a:masterClrMapping/>
  </p:clrMapOvr>
</p:sld>
</file>

<file path=ppt/slides/slide5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escutes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que a Deus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escutes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escutes nunca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Ninguém mais que a Deus!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contemples …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820923"/>
      </p:ext>
    </p:extLst>
  </p:cSld>
  <p:clrMapOvr>
    <a:masterClrMapping/>
  </p:clrMapOvr>
</p:sld>
</file>

<file path=ppt/slides/slide5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só ele é o Senhor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adores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Nunca ninguém mais,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escutes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Nunca ninguém mais,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contemples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Nunca ninguém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a Deus!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4000575"/>
      </p:ext>
    </p:extLst>
  </p:cSld>
  <p:clrMapOvr>
    <a:masterClrMapping/>
  </p:clrMapOvr>
</p:sld>
</file>

<file path=ppt/slides/slide5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0991985"/>
      </p:ext>
    </p:extLst>
  </p:cSld>
  <p:clrMapOvr>
    <a:masterClrMapping/>
  </p:clrMapOvr>
</p:sld>
</file>

<file path=ppt/slides/slide5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Não sei como louvar-te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Não sei como louvar-Te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Nem que dizer Senhor.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Confio em Tua palavra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me abre o coração.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Toma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é simples ante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Ela quer ser louvor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Pelo que fazes em mim.</a:t>
            </a:r>
            <a:endParaRPr lang="pt-PT" sz="16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096438"/>
      </p:ext>
    </p:extLst>
  </p:cSld>
  <p:clrMapOvr>
    <a:masterClrMapping/>
  </p:clrMapOvr>
</p:sld>
</file>

<file path=ppt/slides/slide5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65654" y="1881555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Glória, Glória a Deus.</a:t>
            </a:r>
            <a:br>
              <a:rPr lang="pt-PT" sz="8000" b="1" i="1" dirty="0">
                <a:latin typeface="Abadi Extra Light" panose="020B0204020104020204" pitchFamily="34" charset="0"/>
              </a:rPr>
            </a:br>
            <a:r>
              <a:rPr lang="pt-PT" sz="8000" b="1" i="1" dirty="0">
                <a:latin typeface="Abadi Extra Light" panose="020B0204020104020204" pitchFamily="34" charset="0"/>
              </a:rPr>
              <a:t>   Glória, Glória (X2)</a:t>
            </a:r>
            <a:endParaRPr lang="pt-PT" sz="14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0285517"/>
      </p:ext>
    </p:extLst>
  </p:cSld>
  <p:clrMapOvr>
    <a:masterClrMapping/>
  </p:clrMapOvr>
</p:sld>
</file>

<file path=ppt/slides/slide5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4517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Sinto em mim Tua presença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Sou como Tu me vês,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Toma a minha pobreza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dá-me a tua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Indigno de Teus dons,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por Teu grande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Teu espírito me anima,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Graças Te dou Senhor!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58154674"/>
      </p:ext>
    </p:extLst>
  </p:cSld>
  <p:clrMapOvr>
    <a:masterClrMapping/>
  </p:clrMapOvr>
</p:sld>
</file>

<file path=ppt/slides/slide5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18408" y="166174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8000" b="1" i="1" dirty="0">
                <a:latin typeface="Abadi Extra Light" panose="020B0204020104020204" pitchFamily="34" charset="0"/>
              </a:rPr>
              <a:t>Glória, Glória a Deus.</a:t>
            </a:r>
            <a:br>
              <a:rPr lang="pt-PT" sz="8000" b="1" i="1" dirty="0">
                <a:latin typeface="Abadi Extra Light" panose="020B0204020104020204" pitchFamily="34" charset="0"/>
              </a:rPr>
            </a:br>
            <a:r>
              <a:rPr lang="pt-PT" sz="8000" b="1" i="1" dirty="0">
                <a:latin typeface="Abadi Extra Light" panose="020B0204020104020204" pitchFamily="34" charset="0"/>
              </a:rPr>
              <a:t>   Glória, Glória (X2)</a:t>
            </a:r>
            <a:endParaRPr lang="pt-PT" sz="14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2145854"/>
      </p:ext>
    </p:extLst>
  </p:cSld>
  <p:clrMapOvr>
    <a:masterClrMapping/>
  </p:clrMapOvr>
</p:sld>
</file>

<file path=ppt/slides/slide5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3150887"/>
      </p:ext>
    </p:extLst>
  </p:cSld>
  <p:clrMapOvr>
    <a:masterClrMapping/>
  </p:clrMapOvr>
</p:sld>
</file>

<file path=ppt/slides/slide5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Ninguém te ama como eu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Quanto esperei este momento,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Quanto esperei que estivesses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Quanto esperei que me falasses,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Quanto esperei que viesses a mim.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Sei bem o que tens vivido,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Sei bem porque tens chorado,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Eu sei porque tens sofrido,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Sempre estive ao teu lado.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96864771"/>
      </p:ext>
    </p:extLst>
  </p:cSld>
  <p:clrMapOvr>
    <a:masterClrMapping/>
  </p:clrMapOvr>
</p:sld>
</file>

<file path=ppt/slides/slide5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638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Olha p’ra cruz,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a minha maior prova,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28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960994"/>
      </p:ext>
    </p:extLst>
  </p:cSld>
  <p:clrMapOvr>
    <a:masterClrMapping/>
  </p:clrMapOvr>
</p:sld>
</file>

<file path=ppt/slides/slide5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4840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28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Foi por Ti só por Ti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Porque te amo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Ninguém te ama como eu.</a:t>
            </a:r>
            <a:endParaRPr lang="pt-PT" sz="2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345848"/>
      </p:ext>
    </p:extLst>
  </p:cSld>
  <p:clrMapOvr>
    <a:masterClrMapping/>
  </p:clrMapOvr>
</p:sld>
</file>

<file path=ppt/slides/slide5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7434482"/>
      </p:ext>
    </p:extLst>
  </p:cSld>
  <p:clrMapOvr>
    <a:masterClrMapping/>
  </p:clrMapOvr>
</p:sld>
</file>

<file path=ppt/slides/slide5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Nos amou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Salvos pela graça,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Cheios do seu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Queremos proclamar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Quão grande é 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Aquele que nos tirou das trevas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Nos firmou na sua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Pagou um alto preço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Seu nome é Jesus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9142786"/>
      </p:ext>
    </p:extLst>
  </p:cSld>
  <p:clrMapOvr>
    <a:masterClrMapping/>
  </p:clrMapOvr>
</p:sld>
</file>

<file path=ppt/slides/slide5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76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constrange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liberta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é mais forte, o seu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transforma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imutável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Grande é o seu amor que faz todas as coisas novas</a:t>
            </a:r>
            <a:endParaRPr lang="pt-PT" sz="8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6143306"/>
      </p:ext>
    </p:extLst>
  </p:cSld>
  <p:clrMapOvr>
    <a:masterClrMapping/>
  </p:clrMapOvr>
</p:sld>
</file>

<file path=ppt/slides/slide5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38" y="24517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quem prestar louvor?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P'ra quem adoração?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Senão aquele que nos livrou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 morte e da prisão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Pois Ele nos tirou das trevas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Nos firmou na sua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Pagou um alto preço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Seu nome é Jesus</a:t>
            </a:r>
            <a:endParaRPr lang="pt-PT" sz="11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77749117"/>
      </p:ext>
    </p:extLst>
  </p:cSld>
  <p:clrMapOvr>
    <a:masterClrMapping/>
  </p:clrMapOvr>
</p:sld>
</file>

<file path=ppt/slides/slide5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76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constrange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liberta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é mais forte, o seu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transforma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imutável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Grande é o seu amor que faz todas as coisas novas</a:t>
            </a:r>
            <a:endParaRPr lang="pt-PT" sz="8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2542496"/>
      </p:ext>
    </p:extLst>
  </p:cSld>
  <p:clrMapOvr>
    <a:masterClrMapping/>
  </p:clrMapOvr>
</p:sld>
</file>

<file path=ppt/slides/slide5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38" y="10188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iremos calar o louvor que puseste em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Sabemos quem És, Sabemos quem 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Iremos confiar todo o nosso ser e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Sabemos quem És, Sabemos quem És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810446057"/>
      </p:ext>
    </p:extLst>
  </p:cSld>
  <p:clrMapOvr>
    <a:masterClrMapping/>
  </p:clrMapOvr>
</p:sld>
</file>

<file path=ppt/slides/slide5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76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constrange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liberta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é mais forte, o seu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que transforma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Nos amou com amor imutável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Grande é o seu amor que faz todas as coisas novas</a:t>
            </a:r>
            <a:endParaRPr lang="pt-PT" sz="8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249482"/>
      </p:ext>
    </p:extLst>
  </p:cSld>
  <p:clrMapOvr>
    <a:masterClrMapping/>
  </p:clrMapOvr>
</p:sld>
</file>

<file path=ppt/slides/slide5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9860209"/>
      </p:ext>
    </p:extLst>
  </p:cSld>
  <p:clrMapOvr>
    <a:masterClrMapping/>
  </p:clrMapOvr>
</p:sld>
</file>

<file path=ppt/slides/slide5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Noite feliz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5649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Noite feliz, noite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Senhor, Deus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Pobrezinho nasceu em Belém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Eis na lapa Jesus, nosso bem!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Dorme em paz, ó Jesus!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Dorme em paz, ó Jesus!</a:t>
            </a:r>
            <a:endParaRPr lang="pt-PT" sz="112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534601342"/>
      </p:ext>
    </p:extLst>
  </p:cSld>
  <p:clrMapOvr>
    <a:masterClrMapping/>
  </p:clrMapOvr>
</p:sld>
</file>

<file path=ppt/slides/slide5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7225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Noite feliz, noite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Ó Jesus, Deus de Luz,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Quão amável é Teu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quiseste nascer nosso irmão,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a todos salvar!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a todos salvar!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94631769"/>
      </p:ext>
    </p:extLst>
  </p:cSld>
  <p:clrMapOvr>
    <a:masterClrMapping/>
  </p:clrMapOvr>
</p:sld>
</file>

<file path=ppt/slides/slide5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7225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Noite feliz, noite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Eis que no ar vêm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Aos pastores, os anjos dos céus,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Anunciando a chegada de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Jesus Salvador!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Jesus Salvador!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15095865"/>
      </p:ext>
    </p:extLst>
  </p:cSld>
  <p:clrMapOvr>
    <a:masterClrMapping/>
  </p:clrMapOvr>
</p:sld>
</file>

<file path=ppt/slides/slide5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7979637"/>
      </p:ext>
    </p:extLst>
  </p:cSld>
  <p:clrMapOvr>
    <a:masterClrMapping/>
  </p:clrMapOvr>
</p:sld>
</file>

<file path=ppt/slides/slide5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Nunca mais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5649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eu fosse capaz de avistar o seu manso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Porquê não voar então, já que tudo é tão perfeito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Neste sonho meu de um dia te encontrar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12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70899733"/>
      </p:ext>
    </p:extLst>
  </p:cSld>
  <p:clrMapOvr>
    <a:masterClrMapping/>
  </p:clrMapOvr>
</p:sld>
</file>

<file path=ppt/slides/slide5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3640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Tenho sua palavra guardada em meu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promessa divina de que a vida não é em vão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Porque não sorrir então, se apesar do imperfeito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Desse corpo meu, tens um céu a me esperar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95720146"/>
      </p:ext>
    </p:extLst>
  </p:cSld>
  <p:clrMapOvr>
    <a:masterClrMapping/>
  </p:clrMapOvr>
</p:sld>
</file>

<file path=ppt/slides/slide5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3640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Para nunca mais separar-me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viver onde a dor não vai existir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Ah se o mundo soubesse quão perto estás de vir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51636669"/>
      </p:ext>
    </p:extLst>
  </p:cSld>
  <p:clrMapOvr>
    <a:masterClrMapping/>
  </p:clrMapOvr>
</p:sld>
</file>

<file path=ppt/slides/slide5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90594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Hoje o homem procura na sua vida realizar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seus sonhos terrestres sem ao menos se importar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que existe um Deus no céu e o que importa é 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Dedicada ao senhor, uma vida de valor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64726815"/>
      </p:ext>
    </p:extLst>
  </p:cSld>
  <p:clrMapOvr>
    <a:masterClrMapping/>
  </p:clrMapOvr>
</p:sld>
</file>

<file path=ppt/slides/slide5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4955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maior dissabor é viver longe de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Pois eu tento voar, mas consigo apenas afundar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Não fui feito pra viver uma vida em que nela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senhor não está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Vem logo me levar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38285757"/>
      </p:ext>
    </p:extLst>
  </p:cSld>
  <p:clrMapOvr>
    <a:masterClrMapping/>
  </p:clrMapOvr>
</p:sld>
</file>

<file path=ppt/slides/slide5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36400"/>
            <a:ext cx="9233807" cy="4985199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Para nunca mais separar-me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viver onde a dor não vai existir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Ah se o mundo soubesse quão perto estás de vir</a:t>
            </a:r>
          </a:p>
          <a:p>
            <a:pPr marL="0" indent="0" algn="ctr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49113408"/>
      </p:ext>
    </p:extLst>
  </p:cSld>
  <p:clrMapOvr>
    <a:masterClrMapping/>
  </p:clrMapOvr>
</p:sld>
</file>

<file path=ppt/slides/slide5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452589"/>
      </p:ext>
    </p:extLst>
  </p:cSld>
  <p:clrMapOvr>
    <a:masterClrMapping/>
  </p:clrMapOvr>
</p:sld>
</file>

<file path=ppt/slides/slide5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en-US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 </a:t>
            </a:r>
            <a:r>
              <a:rPr lang="en-US" sz="36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reino</a:t>
            </a:r>
            <a:r>
              <a:rPr lang="en-US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 de Deus (The kingdom of God)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2801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O reino de Deus é um reino de paz, justiça e alegria.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Senhor, em nós vem abrir as portas do Teu reino</a:t>
            </a:r>
            <a:endParaRPr lang="pt-PT" sz="87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16823436"/>
      </p:ext>
    </p:extLst>
  </p:cSld>
  <p:clrMapOvr>
    <a:masterClrMapping/>
  </p:clrMapOvr>
</p:sld>
</file>

<file path=ppt/slides/slide5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2241712"/>
      </p:ext>
    </p:extLst>
  </p:cSld>
  <p:clrMapOvr>
    <a:masterClrMapping/>
  </p:clrMapOvr>
</p:sld>
</file>

<file path=ppt/slides/slide5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 Senhor é a minha força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4074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Senhor é a minha força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Ao Senhor o meu canto,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Ele é nosso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Nele eu confio e nada temo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Nele eu confio e nada temo.</a:t>
            </a:r>
            <a:r>
              <a:rPr lang="pt-PT" sz="14400" b="1" i="1" dirty="0">
                <a:latin typeface="Abadi Extra Light" panose="020B0204020104020204" pitchFamily="34" charset="0"/>
              </a:rPr>
              <a:t> </a:t>
            </a: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58911"/>
      </p:ext>
    </p:extLst>
  </p:cSld>
  <p:clrMapOvr>
    <a:masterClrMapping/>
  </p:clrMapOvr>
</p:sld>
</file>

<file path=ppt/slides/slide5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305260"/>
      </p:ext>
    </p:extLst>
  </p:cSld>
  <p:clrMapOvr>
    <a:masterClrMapping/>
  </p:clrMapOvr>
</p:sld>
</file>

<file path=ppt/slides/slide5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 Senhor é meu Pastor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7254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ø" panose="00000200000000000000" pitchFamily="2" charset="0"/>
              </a:rPr>
              <a:t> 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071051"/>
      </p:ext>
    </p:extLst>
  </p:cSld>
  <p:clrMapOvr>
    <a:masterClrMapping/>
  </p:clrMapOvr>
</p:sld>
</file>

<file path=ppt/slides/slide5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conduz para as fontes de água viva e me apascenta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protege de todos os perigos porque me ama | x2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ø" panose="00000200000000000000" pitchFamily="2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136327"/>
      </p:ext>
    </p:extLst>
  </p:cSld>
  <p:clrMapOvr>
    <a:masterClrMapping/>
  </p:clrMapOvr>
</p:sld>
</file>

<file path=ppt/slides/slide5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 me afasto me busca sem descanso, me vai chamando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encontrando me abraça comovido, porque me ama | x2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722438"/>
      </p:ext>
    </p:extLst>
  </p:cSld>
  <p:clrMapOvr>
    <a:masterClrMapping/>
  </p:clrMapOvr>
</p:sld>
</file>

<file path=ppt/slides/slide5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 alimenta com o pão que dá a vida, seu próprio Corpo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seu Vinho é Seu Sangue derramado porque me ama| x2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ø" panose="00000200000000000000" pitchFamily="2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739312"/>
      </p:ext>
    </p:extLst>
  </p:cSld>
  <p:clrMapOvr>
    <a:masterClrMapping/>
  </p:clrMapOvr>
</p:sld>
</file>

<file path=ppt/slides/slide5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165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Dá-me o Pão do Seu Amor para que ame o mundo inteiro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lhe ofereço minha alma e minha vida, porque O Amo| x2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Senhor é meu Pastor,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nada me falta! (X2)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ø" panose="00000200000000000000" pitchFamily="2" charset="0"/>
              </a:rPr>
              <a:t>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8318909"/>
      </p:ext>
    </p:extLst>
  </p:cSld>
  <p:clrMapOvr>
    <a:masterClrMapping/>
  </p:clrMapOvr>
</p:sld>
</file>

<file path=ppt/slides/slide5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7717089"/>
      </p:ext>
    </p:extLst>
  </p:cSld>
  <p:clrMapOvr>
    <a:masterClrMapping/>
  </p:clrMapOvr>
</p:sld>
</file>

<file path=ppt/slides/slide5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 sonho é…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6507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Há um lugar, longe de se ver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o azul passou.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conheci e por lá passei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o sonho andou.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Recordei, num abraço o dia!</a:t>
            </a:r>
            <a:endParaRPr lang="pt-PT" sz="48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114966"/>
      </p:ext>
    </p:extLst>
  </p:cSld>
  <p:clrMapOvr>
    <a:masterClrMapping/>
  </p:clrMapOvr>
</p:sld>
</file>

<file path=ppt/slides/slide5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946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3200" dirty="0">
                <a:latin typeface="Abadi Extra Light" panose="020B0204020104020204" pitchFamily="34" charset="0"/>
              </a:rPr>
              <a:t>Faço crescer, a vontade só,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De olhar para trás.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Mas não mudará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Mesmo o lugar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Só o tempo faz.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Vou andar respirar a vida.</a:t>
            </a:r>
            <a:endParaRPr lang="pt-PT" sz="2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9862778"/>
      </p:ext>
    </p:extLst>
  </p:cSld>
  <p:clrMapOvr>
    <a:masterClrMapping/>
  </p:clrMapOvr>
</p:sld>
</file>

<file path=ppt/slides/slide5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sonho vai,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sonho é correr e mudar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Sem voltar.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Para o tempo de amar,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só deixar o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Para trás.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só querer. (X2)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4521515"/>
      </p:ext>
    </p:extLst>
  </p:cSld>
  <p:clrMapOvr>
    <a:masterClrMapping/>
  </p:clrMapOvr>
</p:sld>
</file>

<file path=ppt/slides/slide5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122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3200" dirty="0">
                <a:latin typeface="Abadi Extra Light" panose="020B0204020104020204" pitchFamily="34" charset="0"/>
              </a:rPr>
              <a:t>Solto no ar este meu querer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Vive e não mudou.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Cresce o amor sente-se no céu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O que já mudou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Sou um sol, </a:t>
            </a:r>
            <a:br>
              <a:rPr lang="pt-PT" sz="23200" dirty="0">
                <a:latin typeface="Abadi Extra Light" panose="020B0204020104020204" pitchFamily="34" charset="0"/>
              </a:rPr>
            </a:br>
            <a:r>
              <a:rPr lang="pt-PT" sz="23200" dirty="0">
                <a:latin typeface="Abadi Extra Light" panose="020B0204020104020204" pitchFamily="34" charset="0"/>
              </a:rPr>
              <a:t>Ser que quer a vida!</a:t>
            </a:r>
            <a:endParaRPr lang="pt-PT" sz="2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9998469"/>
      </p:ext>
    </p:extLst>
  </p:cSld>
  <p:clrMapOvr>
    <a:masterClrMapping/>
  </p:clrMapOvr>
</p:sld>
</file>

<file path=ppt/slides/slide5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sonho vai,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sonho é correr e mudar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Sem voltar.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Para o tempo de amar,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só deixar o mundo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Para trás.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só querer. (X2)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130317"/>
      </p:ext>
    </p:extLst>
  </p:cSld>
  <p:clrMapOvr>
    <a:masterClrMapping/>
  </p:clrMapOvr>
</p:sld>
</file>

<file path=ppt/slides/slide5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998753"/>
      </p:ext>
    </p:extLst>
  </p:cSld>
  <p:clrMapOvr>
    <a:masterClrMapping/>
  </p:clrMapOvr>
</p:sld>
</file>

<file path=ppt/slides/slide5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 verbo de Deus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65072"/>
            <a:ext cx="9233807" cy="490455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Queres saber de que cor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São os sonhos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Volta a olhar 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primeira vez</a:t>
            </a:r>
            <a:endParaRPr lang="pt-PT" sz="48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9675785"/>
      </p:ext>
    </p:extLst>
  </p:cSld>
  <p:clrMapOvr>
    <a:masterClrMapping/>
  </p:clrMapOvr>
</p:sld>
</file>

<file path=ppt/slides/slide5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89066"/>
            <a:ext cx="9233807" cy="6699875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  <a:endParaRPr lang="pt-PT" sz="13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600378"/>
      </p:ext>
    </p:extLst>
  </p:cSld>
  <p:clrMapOvr>
    <a:masterClrMapping/>
  </p:clrMapOvr>
</p:sld>
</file>

<file path=ppt/slides/slide5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76723"/>
            <a:ext cx="9233807" cy="490455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Queres saber o lugar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Da morada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Volta a olhar o Homem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primeira vez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118484"/>
      </p:ext>
    </p:extLst>
  </p:cSld>
  <p:clrMapOvr>
    <a:masterClrMapping/>
  </p:clrMapOvr>
</p:sld>
</file>

<file path=ppt/slides/slide5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89066"/>
            <a:ext cx="9233807" cy="6699875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  <a:endParaRPr lang="pt-PT" sz="13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91511"/>
      </p:ext>
    </p:extLst>
  </p:cSld>
  <p:clrMapOvr>
    <a:masterClrMapping/>
  </p:clrMapOvr>
</p:sld>
</file>

<file path=ppt/slides/slide5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76723"/>
            <a:ext cx="9233807" cy="4904554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Queres saber o segredo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Do coração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Volta a olhar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primeira vez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661844"/>
      </p:ext>
    </p:extLst>
  </p:cSld>
  <p:clrMapOvr>
    <a:masterClrMapping/>
  </p:clrMapOvr>
</p:sld>
</file>

<file path=ppt/slides/slide5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89066"/>
            <a:ext cx="9233807" cy="6699875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Pois o verbo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2800" b="1" i="1" dirty="0">
                <a:latin typeface="Abadi Extra Light" panose="020B0204020104020204" pitchFamily="34" charset="0"/>
              </a:rPr>
              <a:t>Acampou entre nós</a:t>
            </a:r>
            <a:endParaRPr lang="pt-PT" sz="13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7326764"/>
      </p:ext>
    </p:extLst>
  </p:cSld>
  <p:clrMapOvr>
    <a:masterClrMapping/>
  </p:clrMapOvr>
</p:sld>
</file>

<file path=ppt/slides/slide5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201995"/>
      </p:ext>
    </p:extLst>
  </p:cSld>
  <p:clrMapOvr>
    <a:masterClrMapping/>
  </p:clrMapOvr>
</p:sld>
</file>

<file path=ppt/slides/slide5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 vinhateiro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De manhãzinha mal desponta o sol,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Caminhando com seu ar ligeiro.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Para os campos que dele precisam,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Dirige-se o vinhateiro.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Não desanima no seu caminhar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Nem o cansam a sede e o calor.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Há uma vinha que quer cultivar,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Uma vinha que é todo o seu amor  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459052"/>
      </p:ext>
    </p:extLst>
  </p:cSld>
  <p:clrMapOvr>
    <a:masterClrMapping/>
  </p:clrMapOvr>
</p:sld>
</file>

<file path=ppt/slides/slide5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cultiva de sol a sol.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reclama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teu ser inteiro.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5643"/>
      </p:ext>
    </p:extLst>
  </p:cSld>
  <p:clrMapOvr>
    <a:masterClrMapping/>
  </p:clrMapOvr>
</p:sld>
</file>

<file path=ppt/slides/slide5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0448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Protege a vinha com forte valado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Cercando-a em todo o redor.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Tira de dentro as pedras do mal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escolhe a terra melhor.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Planta as cepas com todo o cuidado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rega-as o dia inteiro.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Diz-me se pode fazer ainda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P’la sua vinha o vinhateiro.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640374"/>
      </p:ext>
    </p:extLst>
  </p:cSld>
  <p:clrMapOvr>
    <a:masterClrMapping/>
  </p:clrMapOvr>
</p:sld>
</file>

<file path=ppt/slides/slide5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cultiva de sol a sol.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reclama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teu ser inteiro.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4307120"/>
      </p:ext>
    </p:extLst>
  </p:cSld>
  <p:clrMapOvr>
    <a:masterClrMapping/>
  </p:clrMapOvr>
</p:sld>
</file>

<file path=ppt/slides/slide5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manhãzinha mal desponta o sol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Caminhando com seu ar ligeiro.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Para os campos que dele precisam,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Dirige-se o vinhateiro.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só uns cachos de amargo sabor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Recolheu em cada canteiro.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Diz-me se não puderá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esperar mais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Da sua vinha o vinhateiro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1242244"/>
      </p:ext>
    </p:extLst>
  </p:cSld>
  <p:clrMapOvr>
    <a:masterClrMapping/>
  </p:clrMapOvr>
</p:sld>
</file>

<file path=ppt/slides/slide5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cultiva de sol a sol.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é teu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vinhateiro,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reclama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teu ser inteiro.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411256"/>
      </p:ext>
    </p:extLst>
  </p:cSld>
  <p:clrMapOvr>
    <a:masterClrMapping/>
  </p:clrMapOvr>
</p:sld>
</file>

<file path=ppt/slides/slide5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8920078"/>
      </p:ext>
    </p:extLst>
  </p:cSld>
  <p:clrMapOvr>
    <a:masterClrMapping/>
  </p:clrMapOvr>
</p:sld>
</file>

<file path=ppt/slides/slide5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Obrigado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 este dia que passou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Pelos passos pelos voos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pela vida que há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 essa força ao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 essa chama que me queima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pela vida que há em mim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8423561"/>
      </p:ext>
    </p:extLst>
  </p:cSld>
  <p:clrMapOvr>
    <a:masterClrMapping/>
  </p:clrMapOvr>
</p:sld>
</file>

<file path=ppt/slides/slide5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Por essa voz que em mim habita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Por essa mão que necessita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 outra mão que saiba amar e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Pela estrada percorrido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Pelos exemplos que dão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 pelos dons que recebi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3769763"/>
      </p:ext>
    </p:extLst>
  </p:cSld>
  <p:clrMapOvr>
    <a:masterClrMapping/>
  </p:clrMapOvr>
</p:sld>
</file>

<file path=ppt/slides/slide5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923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amizade e confiança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saudade e a lembrança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tudo aquilo que nos marcou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presença que não passa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esperança que abraça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pelo amor que em nós ficou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9889046"/>
      </p:ext>
    </p:extLst>
  </p:cSld>
  <p:clrMapOvr>
    <a:masterClrMapping/>
  </p:clrMapOvr>
</p:sld>
</file>

<file path=ppt/slides/slide5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Por essa voz que em mim habita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Por essa mão que necessita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De outra mão que saiba amar e ser feliz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Pela estrada percorrido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Pelos exemplos que dão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Obrigado pelos dons que recebi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472282"/>
      </p:ext>
    </p:extLst>
  </p:cSld>
  <p:clrMapOvr>
    <a:masterClrMapping/>
  </p:clrMapOvr>
</p:sld>
</file>

<file path=ppt/slides/slide5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2566955"/>
      </p:ext>
    </p:extLst>
  </p:cSld>
  <p:clrMapOvr>
    <a:masterClrMapping/>
  </p:clrMapOvr>
</p:sld>
</file>

<file path=ppt/slides/slide5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Oceans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2801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Tu me chamas sobre as águas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Onde os meus pés podem falhar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ali Te encontro no mistério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No mar profundo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Aguento em fé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00824467"/>
      </p:ext>
    </p:extLst>
  </p:cSld>
  <p:clrMapOvr>
    <a:masterClrMapping/>
  </p:clrMapOvr>
</p:sld>
</file>

<file path=ppt/slides/slide5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3633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pelo Teu nome vou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Para lá das ondas vou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 a maré subir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No Teu abraço vou ficar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Pois eu sou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Tu és meu</a:t>
            </a:r>
            <a:endParaRPr lang="pt-PT" sz="9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816520"/>
      </p:ext>
    </p:extLst>
  </p:cSld>
  <p:clrMapOvr>
    <a:masterClrMapping/>
  </p:clrMapOvr>
</p:sld>
</file>

<file path=ppt/slides/slide5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7058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 mar Tua graça é abundante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As Tuas mãos vão-me guiar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medo acampa à minha volta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Contudo Tu não falharás</a:t>
            </a: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51651221"/>
      </p:ext>
    </p:extLst>
  </p:cSld>
  <p:clrMapOvr>
    <a:masterClrMapping/>
  </p:clrMapOvr>
</p:sld>
</file>

<file path=ppt/slides/slide5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3633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pelo Teu nome vou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Para lá das ondas vou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 a maré subir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No Teu abraço vou ficar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Pois eu sou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Tu és meu</a:t>
            </a:r>
            <a:endParaRPr lang="pt-PT" sz="9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9033523"/>
      </p:ext>
    </p:extLst>
  </p:cSld>
  <p:clrMapOvr>
    <a:masterClrMapping/>
  </p:clrMapOvr>
</p:sld>
</file>

<file path=ppt/slides/slide5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Guia-me onde a confiança é sem fronteiras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Quero andar sobre as águas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Até onde me chamares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Leva-me para lá do que é o mais profundo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Chegar a uma fé sem fundo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Mergulhar na Tua presença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51063868"/>
      </p:ext>
    </p:extLst>
  </p:cSld>
  <p:clrMapOvr>
    <a:masterClrMapping/>
  </p:clrMapOvr>
</p:sld>
</file>

<file path=ppt/slides/slide5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3633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pelo Teu nome vou chamar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Para lá das ondas vou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Se a maré subir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No Teu abraço vou ficar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Pois eu sou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E Tu és meu</a:t>
            </a:r>
            <a:endParaRPr lang="pt-PT" sz="9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6192880"/>
      </p:ext>
    </p:extLst>
  </p:cSld>
  <p:clrMapOvr>
    <a:masterClrMapping/>
  </p:clrMapOvr>
</p:sld>
</file>

<file path=ppt/slides/slide5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0447205"/>
      </p:ext>
    </p:extLst>
  </p:cSld>
  <p:clrMapOvr>
    <a:masterClrMapping/>
  </p:clrMapOvr>
</p:sld>
</file>

<file path=ppt/slides/slide5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Oh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68291"/>
            <a:ext cx="9233807" cy="4901625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Oh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difícil é falar quando chorarmos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Quando a alma não tem força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Quando não podemos 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beleza que tu entregas em cada amanhecer</a:t>
            </a:r>
            <a:endParaRPr lang="pt-PT" sz="8700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10333093"/>
      </p:ext>
    </p:extLst>
  </p:cSld>
  <p:clrMapOvr>
    <a:masterClrMapping/>
  </p:clrMapOvr>
</p:sld>
</file>

<file path=ppt/slides/slide5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27526"/>
            <a:ext cx="9233807" cy="540294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Oh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dá-me forças para poder encontrar-te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ver-te em cada gesto,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cada coisa desta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Tu desenhaste só para mim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0119563"/>
      </p:ext>
    </p:extLst>
  </p:cSld>
  <p:clrMapOvr>
    <a:masterClrMapping/>
  </p:clrMapOvr>
</p:sld>
</file>

<file path=ppt/slides/slide5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73984"/>
            <a:ext cx="9233807" cy="5716984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Oh Senhor, sim, eu preciso da tua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Do abraço deste amigo que não está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Dá-me luz, à minha alma tão cansada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num sonho queria acordar</a:t>
            </a:r>
            <a:endParaRPr lang="pt-PT" sz="900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782245"/>
      </p:ext>
    </p:extLst>
  </p:cSld>
  <p:clrMapOvr>
    <a:masterClrMapping/>
  </p:clrMapOvr>
</p:sld>
</file>

<file path=ppt/slides/slide5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16249"/>
            <a:ext cx="9233807" cy="540294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Oh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hoje quero entregar-te o meu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a música que sinto.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queria transmitir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através destas palavras. Fico mais perto de ti.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4777399"/>
      </p:ext>
    </p:extLst>
  </p:cSld>
  <p:clrMapOvr>
    <a:masterClrMapping/>
  </p:clrMapOvr>
</p:sld>
</file>

<file path=ppt/slides/slide5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73984"/>
            <a:ext cx="9233807" cy="5716984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Oh Senhor, sim, eu preciso da tua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Do abraço deste amigo que não está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Dá-me luz, à minha alma tão cansada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num sonho queria acordar</a:t>
            </a:r>
            <a:endParaRPr lang="pt-PT" sz="900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8144804"/>
      </p:ext>
    </p:extLst>
  </p:cSld>
  <p:clrMapOvr>
    <a:masterClrMapping/>
  </p:clrMapOvr>
</p:sld>
</file>

<file path=ppt/slides/slide5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2627959"/>
      </p:ext>
    </p:extLst>
  </p:cSld>
  <p:clrMapOvr>
    <a:masterClrMapping/>
  </p:clrMapOvr>
</p:sld>
</file>

<file path=ppt/slides/slide5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Onde Deus te levar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Podes achar que não tens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Para onde ir, ou o que fazer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Não sabes bem que és aqui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Neste mundo, tão grande e frio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Mas há qualquer coisa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te faz querer…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Querer ser alguém…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Querer ser alguém!!!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6516558"/>
      </p:ext>
    </p:extLst>
  </p:cSld>
  <p:clrMapOvr>
    <a:masterClrMapping/>
  </p:clrMapOvr>
</p:sld>
</file>

<file path=ppt/slides/slide5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a vida não vai parar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Vai com o vento,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Tens tudo a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percas tempo!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Podes saber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vais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Onde DEUS te levar!!!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892530"/>
      </p:ext>
    </p:extLst>
  </p:cSld>
  <p:clrMapOvr>
    <a:masterClrMapping/>
  </p:clrMapOvr>
</p:sld>
</file>

<file path=ppt/slides/slide5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576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pode ser tão difícil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'acreditar em Deus assim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Será que ele se vai lembrar…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De me ajudar, será que sim?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há qualquer coisa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te faz querer…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Acreditar…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Acreditar!!!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7879604"/>
      </p:ext>
    </p:extLst>
  </p:cSld>
  <p:clrMapOvr>
    <a:masterClrMapping/>
  </p:clrMapOvr>
</p:sld>
</file>

<file path=ppt/slides/slide5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1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a vida não vai parar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Vai com o vento,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Tens tudo a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percas tempo!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Podes saber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vais chegar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Onde DEUS te levar!!!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753004"/>
      </p:ext>
    </p:extLst>
  </p:cSld>
  <p:clrMapOvr>
    <a:masterClrMapping/>
  </p:clrMapOvr>
</p:sld>
</file>

<file path=ppt/slides/slide5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4030518"/>
      </p:ext>
    </p:extLst>
  </p:cSld>
  <p:clrMapOvr>
    <a:masterClrMapping/>
  </p:clrMapOvr>
</p:sld>
</file>

<file path=ppt/slides/slide6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Onde está o teu irmão</a:t>
            </a:r>
            <a:endParaRPr lang="pt-PT" sz="3600" dirty="0">
              <a:solidFill>
                <a:schemeClr val="bg1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41978"/>
            <a:ext cx="9233807" cy="5127937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 eu quisesse deixar de viver a sonhar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Há uma luz que não deixa de me acompanhar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Fui sozinho atrás do que eu perdi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Mas tu seguiste-me e então renasci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7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1915119"/>
      </p:ext>
    </p:extLst>
  </p:cSld>
  <p:clrMapOvr>
    <a:masterClrMapping/>
  </p:clrMapOvr>
</p:sld>
</file>

<file path=ppt/slides/slide6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52429"/>
            <a:ext cx="9233807" cy="6526564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Deixei de acreditar que estendias a mão….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200" b="1" i="1" dirty="0">
                <a:latin typeface="Abadi Extra Light" panose="020B0204020104020204" pitchFamily="34" charset="0"/>
              </a:rPr>
              <a:t>Pa </a:t>
            </a:r>
            <a:r>
              <a:rPr lang="pt-PT" sz="7200" b="1" i="1" dirty="0" err="1">
                <a:latin typeface="Abadi Extra Light" panose="020B0204020104020204" pitchFamily="34" charset="0"/>
              </a:rPr>
              <a:t>ra</a:t>
            </a:r>
            <a:r>
              <a:rPr lang="pt-PT" sz="7200" b="1" i="1" dirty="0">
                <a:latin typeface="Abadi Extra Light" panose="020B0204020104020204" pitchFamily="34" charset="0"/>
              </a:rPr>
              <a:t> pa </a:t>
            </a:r>
            <a:r>
              <a:rPr lang="pt-PT" sz="7200" b="1" i="1" dirty="0" err="1">
                <a:latin typeface="Abadi Extra Light" panose="020B0204020104020204" pitchFamily="34" charset="0"/>
              </a:rPr>
              <a:t>pa</a:t>
            </a:r>
            <a:r>
              <a:rPr lang="pt-PT" sz="7200" b="1" i="1" dirty="0">
                <a:latin typeface="Abadi Extra Light" panose="020B0204020104020204" pitchFamily="34" charset="0"/>
              </a:rPr>
              <a:t> </a:t>
            </a:r>
            <a:r>
              <a:rPr lang="pt-PT" sz="7200" b="1" i="1" dirty="0" err="1">
                <a:latin typeface="Abadi Extra Light" panose="020B0204020104020204" pitchFamily="34" charset="0"/>
              </a:rPr>
              <a:t>pa</a:t>
            </a:r>
            <a:endParaRPr lang="pt-PT" sz="7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611469"/>
      </p:ext>
    </p:extLst>
  </p:cSld>
  <p:clrMapOvr>
    <a:masterClrMapping/>
  </p:clrMapOvr>
</p:sld>
</file>

<file path=ppt/slides/slide6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28396"/>
            <a:ext cx="9233807" cy="6527810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Onde está o teu irmão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o deixes sozinho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Dá-lhe a tua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junta-te ao caminho</a:t>
            </a: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168094"/>
      </p:ext>
    </p:extLst>
  </p:cSld>
  <p:clrMapOvr>
    <a:masterClrMapping/>
  </p:clrMapOvr>
</p:sld>
</file>

<file path=ppt/slides/slide6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5588028"/>
      </p:ext>
    </p:extLst>
  </p:cSld>
  <p:clrMapOvr>
    <a:masterClrMapping/>
  </p:clrMapOvr>
</p:sld>
</file>

<file path=ppt/slides/slide6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Oração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Quando quiseres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Contemplar 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Leva-me contigo,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para estarmos sós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em silêncio, em 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Vamos ver o que Deus fez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solidFill>
                  <a:schemeClr val="bg1">
                    <a:lumMod val="95000"/>
                  </a:schemeClr>
                </a:solidFill>
                <a:latin typeface="ø" panose="00000200000000000000" pitchFamily="2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0579453"/>
      </p:ext>
    </p:extLst>
  </p:cSld>
  <p:clrMapOvr>
    <a:masterClrMapping/>
  </p:clrMapOvr>
</p:sld>
</file>

<file path=ppt/slides/slide6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7840066"/>
      </p:ext>
    </p:extLst>
  </p:cSld>
  <p:clrMapOvr>
    <a:masterClrMapping/>
  </p:clrMapOvr>
</p:sld>
</file>

<file path=ppt/slides/slide6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Oração de São Francisco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69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Onde houver ódio que eu leve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houver ofensa que eu leve o perdão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houver discórdia que eu leve união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onde houver dúvida que eu leve a fé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Senhor Jesus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4732622"/>
      </p:ext>
    </p:extLst>
  </p:cSld>
  <p:clrMapOvr>
    <a:masterClrMapping/>
  </p:clrMapOvr>
</p:sld>
</file>

<file path=ppt/slides/slide6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3763"/>
            <a:ext cx="9233807" cy="6163367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 fazei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um instrumento da vossa paz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é dando (que se recebe)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perdoando (que se é perdoado)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morrendo (que se renasce)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Para a vida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250741"/>
      </p:ext>
    </p:extLst>
  </p:cSld>
  <p:clrMapOvr>
    <a:masterClrMapping/>
  </p:clrMapOvr>
</p:sld>
</file>

<file path=ppt/slides/slide6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430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houver erro, que eu leve a verdade.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desespero, que eu leve a esperança.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houver tristeza, que eu leve a alegria.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houver trevas, que eu leve a luz.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Senhor Jesus.</a:t>
            </a: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808784"/>
      </p:ext>
    </p:extLst>
  </p:cSld>
  <p:clrMapOvr>
    <a:masterClrMapping/>
  </p:clrMapOvr>
</p:sld>
</file>

<file path=ppt/slides/slide6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3763"/>
            <a:ext cx="9233807" cy="6163367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 fazei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um instrumento da vossa paz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é dando (que se recebe)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perdoando (que se é perdoado)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morrendo (que se renasce)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Para a vida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324599"/>
      </p:ext>
    </p:extLst>
  </p:cSld>
  <p:clrMapOvr>
    <a:masterClrMapping/>
  </p:clrMapOvr>
</p:sld>
</file>

<file path=ppt/slides/slide6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93571"/>
            <a:ext cx="9233807" cy="5257759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Mestre, fazei que eu procure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Consolar que ser consolado,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Compreender que ser compreendido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 amar mais que ser amado,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Senhor Jesus.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2892928"/>
      </p:ext>
    </p:extLst>
  </p:cSld>
  <p:clrMapOvr>
    <a:masterClrMapping/>
  </p:clrMapOvr>
</p:sld>
</file>

<file path=ppt/slides/slide6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73763"/>
            <a:ext cx="9233807" cy="6163367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 fazei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um instrumento da vossa paz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é dando (que se recebe)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perdoando (que se é perdoado)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é morrendo (que se renasce)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Para a vida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103399"/>
      </p:ext>
    </p:extLst>
  </p:cSld>
  <p:clrMapOvr>
    <a:masterClrMapping/>
  </p:clrMapOvr>
</p:sld>
</file>

<file path=ppt/slides/slide6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9061711"/>
      </p:ext>
    </p:extLst>
  </p:cSld>
  <p:clrMapOvr>
    <a:masterClrMapping/>
  </p:clrMapOvr>
</p:sld>
</file>

<file path=ppt/slides/slide6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Oração de Santo Inácio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Tomai Senhor e recebei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Toda a minha liberdade,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 minha memória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E o meu entendimento,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Toda a minha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E tudo o que eu possuo.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Vós mo destes, a Vós o restituo.</a:t>
            </a:r>
            <a:r>
              <a:rPr lang="pt-PT" sz="160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0478251"/>
      </p:ext>
    </p:extLst>
  </p:cSld>
  <p:clrMapOvr>
    <a:masterClrMapping/>
  </p:clrMapOvr>
</p:sld>
</file>

<file path=ppt/slides/slide6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8034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Tudo é Vosso: disponde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Pela vossa vontade.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Dai-me apenas,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vosso amor e graça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esta, me basta,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esta, me basta.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5505105"/>
      </p:ext>
    </p:extLst>
  </p:cSld>
  <p:clrMapOvr>
    <a:masterClrMapping/>
  </p:clrMapOvr>
</p:sld>
</file>

<file path=ppt/slides/slide6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3729558"/>
      </p:ext>
    </p:extLst>
  </p:cSld>
  <p:clrMapOvr>
    <a:masterClrMapping/>
  </p:clrMapOvr>
</p:sld>
</file>

<file path=ppt/slides/slide6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Oração de São Pedro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Foi por ti que um dia fui p’ra além da praia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Descobri em ti um mar que eu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nem sabia haver.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“Faz-te ao largo, confia em mim”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Disseste e a praia inteira parou.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“Lança as redes, confia em Mim”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Passaste e segredaste-me “vem”</a:t>
            </a: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4714005"/>
      </p:ext>
    </p:extLst>
  </p:cSld>
  <p:clrMapOvr>
    <a:masterClrMapping/>
  </p:clrMapOvr>
</p:sld>
</file>

<file path=ppt/slides/slide6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8034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iria eu sem ti,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 Tu falas e eu ouço o mar?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Irei contigo onde quer que vás,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quer que o vento sopre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Até ao dia em que o 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me levar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3380880"/>
      </p:ext>
    </p:extLst>
  </p:cSld>
  <p:clrMapOvr>
    <a:masterClrMapping/>
  </p:clrMapOvr>
</p:sld>
</file>

<file path=ppt/slides/slide6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04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Eis aqui o amigo em que tu confiaste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um dia te negou, por medo ou por traição nem sei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olhaste e o mar se acalmou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teu perdão de novo encontrei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Noutra praia um dia a nascer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Passaste e segredaste-me vem</a:t>
            </a:r>
          </a:p>
          <a:p>
            <a:pPr marL="0" indent="0" algn="ctr">
              <a:lnSpc>
                <a:spcPct val="120000"/>
              </a:lnSpc>
              <a:buNone/>
            </a:pPr>
            <a:br>
              <a:rPr lang="pt-PT" sz="16000" dirty="0">
                <a:latin typeface="ø" panose="00000200000000000000" pitchFamily="2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9175726"/>
      </p:ext>
    </p:extLst>
  </p:cSld>
  <p:clrMapOvr>
    <a:masterClrMapping/>
  </p:clrMapOvr>
</p:sld>
</file>

<file path=ppt/slides/slide6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8034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iria eu sem ti,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 Tu falas e eu ouço o mar?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Irei contigo onde quer que vás,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quer que o vento sopre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Até ao dia em que o 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me levar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074774"/>
      </p:ext>
    </p:extLst>
  </p:cSld>
  <p:clrMapOvr>
    <a:masterClrMapping/>
  </p:clrMapOvr>
</p:sld>
</file>

<file path=ppt/slides/slide6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799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Vi em ti a força e a ambição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 rocha, invencível 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contigo a caminhar </a:t>
            </a:r>
            <a:r>
              <a:rPr lang="pt-PT" sz="17600" dirty="0" err="1">
                <a:latin typeface="Abadi Extra Light" panose="020B0204020104020204" pitchFamily="34" charset="0"/>
              </a:rPr>
              <a:t>pl’o</a:t>
            </a:r>
            <a:r>
              <a:rPr lang="pt-PT" sz="17600" dirty="0">
                <a:latin typeface="Abadi Extra Light" panose="020B0204020104020204" pitchFamily="34" charset="0"/>
              </a:rPr>
              <a:t>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Mas um dia não entendi, vieste </a:t>
            </a:r>
            <a:r>
              <a:rPr lang="pt-PT" sz="17600" dirty="0" err="1">
                <a:latin typeface="Abadi Extra Light" panose="020B0204020104020204" pitchFamily="34" charset="0"/>
              </a:rPr>
              <a:t>pr’a</a:t>
            </a:r>
            <a:r>
              <a:rPr lang="pt-PT" sz="17600" dirty="0">
                <a:latin typeface="Abadi Extra Light" panose="020B0204020104020204" pitchFamily="34" charset="0"/>
              </a:rPr>
              <a:t> me lavar os pés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és tu senhor?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sou eu?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Passaste e segredaste-me vem</a:t>
            </a:r>
            <a:br>
              <a:rPr lang="pt-PT" sz="16000" dirty="0">
                <a:latin typeface="ø" panose="00000200000000000000" pitchFamily="2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03832"/>
      </p:ext>
    </p:extLst>
  </p:cSld>
  <p:clrMapOvr>
    <a:masterClrMapping/>
  </p:clrMapOvr>
</p:sld>
</file>

<file path=ppt/slides/slide6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8034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iria eu sem ti,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 Tu falas e eu ouço o mar?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Irei contigo onde quer que vás,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Onde quer que o vento sopre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Até ao dia em que o mar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me levar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045131"/>
      </p:ext>
    </p:extLst>
  </p:cSld>
  <p:clrMapOvr>
    <a:masterClrMapping/>
  </p:clrMapOvr>
</p:sld>
</file>

<file path=ppt/slides/slide6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9790886"/>
      </p:ext>
    </p:extLst>
  </p:cSld>
  <p:clrMapOvr>
    <a:masterClrMapping/>
  </p:clrMapOvr>
</p:sld>
</file>

<file path=ppt/slides/slide6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Pão do Céu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1964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Pão do Céu, pão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Vida em mim és Senhor Jesus.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No caminho da vida és o pão que dá força e luz.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Quem comer deste pão viverá por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Quem deste vinho beber, viverá no amor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feliz reinará com o seu Senhor. </a:t>
            </a:r>
          </a:p>
          <a:p>
            <a:pPr marL="0" indent="0" algn="ctr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1693213"/>
      </p:ext>
    </p:extLst>
  </p:cSld>
  <p:clrMapOvr>
    <a:masterClrMapping/>
  </p:clrMapOvr>
</p:sld>
</file>

<file path=ppt/slides/slide6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o pão da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a ressurreição.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comei este é o meu corpo: pão de vida e unidade.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017419"/>
      </p:ext>
    </p:extLst>
  </p:cSld>
  <p:clrMapOvr>
    <a:masterClrMapping/>
  </p:clrMapOvr>
</p:sld>
</file>

<file path=ppt/slides/slide6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Permanecei em mim: eu a videira vós os ramos.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bebei este é o meu sangue para a vossa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1023075"/>
      </p:ext>
    </p:extLst>
  </p:cSld>
  <p:clrMapOvr>
    <a:masterClrMapping/>
  </p:clrMapOvr>
</p:sld>
</file>

<file path=ppt/slides/slide6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7558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Bom pastor és caminho seguro verdade e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te segue não anda no mundo perdido e só.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Nem a vida, ou a morte, ou algum poder, do seu amor poderá jamais separar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a vida sem fim ressuscitará.</a:t>
            </a:r>
            <a:br>
              <a:rPr lang="pt-PT" sz="16000" dirty="0">
                <a:latin typeface="Abadi Extra Light" panose="020B0204020104020204" pitchFamily="34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432748"/>
      </p:ext>
    </p:extLst>
  </p:cSld>
  <p:clrMapOvr>
    <a:masterClrMapping/>
  </p:clrMapOvr>
</p:sld>
</file>

<file path=ppt/slides/slide6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o pão da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a ressurreição.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comei este é o meu corpo: pão de vida e unidade.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805515"/>
      </p:ext>
    </p:extLst>
  </p:cSld>
  <p:clrMapOvr>
    <a:masterClrMapping/>
  </p:clrMapOvr>
</p:sld>
</file>

<file path=ppt/slides/slide6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Permanecei em mim: eu a videira vós os ramos.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bebei este é o meu sangue para a vossa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76016"/>
      </p:ext>
    </p:extLst>
  </p:cSld>
  <p:clrMapOvr>
    <a:masterClrMapping/>
  </p:clrMapOvr>
</p:sld>
</file>

<file path=ppt/slides/slide6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7230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Pão do céu é o maná que nos dás com sabor a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És a força que alenta o nosso peregrinar.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tem sede há-de em ti encontrar a fonte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 alegria sem fim e da tua paz E brotará dele um rio de água viva.</a:t>
            </a:r>
            <a:br>
              <a:rPr lang="pt-PT" sz="17600" dirty="0">
                <a:latin typeface="Abadi Extra Light" panose="020B0204020104020204" pitchFamily="34" charset="0"/>
              </a:rPr>
            </a:b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br>
              <a:rPr lang="pt-PT" sz="16000" dirty="0">
                <a:latin typeface="ø" panose="00000200000000000000" pitchFamily="2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923211"/>
      </p:ext>
    </p:extLst>
  </p:cSld>
  <p:clrMapOvr>
    <a:masterClrMapping/>
  </p:clrMapOvr>
</p:sld>
</file>

<file path=ppt/slides/slide6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o pão da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a ressurreição.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comei este é o meu corpo: pão de vida e unidade.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4556985"/>
      </p:ext>
    </p:extLst>
  </p:cSld>
  <p:clrMapOvr>
    <a:masterClrMapping/>
  </p:clrMapOvr>
</p:sld>
</file>

<file path=ppt/slides/slide6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Permanecei em mim: eu a videira vós os ramos.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bebei este é o meu sangue para a vossa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1198945"/>
      </p:ext>
    </p:extLst>
  </p:cSld>
  <p:clrMapOvr>
    <a:masterClrMapping/>
  </p:clrMapOvr>
</p:sld>
</file>

<file path=ppt/slides/slide6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778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Para quem temos de ir se tu és o Santo de Deus.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palavras, Senhor, que nos dás são de vida eterna.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te segue não se perderá na noite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caminhos e vales de solidão Pois terá luz da vida, vida verdadeira.</a:t>
            </a:r>
          </a:p>
          <a:p>
            <a:pPr marL="0" indent="0" algn="ctr">
              <a:lnSpc>
                <a:spcPct val="120000"/>
              </a:lnSpc>
              <a:buNone/>
            </a:pPr>
            <a:br>
              <a:rPr lang="pt-PT" sz="16000" dirty="0">
                <a:latin typeface="ø" panose="00000200000000000000" pitchFamily="2" charset="0"/>
              </a:rPr>
            </a:b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4202367"/>
      </p:ext>
    </p:extLst>
  </p:cSld>
  <p:clrMapOvr>
    <a:masterClrMapping/>
  </p:clrMapOvr>
</p:sld>
</file>

<file path=ppt/slides/slide6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o pão da vida.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Eu sou a ressurreição.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comei este é o meu corpo: pão de vida e unidade.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115786"/>
      </p:ext>
    </p:extLst>
  </p:cSld>
  <p:clrMapOvr>
    <a:masterClrMapping/>
  </p:clrMapOvr>
</p:sld>
</file>

<file path=ppt/slides/slide6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254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Permanecei em mim: eu a videira vós os ramos.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Tomai e bebei este é o meu sangue para a vossa salvação.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59155"/>
      </p:ext>
    </p:extLst>
  </p:cSld>
  <p:clrMapOvr>
    <a:masterClrMapping/>
  </p:clrMapOvr>
</p:sld>
</file>

<file path=ppt/slides/slide6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299137"/>
      </p:ext>
    </p:extLst>
  </p:cSld>
  <p:clrMapOvr>
    <a:masterClrMapping/>
  </p:clrMapOvr>
</p:sld>
</file>

<file path=ppt/slides/slide6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Partilhai a riqueza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Povos de toda a terra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Fazei da vida uma refeição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Preparai o caminho,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Abri as portas p’ra repartir.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Nesses bairros de fome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Onde a miséria resseca o homem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Nessa casa sem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Onde ninguém consegue morar.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59453259"/>
      </p:ext>
    </p:extLst>
  </p:cSld>
  <p:clrMapOvr>
    <a:masterClrMapping/>
  </p:clrMapOvr>
</p:sld>
</file>

<file path=ppt/slides/slide6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Partilhai a riqueza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Deus de todos é Pai,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Sois benditos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Entrai no reino da luz.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tive fome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Vós deste-Me de comer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Tive sede e vós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Deste-Me de beber.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293470"/>
      </p:ext>
    </p:extLst>
  </p:cSld>
  <p:clrMapOvr>
    <a:masterClrMapping/>
  </p:clrMapOvr>
</p:sld>
</file>

<file path=ppt/slides/slide6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69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São malditos aqueles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vendo o pobre o deixam ficar,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Aplanai as veredas,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Endireitai o vosso andar.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Pela força do amor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Nasceu a esperança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Nos olhos tristes,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Sê feliz no meu reino,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Estava nu e tu Me vestiste.</a:t>
            </a:r>
            <a:endParaRPr lang="pt-PT" sz="9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49658572"/>
      </p:ext>
    </p:extLst>
  </p:cSld>
  <p:clrMapOvr>
    <a:masterClrMapping/>
  </p:clrMapOvr>
</p:sld>
</file>

<file path=ppt/slides/slide6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Partilhai a riqueza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Deus de todos é Pai,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Sois benditos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Entrai no reino da luz.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tive fome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Vós deste-Me de comer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Tive sede e vós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Deste-Me de beber.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91697"/>
      </p:ext>
    </p:extLst>
  </p:cSld>
  <p:clrMapOvr>
    <a:masterClrMapping/>
  </p:clrMapOvr>
</p:sld>
</file>

<file path=ppt/slides/slide6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69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Ergue-te na alegria,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Povo chamado à salvação.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Deixa o traje de luto,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Porque o Senhor é a nossa justiça.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Alegre-se o deserto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rejubile a fonte mais pura.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Consolai o meu povo,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Tende coragem,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Deus nos conduz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74297199"/>
      </p:ext>
    </p:extLst>
  </p:cSld>
  <p:clrMapOvr>
    <a:masterClrMapping/>
  </p:clrMapOvr>
</p:sld>
</file>

<file path=ppt/slides/slide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Partilhai a riqueza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Deus de todos é Pai,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Sois benditos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Entrai no reino da luz.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Eu tive fome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Vós deste-Me de comer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Tive sede e vós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Deste-Me de beber.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3737627"/>
      </p:ext>
    </p:extLst>
  </p:cSld>
  <p:clrMapOvr>
    <a:masterClrMapping/>
  </p:clrMapOvr>
</p:sld>
</file>

<file path=ppt/slides/slide6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1800247"/>
      </p:ext>
    </p:extLst>
  </p:cSld>
  <p:clrMapOvr>
    <a:masterClrMapping/>
  </p:clrMapOvr>
</p:sld>
</file>

<file path=ppt/slides/slide6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Parábola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 longa estrada de Jericó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Um homem sofre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eu vou passar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Vou apressado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Vou em missão,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bate triste meu coração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29521032"/>
      </p:ext>
    </p:extLst>
  </p:cSld>
  <p:clrMapOvr>
    <a:masterClrMapping/>
  </p:clrMapOvr>
</p:sld>
</file>

<file path=ppt/slides/slide6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ficas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seremos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a tua dor vai acabar,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eu mais seguro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vou caminhar.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520335"/>
      </p:ext>
    </p:extLst>
  </p:cSld>
  <p:clrMapOvr>
    <a:masterClrMapping/>
  </p:clrMapOvr>
</p:sld>
</file>

<file path=ppt/slides/slide6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7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Seremos dois a enfrentar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longa estrada de Jericó.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temerei,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temerás,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salteadores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espreitam lá.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7675856"/>
      </p:ext>
    </p:extLst>
  </p:cSld>
  <p:clrMapOvr>
    <a:masterClrMapping/>
  </p:clrMapOvr>
</p:sld>
</file>

<file path=ppt/slides/slide6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ficas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seremos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a tua dor vai acabar,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eu mais seguro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vou caminhar.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511229"/>
      </p:ext>
    </p:extLst>
  </p:cSld>
  <p:clrMapOvr>
    <a:masterClrMapping/>
  </p:clrMapOvr>
</p:sld>
</file>

<file path=ppt/slides/slide6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7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na cidade de Jericó,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Vamos cear amor e pão.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quem nos vir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Há-de pensar: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-Vale sempre a pena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Estender a mão.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535308"/>
      </p:ext>
    </p:extLst>
  </p:cSld>
  <p:clrMapOvr>
    <a:masterClrMapping/>
  </p:clrMapOvr>
</p:sld>
</file>

<file path=ppt/slides/slide6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ficas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 eu penso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seremos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a tua dor vai acabar,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eu mais seguro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vou caminhar.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97054"/>
      </p:ext>
    </p:extLst>
  </p:cSld>
  <p:clrMapOvr>
    <a:masterClrMapping/>
  </p:clrMapOvr>
</p:sld>
</file>

<file path=ppt/slides/slide6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409141"/>
      </p:ext>
    </p:extLst>
  </p:cSld>
  <p:clrMapOvr>
    <a:masterClrMapping/>
  </p:clrMapOvr>
</p:sld>
</file>

<file path=ppt/slides/slide6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Passa por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1908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Passa por mim faz-me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Junto de Ti neste caminho.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Passa por mim faz-me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na Tua presença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estou sozinho</a:t>
            </a:r>
            <a:r>
              <a:rPr lang="pt-PT" sz="19200" b="1" i="1" dirty="0">
                <a:latin typeface="Abadi Extra Light" panose="020B0204020104020204" pitchFamily="34" charset="0"/>
              </a:rPr>
              <a:t>.</a:t>
            </a:r>
            <a:endParaRPr lang="pt-PT" sz="4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848885"/>
      </p:ext>
    </p:extLst>
  </p:cSld>
  <p:clrMapOvr>
    <a:masterClrMapping/>
  </p:clrMapOvr>
</p:sld>
</file>

<file path=ppt/slides/slide6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Minha história  conquistaste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Estou aqui p’ra Te dizer: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 Ti nada posso fazer.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Junto de Ti neste caminho.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na Tua presença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Não estou sozinho.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4064675"/>
      </p:ext>
    </p:extLst>
  </p:cSld>
  <p:clrMapOvr>
    <a:masterClrMapping/>
  </p:clrMapOvr>
</p:sld>
</file>

<file path=ppt/slides/slide6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Neste mundo, Tua vinha,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Pequeno ramo nasceu: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 Ti nada sou eu.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Junto de Ti neste caminho.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na Tua presença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Não estou sozinho.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7445129"/>
      </p:ext>
    </p:extLst>
  </p:cSld>
  <p:clrMapOvr>
    <a:masterClrMapping/>
  </p:clrMapOvr>
</p:sld>
</file>

<file path=ppt/slides/slide6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Tudo quanto tenho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da Tua mão: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Até o meu pequeno coração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viver,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Junto de Ti neste caminho.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Passa por mim faz-me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na Tua presença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Não estou sozinho.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5585305"/>
      </p:ext>
    </p:extLst>
  </p:cSld>
  <p:clrMapOvr>
    <a:masterClrMapping/>
  </p:clrMapOvr>
</p:sld>
</file>

<file path=ppt/slides/slide6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7748213"/>
      </p:ext>
    </p:extLst>
  </p:cSld>
  <p:clrMapOvr>
    <a:masterClrMapping/>
  </p:clrMapOvr>
</p:sld>
</file>

<file path=ppt/slides/slide6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Passo a passo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1908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Passo a passo, grão a grão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Completamos esta construção,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imaginas o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te deixaram na palma da mão.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0659767"/>
      </p:ext>
    </p:extLst>
  </p:cSld>
  <p:clrMapOvr>
    <a:masterClrMapping/>
  </p:clrMapOvr>
</p:sld>
</file>

<file path=ppt/slides/slide6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69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Recolhe a âncora, faz-te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Rumo ao norte tu vais navegar,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há alguém que acredita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tu tens força p’ra remar.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Tens uma vida a construir,</a:t>
            </a:r>
            <a:br>
              <a:rPr lang="pt-PT" sz="16000" dirty="0">
                <a:latin typeface="Abadi Extra Light" panose="020B0204020104020204" pitchFamily="34" charset="0"/>
              </a:rPr>
            </a:br>
            <a:r>
              <a:rPr lang="pt-PT" sz="16000" dirty="0">
                <a:latin typeface="Abadi Extra Light" panose="020B0204020104020204" pitchFamily="34" charset="0"/>
              </a:rPr>
              <a:t>Um Novo Reino vai surgir!</a:t>
            </a:r>
            <a:br>
              <a:rPr lang="pt-PT" sz="16000" dirty="0">
                <a:latin typeface="Abadi Extra Light" panose="020B0204020104020204" pitchFamily="34" charset="0"/>
              </a:rPr>
            </a:br>
            <a:r>
              <a:rPr lang="pt-PT" sz="16000" dirty="0">
                <a:latin typeface="Abadi Extra Light" panose="020B0204020104020204" pitchFamily="34" charset="0"/>
              </a:rPr>
              <a:t>Se anseias um mundo melhor,</a:t>
            </a:r>
            <a:br>
              <a:rPr lang="pt-PT" sz="16000" dirty="0">
                <a:latin typeface="Abadi Extra Light" panose="020B0204020104020204" pitchFamily="34" charset="0"/>
              </a:rPr>
            </a:br>
            <a:r>
              <a:rPr lang="pt-PT" sz="16000" dirty="0">
                <a:latin typeface="Abadi Extra Light" panose="020B0204020104020204" pitchFamily="34" charset="0"/>
              </a:rPr>
              <a:t>Jesus é o teu construtor!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99911265"/>
      </p:ext>
    </p:extLst>
  </p:cSld>
  <p:clrMapOvr>
    <a:masterClrMapping/>
  </p:clrMapOvr>
</p:sld>
</file>

<file path=ppt/slides/slide6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696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Passo a passo, grão a grão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Completamos esta construção,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imaginas o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te deixaram na palma da 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Recolhe a âncora, faz-te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Rumo ao norte tu vais navegar,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há alguém que acredita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tu tens força p’ra remar.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74632074"/>
      </p:ext>
    </p:extLst>
  </p:cSld>
  <p:clrMapOvr>
    <a:masterClrMapping/>
  </p:clrMapOvr>
</p:sld>
</file>

<file path=ppt/slides/slide6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866" y="7551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Vamos todos ajudar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Para a missão continuar.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Seguiremos teus passos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a Tua força e o Teu amor!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52380341"/>
      </p:ext>
    </p:extLst>
  </p:cSld>
  <p:clrMapOvr>
    <a:masterClrMapping/>
  </p:clrMapOvr>
</p:sld>
</file>

<file path=ppt/slides/slide6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938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Passo a passo, grão a grão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Completamos esta construção,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imaginas o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te deixaram na palma da 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Recolhe a âncora, faz-te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Rumo ao norte tu vais navegar,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há alguém que acredita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tu tens força p’ra remar.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78943613"/>
      </p:ext>
    </p:extLst>
  </p:cSld>
  <p:clrMapOvr>
    <a:masterClrMapping/>
  </p:clrMapOvr>
</p:sld>
</file>

<file path=ppt/slides/slide6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866" y="7551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Tens um rumo a traçar,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um sonho a realizar,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Tu não podes nunca desistir,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Pois contigo Ele quer ir.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91365068"/>
      </p:ext>
    </p:extLst>
  </p:cSld>
  <p:clrMapOvr>
    <a:masterClrMapping/>
  </p:clrMapOvr>
</p:sld>
</file>

<file path=ppt/slides/slide6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7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Passo a passo, grão a grão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Completamos esta construção,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imaginas o poder,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te deixaram na palma da mão.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Recolhe a âncora, faz-te ao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Rumo ao norte tu vais navegar,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Porque há alguém que acredita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tu tens força p’ra remar.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56948249"/>
      </p:ext>
    </p:extLst>
  </p:cSld>
  <p:clrMapOvr>
    <a:masterClrMapping/>
  </p:clrMapOvr>
</p:sld>
</file>

<file path=ppt/slides/slide6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5613132"/>
      </p:ext>
    </p:extLst>
  </p:cSld>
  <p:clrMapOvr>
    <a:masterClrMapping/>
  </p:clrMapOvr>
</p:sld>
</file>

<file path=ppt/slides/slide6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Paz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6910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Paz Senhor, no Céu e na Terra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Paz Senhor, nas ondas do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Paz Senhor, nas flores que move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Sem sabê-lo a brisa ao passar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02539478"/>
      </p:ext>
    </p:extLst>
  </p:cSld>
  <p:clrMapOvr>
    <a:masterClrMapping/>
  </p:clrMapOvr>
</p:sld>
</file>

<file path=ppt/slides/slide6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188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Tu que fazes as coisas tão belas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lhes dás uma vida fugaz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Põe Senhor Teu olhar sobre elas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devolve aos homens a Paz.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61311299"/>
      </p:ext>
    </p:extLst>
  </p:cSld>
  <p:clrMapOvr>
    <a:masterClrMapping/>
  </p:clrMapOvr>
</p:sld>
</file>

<file path=ppt/slides/slide6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07882"/>
            <a:ext cx="9233807" cy="546982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2200" b="1" i="1" dirty="0">
                <a:latin typeface="Abadi Extra Light" panose="020B0204020104020204" pitchFamily="34" charset="0"/>
              </a:rPr>
              <a:t>Paz, Paz, proclama o Teu Senhor (palmas)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2200" b="1" i="1" dirty="0">
                <a:latin typeface="Abadi Extra Light" panose="020B0204020104020204" pitchFamily="34" charset="0"/>
              </a:rPr>
              <a:t>Paz, Paz, com Cristo Redentor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822168"/>
      </p:ext>
    </p:extLst>
  </p:cSld>
  <p:clrMapOvr>
    <a:masterClrMapping/>
  </p:clrMapOvr>
</p:sld>
</file>

<file path=ppt/slides/slide6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8459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Hoje vi, no Céu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Suspensas por um raio de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Duas pombas que empenharam um voo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asas em forma de cruz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43237649"/>
      </p:ext>
    </p:extLst>
  </p:cSld>
  <p:clrMapOvr>
    <a:masterClrMapping/>
  </p:clrMapOvr>
</p:sld>
</file>

<file path=ppt/slides/slide6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8459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Faz que voltem, de novo à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Essas pombas que fugiram,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 chama que acende a guerra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confunda em Paz 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142965361"/>
      </p:ext>
    </p:extLst>
  </p:cSld>
  <p:clrMapOvr>
    <a:masterClrMapping/>
  </p:clrMapOvr>
</p:sld>
</file>

<file path=ppt/slides/slide6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07882"/>
            <a:ext cx="9233807" cy="546982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2200" b="1" i="1" dirty="0">
                <a:latin typeface="Abadi Extra Light" panose="020B0204020104020204" pitchFamily="34" charset="0"/>
              </a:rPr>
              <a:t>Paz, Paz, proclama o Teu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2200" b="1" i="1" dirty="0">
                <a:latin typeface="Abadi Extra Light" panose="020B0204020104020204" pitchFamily="34" charset="0"/>
              </a:rPr>
              <a:t>Paz, Paz, com Cristo Redentor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71165"/>
      </p:ext>
    </p:extLst>
  </p:cSld>
  <p:clrMapOvr>
    <a:masterClrMapping/>
  </p:clrMapOvr>
</p:sld>
</file>

<file path=ppt/slides/slide6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755299"/>
      </p:ext>
    </p:extLst>
  </p:cSld>
  <p:clrMapOvr>
    <a:masterClrMapping/>
  </p:clrMapOvr>
</p:sld>
</file>

<file path=ppt/slides/slide6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Pedacinho de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Se sentes dentro de ti a vontade de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Em gestos que criem fontes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audácia de sonhar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Mais longínquos horizontes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 o apelo a escalar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Cada vez mais altos montes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Cada vez mais altos montes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Então...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98989072"/>
      </p:ext>
    </p:extLst>
  </p:cSld>
  <p:clrMapOvr>
    <a:masterClrMapping/>
  </p:clrMapOvr>
</p:sld>
</file>

<file path=ppt/slides/slide6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um pedacinho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rumos certos no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Desperta o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Liberta a vida da palma da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Faz desses rumos os caminhos teus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Cristo recebeste,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Recebeste, esta missão!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053419"/>
      </p:ext>
    </p:extLst>
  </p:cSld>
  <p:clrMapOvr>
    <a:masterClrMapping/>
  </p:clrMapOvr>
</p:sld>
</file>

<file path=ppt/slides/slide6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9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 sentes dentro de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Sempre a sede de gritar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nome da liberdade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coragem de falar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palavra da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a servir, participar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construção da cidade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construção da cidade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Então...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45489160"/>
      </p:ext>
    </p:extLst>
  </p:cSld>
  <p:clrMapOvr>
    <a:masterClrMapping/>
  </p:clrMapOvr>
</p:sld>
</file>

<file path=ppt/slides/slide6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um pedacinho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rumos certos no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Desperta o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Liberta a vida da palma da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Faz desses rumos os caminhos teus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Cristo recebeste,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Recebeste, esta missão!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90432"/>
      </p:ext>
    </p:extLst>
  </p:cSld>
  <p:clrMapOvr>
    <a:masterClrMapping/>
  </p:clrMapOvr>
</p:sld>
</file>

<file path=ppt/slides/slide6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9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 sentes dentro de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silêncio inspirar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paz ao teu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Chamando-te a enfrentar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 vida com decisão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teimas acreditar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esperança de um mundo melhor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 esperança de um mundo bom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Então…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84675148"/>
      </p:ext>
    </p:extLst>
  </p:cSld>
  <p:clrMapOvr>
    <a:masterClrMapping/>
  </p:clrMapOvr>
</p:sld>
</file>

<file path=ppt/slides/slide6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um pedacinho de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rumos certos no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Desperta o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Tens em ti 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Liberta a vida da palma da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Faz desses rumos os caminhos teus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Cristo recebeste,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Recebeste, esta missão!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2705560"/>
      </p:ext>
    </p:extLst>
  </p:cSld>
  <p:clrMapOvr>
    <a:masterClrMapping/>
  </p:clrMapOvr>
</p:sld>
</file>

<file path=ppt/slides/slide6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4655733"/>
      </p:ext>
    </p:extLst>
  </p:cSld>
  <p:clrMapOvr>
    <a:masterClrMapping/>
  </p:clrMapOvr>
</p:sld>
</file>

<file path=ppt/slides/slide6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Pedaços de um sonho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046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Somos pedaços de um sonho, filhos do Universo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Somos das estrelas poemas escritos num verso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06435909"/>
      </p:ext>
    </p:extLst>
  </p:cSld>
  <p:clrMapOvr>
    <a:masterClrMapping/>
  </p:clrMapOvr>
</p:sld>
</file>

<file path=ppt/slides/slide6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923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da luz que trespassa, este sopro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dom, somos graça, da esperança divina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mensageiros, somos instrumentos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Tocando sempre ligeiros tantos sentimentos 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05635141"/>
      </p:ext>
    </p:extLst>
  </p:cSld>
  <p:clrMapOvr>
    <a:masterClrMapping/>
  </p:clrMapOvr>
</p:sld>
</file>

<file path=ppt/slides/slide6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esta luz que canta dentro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Jesus no tom da nossa voz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 </a:t>
            </a:r>
            <a:r>
              <a:rPr lang="pt-PT" sz="16000" dirty="0">
                <a:latin typeface="Abadi Extra Light" panose="020B0204020104020204" pitchFamily="34" charset="0"/>
              </a:rPr>
              <a:t>Vem descobrir Jesus aqui neste lugar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Vem descobrir que tu também és capaz de 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de servir com um sorriso na face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Quem quer que seja que por ti passe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991897"/>
      </p:ext>
    </p:extLst>
  </p:cSld>
  <p:clrMapOvr>
    <a:masterClrMapping/>
  </p:clrMapOvr>
</p:sld>
</file>

<file path=ppt/slides/slide6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727456"/>
      </p:ext>
    </p:extLst>
  </p:cSld>
  <p:clrMapOvr>
    <a:masterClrMapping/>
  </p:clrMapOvr>
</p:sld>
</file>

<file path=ppt/slides/slide6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Pegadas na areia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046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Uma noite tive um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Sonhei que andava a passear,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Eram dois pares de pegadas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Mesmo ali à beirinha do mar!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76587111"/>
      </p:ext>
    </p:extLst>
  </p:cSld>
  <p:clrMapOvr>
    <a:masterClrMapping/>
  </p:clrMapOvr>
</p:sld>
</file>

<file path=ppt/slides/slide6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517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Vi a vida de cena em cena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Mesmo ali ao pé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Voei como uma gaivota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Sem destino sem fim.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Enquanto sobre as areias,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Apenas um pé a andar,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Levaste-me tu ao colo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Caminhando sobre o mar!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97390932"/>
      </p:ext>
    </p:extLst>
  </p:cSld>
  <p:clrMapOvr>
    <a:masterClrMapping/>
  </p:clrMapOvr>
</p:sld>
</file>

<file path=ppt/slides/slide6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Pegadas na areia,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Um trilho teu,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Talvez o que quiseste marcar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7611142"/>
      </p:ext>
    </p:extLst>
  </p:cSld>
  <p:clrMapOvr>
    <a:masterClrMapping/>
  </p:clrMapOvr>
</p:sld>
</file>

<file path=ppt/slides/slide6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967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 pegada em pegada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Deixo o trilho marcado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Numa areia, numa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Sempre contigo ali ao meu lado,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Ao meu lado</a:t>
            </a:r>
            <a:r>
              <a:rPr lang="pt-PT" sz="19200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Pegadas na areia,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trilho teu,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Talvez o que quiseste marcar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05665418"/>
      </p:ext>
    </p:extLst>
  </p:cSld>
  <p:clrMapOvr>
    <a:masterClrMapping/>
  </p:clrMapOvr>
</p:sld>
</file>

<file path=ppt/slides/slide6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153634"/>
      </p:ext>
    </p:extLst>
  </p:cSld>
  <p:clrMapOvr>
    <a:masterClrMapping/>
  </p:clrMapOvr>
</p:sld>
</file>

<file path=ppt/slides/slide6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Peregrino do infinito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574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Peregrino do infinito,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o homem se encontra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Deus fala,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não basta ver ao longe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sol de renovar...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7235005"/>
      </p:ext>
    </p:extLst>
  </p:cSld>
  <p:clrMapOvr>
    <a:masterClrMapping/>
  </p:clrMapOvr>
</p:sld>
</file>

<file path=ppt/slides/slide6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92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Já é pouco o aproximar,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Insatisfeitos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Queremos participar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Nesta caminhada Divina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iluminados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Somos sol de vida!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Queremos esta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Verdade amar.</a:t>
            </a: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81964092"/>
      </p:ext>
    </p:extLst>
  </p:cSld>
  <p:clrMapOvr>
    <a:masterClrMapping/>
  </p:clrMapOvr>
</p:sld>
</file>

<file path=ppt/slides/slide6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7242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Descobrimos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quem já somos,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Só em caminho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somos nós 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... não és a ilha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não vai caminhar!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53039"/>
      </p:ext>
    </p:extLst>
  </p:cSld>
  <p:clrMapOvr>
    <a:masterClrMapping/>
  </p:clrMapOvr>
</p:sld>
</file>

<file path=ppt/slides/slide6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7242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Vem connosco procurar,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Deixar-te transformar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N’Aquele que em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Já caminha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Deus de ontem,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Hoje e sempre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08267"/>
      </p:ext>
    </p:extLst>
  </p:cSld>
  <p:clrMapOvr>
    <a:masterClrMapping/>
  </p:clrMapOvr>
</p:sld>
</file>

<file path=ppt/slides/slide6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6949235"/>
      </p:ext>
    </p:extLst>
  </p:cSld>
  <p:clrMapOvr>
    <a:masterClrMapping/>
  </p:clrMapOvr>
</p:sld>
</file>

<file path=ppt/slides/slide6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Permanece junto de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354919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Permanece junto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Ora e vigia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Ora e vigia</a:t>
            </a:r>
            <a:endParaRPr lang="pt-PT" sz="80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38585515"/>
      </p:ext>
    </p:extLst>
  </p:cSld>
  <p:clrMapOvr>
    <a:masterClrMapping/>
  </p:clrMapOvr>
</p:sld>
</file>

<file path=ppt/slides/slide6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3717594"/>
      </p:ext>
    </p:extLst>
  </p:cSld>
  <p:clrMapOvr>
    <a:masterClrMapping/>
  </p:clrMapOvr>
</p:sld>
</file>

<file path=ppt/slides/slide6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Queira eu o que Deus quer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196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Mas que descanso é viver a morrer todos os dias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Por ir contra o próprio querer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esquecer o que se queria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querer o que Deus quer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Queira eu o que Deus quer</a:t>
            </a:r>
            <a:endParaRPr lang="pt-PT" sz="80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75317039"/>
      </p:ext>
    </p:extLst>
  </p:cSld>
  <p:clrMapOvr>
    <a:masterClrMapping/>
  </p:clrMapOvr>
</p:sld>
</file>

<file path=ppt/slides/slide6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7004789"/>
      </p:ext>
    </p:extLst>
  </p:cSld>
  <p:clrMapOvr>
    <a:masterClrMapping/>
  </p:clrMapOvr>
</p:sld>
</file>

<file path=ppt/slides/slide6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Quem perde a sua vida por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196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Quem perde sua vida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encontrará, a encontrará,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encontrará.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Quem deixa seu pai por mim, sua mãe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me encontrará, me encontrará.</a:t>
            </a: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93005993"/>
      </p:ext>
    </p:extLst>
  </p:cSld>
  <p:clrMapOvr>
    <a:masterClrMapping/>
  </p:clrMapOvr>
</p:sld>
</file>

<file path=ppt/slides/slide6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7271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Não tenhas medo,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não tenhas medo,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eu estou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eu estou aqui. (x2)</a:t>
            </a: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130757"/>
      </p:ext>
    </p:extLst>
  </p:cSld>
  <p:clrMapOvr>
    <a:masterClrMapping/>
  </p:clrMapOvr>
</p:sld>
</file>

<file path=ppt/slides/slide6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62273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Quem deixa suas terras por mim, seus bens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seus filhos por mim, me encontrará.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42095025"/>
      </p:ext>
    </p:extLst>
  </p:cSld>
  <p:clrMapOvr>
    <a:masterClrMapping/>
  </p:clrMapOvr>
</p:sld>
</file>

<file path=ppt/slides/slide6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817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tenhas medo,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conheço aqueles que elegi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aqueles que elegi.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tenhas medo,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tenhas medo,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estou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estou aqui.</a:t>
            </a:r>
            <a:endParaRPr lang="pt-PT" sz="2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669367"/>
      </p:ext>
    </p:extLst>
  </p:cSld>
  <p:clrMapOvr>
    <a:masterClrMapping/>
  </p:clrMapOvr>
</p:sld>
</file>

<file path=ppt/slides/slide6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Quem perde sua vida por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a encontrará, a encontrará,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a encontrará.</a:t>
            </a:r>
            <a:endParaRPr lang="pt-PT" sz="11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92512168"/>
      </p:ext>
    </p:extLst>
  </p:cSld>
  <p:clrMapOvr>
    <a:masterClrMapping/>
  </p:clrMapOvr>
</p:sld>
</file>

<file path=ppt/slides/slide7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AEE1-BE1F-5199-A4A2-6AC1043B1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5B82C52-4768-EDDF-86FE-EE57CF89A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7271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Não tenhas medo,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não tenhas medo,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eu estou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0" b="1" i="1" dirty="0">
                <a:latin typeface="Abadi Extra Light" panose="020B0204020104020204" pitchFamily="34" charset="0"/>
              </a:rPr>
              <a:t>eu estou aqui. (x2)</a:t>
            </a:r>
            <a:endParaRPr lang="pt-PT" sz="4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43625"/>
      </p:ext>
    </p:extLst>
  </p:cSld>
  <p:clrMapOvr>
    <a:masterClrMapping/>
  </p:clrMapOvr>
</p:sld>
</file>

<file path=ppt/slides/slide7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541194"/>
      </p:ext>
    </p:extLst>
  </p:cSld>
  <p:clrMapOvr>
    <a:masterClrMapping/>
  </p:clrMapOvr>
</p:sld>
</file>

<file path=ppt/slides/slide7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Quero louvar-te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50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Quero louvar-Te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Mais e sempre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Quero louvar-Te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Mais e sempre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Buscar a Tua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Tua graça conhecer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Quero louvar-Te.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708959"/>
      </p:ext>
    </p:extLst>
  </p:cSld>
  <p:clrMapOvr>
    <a:masterClrMapping/>
  </p:clrMapOvr>
</p:sld>
</file>

<file path=ppt/slides/slide7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Quero louvar-Te, mais e sempre mais…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aves do céu cantam para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animais do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Refletem o teu poder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Quero cantar, quero levantar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minhas mãos a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998145"/>
      </p:ext>
    </p:extLst>
  </p:cSld>
  <p:clrMapOvr>
    <a:masterClrMapping/>
  </p:clrMapOvr>
</p:sld>
</file>

<file path=ppt/slides/slide7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3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Quero seguir-Te, só a ti, Senhor...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aves do céu cantam para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animais do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Refletem o teu poder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Quero cantar, quero levantar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minhas mãos a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2014489"/>
      </p:ext>
    </p:extLst>
  </p:cSld>
  <p:clrMapOvr>
    <a:masterClrMapping/>
  </p:clrMapOvr>
</p:sld>
</file>

<file path=ppt/slides/slide7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63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Quero amar-te, só a ti, Senhor...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aves do céu cantam para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Os animais do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Refletem o teu poder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Quero cantar, quero levantar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As minhas mãos a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9029975"/>
      </p:ext>
    </p:extLst>
  </p:cSld>
  <p:clrMapOvr>
    <a:masterClrMapping/>
  </p:clrMapOvr>
</p:sld>
</file>

<file path=ppt/slides/slide7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5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proclamar-te,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Nosso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proclamar-te,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Nosso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Buscar a tua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Tua graça conhecer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proclamar-te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438983"/>
      </p:ext>
    </p:extLst>
  </p:cSld>
  <p:clrMapOvr>
    <a:masterClrMapping/>
  </p:clrMapOvr>
</p:sld>
</file>

<file path=ppt/slides/slide7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5080714"/>
      </p:ext>
    </p:extLst>
  </p:cSld>
  <p:clrMapOvr>
    <a:masterClrMapping/>
  </p:clrMapOvr>
</p:sld>
</file>

<file path=ppt/slides/slide7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Quero ser como tu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50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Quero ser como tu,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Como tu,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Como tu, um dia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Como tu, Maria.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Quero esperar Jesus…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Quero aprender a amar…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Quero dizer meu sim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776487"/>
      </p:ext>
    </p:extLst>
  </p:cSld>
  <p:clrMapOvr>
    <a:masterClrMapping/>
  </p:clrMapOvr>
</p:sld>
</file>

<file path=ppt/slides/slide7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6238701"/>
      </p:ext>
    </p:extLst>
  </p:cSld>
  <p:clrMapOvr>
    <a:masterClrMapping/>
  </p:clrMapOvr>
</p:sld>
</file>

<file path=ppt/slides/slide7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Quimera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Queres correr, queres saltar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Subir bem alto,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mundo alterar.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Tudo queres, tudo procuras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Ocupas o espaço, o tempo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Sem nada no pensamento.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11492837"/>
      </p:ext>
    </p:extLst>
  </p:cSld>
  <p:clrMapOvr>
    <a:masterClrMapping/>
  </p:clrMapOvr>
</p:sld>
</file>

<file path=ppt/slides/slide7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9010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 que te vale,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Teres o mundo numa mão?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 na outra nada trazes,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Nem um sinal de perdão.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3119052"/>
      </p:ext>
    </p:extLst>
  </p:cSld>
  <p:clrMapOvr>
    <a:masterClrMapping/>
  </p:clrMapOvr>
</p:sld>
</file>

<file path=ppt/slides/slide7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518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Como jovem que tu és,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Tudo podes mudar.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Com essa luz que tens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O difícil é… começar!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3219032"/>
      </p:ext>
    </p:extLst>
  </p:cSld>
  <p:clrMapOvr>
    <a:masterClrMapping/>
  </p:clrMapOvr>
</p:sld>
</file>

<file path=ppt/slides/slide7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3410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De que te vale,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Tudo quereres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alcançar?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Só com a força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Do espírito,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3200" b="1" i="1" dirty="0">
                <a:latin typeface="Abadi Extra Light" panose="020B0204020104020204" pitchFamily="34" charset="0"/>
              </a:rPr>
              <a:t>A terra vais renovar...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7048214"/>
      </p:ext>
    </p:extLst>
  </p:cSld>
  <p:clrMapOvr>
    <a:masterClrMapping/>
  </p:clrMapOvr>
</p:sld>
</file>

<file path=ppt/slides/slide7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518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Onde está tua força?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Onde está tua luz?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Nada é verdadeiro.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Tudo te seduz.</a:t>
            </a: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43302775"/>
      </p:ext>
    </p:extLst>
  </p:cSld>
  <p:clrMapOvr>
    <a:masterClrMapping/>
  </p:clrMapOvr>
</p:sld>
</file>

<file path=ppt/slides/slide7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que te vale,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Teres o mundo numa mão?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Se na outra nada trazes,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Nem um sinal de perdão.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que te vale,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Tudo quereres alcançar?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Só com a força do espírito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A terra vais renovar.</a:t>
            </a:r>
          </a:p>
          <a:p>
            <a:pPr marL="0" indent="0" algn="ctr">
              <a:buNone/>
            </a:pPr>
            <a:endParaRPr lang="pt-PT" sz="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797623"/>
      </p:ext>
    </p:extLst>
  </p:cSld>
  <p:clrMapOvr>
    <a:masterClrMapping/>
  </p:clrMapOvr>
</p:sld>
</file>

<file path=ppt/slides/slide7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976773"/>
      </p:ext>
    </p:extLst>
  </p:cSld>
  <p:clrMapOvr>
    <a:masterClrMapping/>
  </p:clrMapOvr>
</p:sld>
</file>

<file path=ppt/slides/slide7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Recebe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Recebe Senhor, os nossos dons: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eles se tornem fonte de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Que eles se tornem fonte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(x2)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solidFill>
                  <a:schemeClr val="bg1">
                    <a:lumMod val="95000"/>
                  </a:schemeClr>
                </a:solidFill>
                <a:latin typeface="Abadi Extra Light" panose="020B0204020104020204" pitchFamily="34" charset="0"/>
              </a:rPr>
              <a:t> 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757285"/>
      </p:ext>
    </p:extLst>
  </p:cSld>
  <p:clrMapOvr>
    <a:masterClrMapping/>
  </p:clrMapOvr>
</p:sld>
</file>

<file path=ppt/slides/slide7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Nas tuas mãos venho entregar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meu viver, minha vontade,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Eu creio em Ti,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Eu creio em Ti, Senhor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6036447"/>
      </p:ext>
    </p:extLst>
  </p:cSld>
  <p:clrMapOvr>
    <a:masterClrMapping/>
  </p:clrMapOvr>
</p:sld>
</file>

<file path=ppt/slides/slide7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12228" y="67599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Recebe Senhor, os nossos dons: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eles se tornem fonte de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eles se tornem fonte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(x2) </a:t>
            </a:r>
            <a:endParaRPr lang="pt-PT" sz="48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48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69605"/>
      </p:ext>
    </p:extLst>
  </p:cSld>
  <p:clrMapOvr>
    <a:masterClrMapping/>
  </p:clrMapOvr>
</p:sld>
</file>

<file path=ppt/slides/slide7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3823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Às tuas mãos venho trazer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 meu amor e meus irmãos,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Serei sinal,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Serei sinal, Senhor</a:t>
            </a:r>
            <a:endParaRPr lang="pt-PT" sz="16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5231915"/>
      </p:ext>
    </p:extLst>
  </p:cSld>
  <p:clrMapOvr>
    <a:masterClrMapping/>
  </p:clrMapOvr>
</p:sld>
</file>

<file path=ppt/slides/slide7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98D29-B48A-A53E-6F06-CD8C8FDC7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A02D44D-BD2C-FAF3-DEC3-B426E65CF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12228" y="67599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Recebe Senhor, os nossos dons: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eles se tornem fonte de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eles se tornem fonte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(x2) </a:t>
            </a:r>
            <a:endParaRPr lang="pt-PT" sz="48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48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9291012"/>
      </p:ext>
    </p:extLst>
  </p:cSld>
  <p:clrMapOvr>
    <a:masterClrMapping/>
  </p:clrMapOvr>
</p:sld>
</file>

<file path=ppt/slides/slide7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47" y="1723293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Junto a Ti quero deixar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Minha pobreza e liberdade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Espero em Ti,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Espero em Ti, Senhor</a:t>
            </a:r>
            <a:endParaRPr lang="pt-PT" sz="13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389611"/>
      </p:ext>
    </p:extLst>
  </p:cSld>
  <p:clrMapOvr>
    <a:masterClrMapping/>
  </p:clrMapOvr>
</p:sld>
</file>

<file path=ppt/slides/slide7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072A9-4930-460A-29D4-772411321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54E199C-9926-977B-6B4A-BB77FC983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12228" y="675997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Recebe Senhor, os nossos dons: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eles se tornem fonte de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Que eles se tornem fonte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i="1" dirty="0">
                <a:latin typeface="Abadi Extra Light" panose="020B0204020104020204" pitchFamily="34" charset="0"/>
              </a:rPr>
              <a:t>(x2) </a:t>
            </a:r>
            <a:endParaRPr lang="pt-PT" sz="48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48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7827905"/>
      </p:ext>
    </p:extLst>
  </p:cSld>
  <p:clrMapOvr>
    <a:masterClrMapping/>
  </p:clrMapOvr>
</p:sld>
</file>

<file path=ppt/slides/slide7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7483736"/>
      </p:ext>
    </p:extLst>
  </p:cSld>
  <p:clrMapOvr>
    <a:masterClrMapping/>
  </p:clrMapOvr>
</p:sld>
</file>

<file path=ppt/slides/slide7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Reino de amor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1267"/>
            <a:ext cx="9233807" cy="4850371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Reino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posso deixar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o coração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Me ate as mãos</a:t>
            </a:r>
            <a:endParaRPr lang="pt-PT" sz="24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637266"/>
      </p:ext>
    </p:extLst>
  </p:cSld>
  <p:clrMapOvr>
    <a:masterClrMapping/>
  </p:clrMapOvr>
</p:sld>
</file>

<file path=ppt/slides/slide7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Cristo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Guiar-me o andar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Iluminar 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Aos meus irmãos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Cristo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Mostrar 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Nos conforta hoje</a:t>
            </a:r>
            <a:endParaRPr lang="pt-PT" sz="2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49985395"/>
      </p:ext>
    </p:extLst>
  </p:cSld>
  <p:clrMapOvr>
    <a:masterClrMapping/>
  </p:clrMapOvr>
</p:sld>
</file>

<file path=ppt/slides/slide7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5405449"/>
      </p:ext>
    </p:extLst>
  </p:cSld>
  <p:clrMapOvr>
    <a:masterClrMapping/>
  </p:clrMapOvr>
</p:sld>
</file>

<file path=ppt/slides/slide7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Renasce em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09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um dia eu ficasse sem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Olharia as estrelas do céu,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P'ra lembrar que viveste por mim.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p’ra sempre guardar-te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Para sempre lembrar-te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 marca de um gesto meu.</a:t>
            </a:r>
            <a:endParaRPr lang="pt-PT" sz="2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1811971"/>
      </p:ext>
    </p:extLst>
  </p:cSld>
  <p:clrMapOvr>
    <a:masterClrMapping/>
  </p:clrMapOvr>
</p:sld>
</file>

<file path=ppt/slides/slide7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5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Renasce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Mostra como ama alguém,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precisa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P’ra mostrar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melhor que Deus tem.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592663"/>
      </p:ext>
    </p:extLst>
  </p:cSld>
  <p:clrMapOvr>
    <a:masterClrMapping/>
  </p:clrMapOvr>
</p:sld>
</file>

<file path=ppt/slides/slide7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que eu sinto não posso explicar,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difícil saber e dizer;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que eu tenho não posso negar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Qu’é aquilo que eu quero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aqui que eu desejo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não vou abandonar.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0529797"/>
      </p:ext>
    </p:extLst>
  </p:cSld>
  <p:clrMapOvr>
    <a:masterClrMapping/>
  </p:clrMapOvr>
</p:sld>
</file>

<file path=ppt/slides/slide7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8015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Renasce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Mostra como ama alguém,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precisa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P’ra mostrar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o melhor que Deus tem.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846312"/>
      </p:ext>
    </p:extLst>
  </p:cSld>
  <p:clrMapOvr>
    <a:masterClrMapping/>
  </p:clrMapOvr>
</p:sld>
</file>

<file path=ppt/slides/slide7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5667"/>
      </p:ext>
    </p:extLst>
  </p:cSld>
  <p:clrMapOvr>
    <a:masterClrMapping/>
  </p:clrMapOvr>
</p:sld>
</file>

<file path=ppt/slides/slide7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Ressuscitou, Aleluia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2256"/>
            <a:ext cx="9233807" cy="5125674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Na sua dor os homens encontraram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Uma pura semente de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segredo da vida e da esperança: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  <a:endParaRPr lang="pt-PT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9306711"/>
      </p:ext>
    </p:extLst>
  </p:cSld>
  <p:clrMapOvr>
    <a:masterClrMapping/>
  </p:clrMapOvr>
</p:sld>
</file>

<file path=ppt/slides/slide7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222398"/>
      </p:ext>
    </p:extLst>
  </p:cSld>
  <p:clrMapOvr>
    <a:masterClrMapping/>
  </p:clrMapOvr>
</p:sld>
</file>

<file path=ppt/slides/slide7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62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que choravam cessaram 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pranto,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Brilhará novo sol nos corações.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Pode o homem cantar o seu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triunfo: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5186541"/>
      </p:ext>
    </p:extLst>
  </p:cSld>
  <p:clrMapOvr>
    <a:masterClrMapping/>
  </p:clrMapOvr>
</p:sld>
</file>

<file path=ppt/slides/slide7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777882"/>
      </p:ext>
    </p:extLst>
  </p:cSld>
  <p:clrMapOvr>
    <a:masterClrMapping/>
  </p:clrMapOvr>
</p:sld>
</file>

<file path=ppt/slides/slide7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62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que nos duros campos trabalharam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Voltarão entre vozes de alegria,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Erguendo ao alto os frutos da colheita: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3910666"/>
      </p:ext>
    </p:extLst>
  </p:cSld>
  <p:clrMapOvr>
    <a:masterClrMapping/>
  </p:clrMapOvr>
</p:sld>
</file>

<file path=ppt/slides/slide7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970166"/>
      </p:ext>
    </p:extLst>
  </p:cSld>
  <p:clrMapOvr>
    <a:masterClrMapping/>
  </p:clrMapOvr>
</p:sld>
</file>

<file path=ppt/slides/slide7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62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ninguém viverá sem luz da fé,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Já ninguém morrerá sem esperança;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que crê em Jesus venceu a morte: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467803"/>
      </p:ext>
    </p:extLst>
  </p:cSld>
  <p:clrMapOvr>
    <a:masterClrMapping/>
  </p:clrMapOvr>
</p:sld>
</file>

<file path=ppt/slides/slide7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329572"/>
      </p:ext>
    </p:extLst>
  </p:cSld>
  <p:clrMapOvr>
    <a:masterClrMapping/>
  </p:clrMapOvr>
</p:sld>
</file>

<file path=ppt/slides/slide7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62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Louvemos a Deus Pai eternamente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cantemos a glória de seu Filho,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o Espírito Santo que nos ama: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Ressuscitou o Senhor Jesus!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0701592"/>
      </p:ext>
    </p:extLst>
  </p:cSld>
  <p:clrMapOvr>
    <a:masterClrMapping/>
  </p:clrMapOvr>
</p:sld>
</file>

<file path=ppt/slides/slide7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6418479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Ressuscitou, ressuscitou, ressuscitou, aleluia!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5085487"/>
      </p:ext>
    </p:extLst>
  </p:cSld>
  <p:clrMapOvr>
    <a:masterClrMapping/>
  </p:clrMapOvr>
</p:sld>
</file>

<file path=ppt/slides/slide7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127604"/>
      </p:ext>
    </p:extLst>
  </p:cSld>
  <p:clrMapOvr>
    <a:masterClrMapping/>
  </p:clrMapOvr>
</p:sld>
</file>

<file path=ppt/slides/slide7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Sabor da maçã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640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fez o mundo?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inventou o sabor da maçã?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pintou as estrelas?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levanta o sol pela manhã?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2253274"/>
      </p:ext>
    </p:extLst>
  </p:cSld>
  <p:clrMapOvr>
    <a:masterClrMapping/>
  </p:clrMapOvr>
</p:sld>
</file>

<file path=ppt/slides/slide7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454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faz bater as ondas?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faz as árvores crescer?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inventou a água?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me faz a mim viver?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8496545"/>
      </p:ext>
    </p:extLst>
  </p:cSld>
  <p:clrMapOvr>
    <a:masterClrMapping/>
  </p:clrMapOvr>
</p:sld>
</file>

<file path=ppt/slides/slide7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6809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Tudo isto me é dado,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Mesmo sem eu o merecer!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 não o recebo como dom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Nunca o saberei agradecer</a:t>
            </a: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0878125"/>
      </p:ext>
    </p:extLst>
  </p:cSld>
  <p:clrMapOvr>
    <a:masterClrMapping/>
  </p:clrMapOvr>
</p:sld>
</file>

<file path=ppt/slides/slide7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4580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Quantas vezes bate o coração,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sem nunca depender de mim?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Quem é que sou eu para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para gostares de mim assim?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1092015"/>
      </p:ext>
    </p:extLst>
  </p:cSld>
  <p:clrMapOvr>
    <a:masterClrMapping/>
  </p:clrMapOvr>
</p:sld>
</file>

<file path=ppt/slides/slide7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454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inventou a vida?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vestiu as flores?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encena o pôr-do-sol?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inventou as cores?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9292894"/>
      </p:ext>
    </p:extLst>
  </p:cSld>
  <p:clrMapOvr>
    <a:masterClrMapping/>
  </p:clrMapOvr>
</p:sld>
</file>

<file path=ppt/slides/slide7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4546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faz girar a Terra?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é que encheu o mar?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pintou de azul o céu?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Quem foi o primeiro a amar?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517406"/>
      </p:ext>
    </p:extLst>
  </p:cSld>
  <p:clrMapOvr>
    <a:masterClrMapping/>
  </p:clrMapOvr>
</p:sld>
</file>

<file path=ppt/slides/slide7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6138295"/>
      </p:ext>
    </p:extLst>
  </p:cSld>
  <p:clrMapOvr>
    <a:masterClrMapping/>
  </p:clrMapOvr>
</p:sld>
</file>

<file path=ppt/slides/slide7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 vos amardes uns aos outros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93539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044575"/>
      </p:ext>
    </p:extLst>
  </p:cSld>
  <p:clrMapOvr>
    <a:masterClrMapping/>
  </p:clrMapOvr>
</p:sld>
</file>

<file path=ppt/slides/slide7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É este o Meu Mandamento: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Amai-vos como Eu vos amei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543578"/>
      </p:ext>
    </p:extLst>
  </p:cSld>
  <p:clrMapOvr>
    <a:masterClrMapping/>
  </p:clrMapOvr>
</p:sld>
</file>

<file path=ppt/slides/slide7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3038270"/>
      </p:ext>
    </p:extLst>
  </p:cSld>
  <p:clrMapOvr>
    <a:masterClrMapping/>
  </p:clrMapOvr>
</p:sld>
</file>

<file path=ppt/slides/slide7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Não há maior prova de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Do que dar a vida pelos amigos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7286308"/>
      </p:ext>
    </p:extLst>
  </p:cSld>
  <p:clrMapOvr>
    <a:masterClrMapping/>
  </p:clrMapOvr>
</p:sld>
</file>

<file path=ppt/slides/slide7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516493"/>
      </p:ext>
    </p:extLst>
  </p:cSld>
  <p:clrMapOvr>
    <a:masterClrMapping/>
  </p:clrMapOvr>
</p:sld>
</file>

<file path=ppt/slides/slide7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Vós sereis Meus amigos,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 fizerdes o que vos mando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9785477"/>
      </p:ext>
    </p:extLst>
  </p:cSld>
  <p:clrMapOvr>
    <a:masterClrMapping/>
  </p:clrMapOvr>
</p:sld>
</file>

<file path=ppt/slides/slide7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1736702"/>
      </p:ext>
    </p:extLst>
  </p:cSld>
  <p:clrMapOvr>
    <a:masterClrMapping/>
  </p:clrMapOvr>
</p:sld>
</file>

<file path=ppt/slides/slide7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Amai os vossos inimigos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 orai pelos que vos perseguem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6697519"/>
      </p:ext>
    </p:extLst>
  </p:cSld>
  <p:clrMapOvr>
    <a:masterClrMapping/>
  </p:clrMapOvr>
</p:sld>
</file>

<file path=ppt/slides/slide7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434915"/>
      </p:ext>
    </p:extLst>
  </p:cSld>
  <p:clrMapOvr>
    <a:masterClrMapping/>
  </p:clrMapOvr>
</p:sld>
</file>

<file path=ppt/slides/slide7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06245"/>
            <a:ext cx="9233807" cy="5958348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Não julgueis e não sereis julgados,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Perdoai e sereis perdoados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817248"/>
      </p:ext>
    </p:extLst>
  </p:cSld>
  <p:clrMapOvr>
    <a:masterClrMapping/>
  </p:clrMapOvr>
</p:sld>
</file>

<file path=ppt/slides/slide7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2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 vos amardes uns aos outros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permanece em vós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1817742"/>
      </p:ext>
    </p:extLst>
  </p:cSld>
  <p:clrMapOvr>
    <a:masterClrMapping/>
  </p:clrMapOvr>
</p:sld>
</file>

<file path=ppt/slides/slide7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1529807"/>
      </p:ext>
    </p:extLst>
  </p:cSld>
  <p:clrMapOvr>
    <a:masterClrMapping/>
  </p:clrMapOvr>
</p:sld>
</file>

<file path=ppt/slides/slide7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eu agradeço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Pois Te deste a mim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141455"/>
      </p:ext>
    </p:extLst>
  </p:cSld>
  <p:clrMapOvr>
    <a:masterClrMapping/>
  </p:clrMapOvr>
</p:sld>
</file>

<file path=ppt/slides/slide7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9903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Toda a Tua vida,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 ofereceste,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Por nós derramaste,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Teu sangue Senhor.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094318"/>
      </p:ext>
    </p:extLst>
  </p:cSld>
  <p:clrMapOvr>
    <a:masterClrMapping/>
  </p:clrMapOvr>
</p:sld>
</file>

<file path=ppt/slides/slide7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953952"/>
      </p:ext>
    </p:extLst>
  </p:cSld>
  <p:clrMapOvr>
    <a:masterClrMapping/>
  </p:clrMapOvr>
</p:sld>
</file>

<file path=ppt/slides/slide7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3097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Tão grande mistério,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Hoje celebramos,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anunciarmos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O Teu grande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6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384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791775"/>
      </p:ext>
    </p:extLst>
  </p:cSld>
  <p:clrMapOvr>
    <a:masterClrMapping/>
  </p:clrMapOvr>
</p:sld>
</file>

<file path=ppt/slides/slide7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40700"/>
      </p:ext>
    </p:extLst>
  </p:cSld>
  <p:clrMapOvr>
    <a:masterClrMapping/>
  </p:clrMapOvr>
</p:sld>
</file>

<file path=ppt/slides/slide7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02222" y="9319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Nós anunciamos,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Tua cruz e morte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Vamos proclamando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Que ressuscitaste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6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6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847671"/>
      </p:ext>
    </p:extLst>
  </p:cSld>
  <p:clrMapOvr>
    <a:masterClrMapping/>
  </p:clrMapOvr>
</p:sld>
</file>

<file path=ppt/slides/slide7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6890591"/>
      </p:ext>
    </p:extLst>
  </p:cSld>
  <p:clrMapOvr>
    <a:masterClrMapping/>
  </p:clrMapOvr>
</p:sld>
</file>

<file path=ppt/slides/slide7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1010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Quando a cruz da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Pesa nos meus ombros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Busco em Ti a força,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caminhar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197964"/>
      </p:ext>
    </p:extLst>
  </p:cSld>
  <p:clrMapOvr>
    <a:masterClrMapping/>
  </p:clrMapOvr>
</p:sld>
</file>

<file path=ppt/slides/slide7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401060"/>
      </p:ext>
    </p:extLst>
  </p:cSld>
  <p:clrMapOvr>
    <a:masterClrMapping/>
  </p:clrMapOvr>
</p:sld>
</file>

<file path=ppt/slides/slide7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Pai faz que eu conheça,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A Tua vontade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Que ela seja aceite,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Sempre por teus filhos.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9243675"/>
      </p:ext>
    </p:extLst>
  </p:cSld>
  <p:clrMapOvr>
    <a:masterClrMapping/>
  </p:clrMapOvr>
</p:sld>
</file>

<file path=ppt/slides/slide7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506365"/>
      </p:ext>
    </p:extLst>
  </p:cSld>
  <p:clrMapOvr>
    <a:masterClrMapping/>
  </p:clrMapOvr>
</p:sld>
</file>

<file path=ppt/slides/slide7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6058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Tu dás-nos coragem,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Para arriscar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Dando um sim alegre,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Na escuridão.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0468259"/>
      </p:ext>
    </p:extLst>
  </p:cSld>
  <p:clrMapOvr>
    <a:masterClrMapping/>
  </p:clrMapOvr>
</p:sld>
</file>

<file path=ppt/slides/slide7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241031"/>
      </p:ext>
    </p:extLst>
  </p:cSld>
  <p:clrMapOvr>
    <a:masterClrMapping/>
  </p:clrMapOvr>
</p:sld>
</file>

<file path=ppt/slides/slide7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771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Tu estás em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Com a tua graça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Faz-me testemunha,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dirty="0">
                <a:latin typeface="Abadi Extra Light" panose="020B0204020104020204" pitchFamily="34" charset="0"/>
              </a:rPr>
              <a:t>Do Teu grande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40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57875"/>
      </p:ext>
    </p:extLst>
  </p:cSld>
  <p:clrMapOvr>
    <a:masterClrMapping/>
  </p:clrMapOvr>
</p:sld>
</file>

<file path=ppt/slides/slide7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946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Senhor, eu agradeço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Pois Te deste a mim no pão e vinho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Toda a minha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Quero dar-Te com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4400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9592879"/>
      </p:ext>
    </p:extLst>
  </p:cSld>
  <p:clrMapOvr>
    <a:masterClrMapping/>
  </p:clrMapOvr>
</p:sld>
</file>

<file path=ppt/slides/slide7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7696071"/>
      </p:ext>
    </p:extLst>
  </p:cSld>
  <p:clrMapOvr>
    <a:masterClrMapping/>
  </p:clrMapOvr>
</p:sld>
</file>

<file path=ppt/slides/slide7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Jesus tu és luz do mundo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890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 tu és luz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Dissipa as trevas que me querem falar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Senhor Jesus, és luz na minha alma,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 saiba eu acolher o Teu amor.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3265324"/>
      </p:ext>
    </p:extLst>
  </p:cSld>
  <p:clrMapOvr>
    <a:masterClrMapping/>
  </p:clrMapOvr>
</p:sld>
</file>

<file path=ppt/slides/slide7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611796"/>
      </p:ext>
    </p:extLst>
  </p:cSld>
  <p:clrMapOvr>
    <a:masterClrMapping/>
  </p:clrMapOvr>
</p:sld>
</file>

<file path=ppt/slides/slide7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Senhor, meu Deus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506525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Diz-me por onde ir, saberei onde andar?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Tua luz me encaminha, na noite que finda,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Vais-me embalar? 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Diz-me como é amar, saberei eu sentir?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Tuas mãos me aconchegam,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PT" sz="6600" dirty="0">
                <a:latin typeface="Abadi Extra Light" panose="020B0204020104020204" pitchFamily="34" charset="0"/>
              </a:rPr>
              <a:t>No frio caminho, para Te encontrar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507763"/>
      </p:ext>
    </p:extLst>
  </p:cSld>
  <p:clrMapOvr>
    <a:masterClrMapping/>
  </p:clrMapOvr>
</p:sld>
</file>

<file path=ppt/slides/slide7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2483D-6F74-32A4-51E3-073E092A5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0405A5E-CF53-B091-D68E-04B24A5CC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17715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Senhor, hoje sou tua semente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Teu trigo à terra vai germinar…</a:t>
            </a:r>
          </a:p>
        </p:txBody>
      </p:sp>
    </p:spTree>
    <p:extLst>
      <p:ext uri="{BB962C8B-B14F-4D97-AF65-F5344CB8AC3E}">
        <p14:creationId xmlns:p14="http://schemas.microsoft.com/office/powerpoint/2010/main" val="1919930349"/>
      </p:ext>
    </p:extLst>
  </p:cSld>
  <p:clrMapOvr>
    <a:masterClrMapping/>
  </p:clrMapOvr>
</p:sld>
</file>

<file path=ppt/slides/slide7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BB336-3DD1-8CF0-87B1-34C4AD3A6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4E39BFD-2681-3DBF-2CF2-602052EA1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7361"/>
            <a:ext cx="9144000" cy="6227379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b="1" dirty="0">
                <a:latin typeface="Abadi Extra Light" panose="020B0204020104020204" pitchFamily="34" charset="0"/>
              </a:rPr>
              <a:t>Leva-me assim,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dirty="0">
                <a:latin typeface="Abadi Extra Light" panose="020B0204020104020204" pitchFamily="34" charset="0"/>
              </a:rPr>
              <a:t>faz-me viver por Ti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dirty="0">
                <a:latin typeface="Abadi Extra Light" panose="020B0204020104020204" pitchFamily="34" charset="0"/>
              </a:rPr>
              <a:t>Senhor eu sou,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dirty="0">
                <a:latin typeface="Abadi Extra Light" panose="020B0204020104020204" pitchFamily="34" charset="0"/>
              </a:rPr>
              <a:t>Pois na Tua luz,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dirty="0">
                <a:latin typeface="Abadi Extra Light" panose="020B0204020104020204" pitchFamily="34" charset="0"/>
              </a:rPr>
              <a:t>Eu não me vou perder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b="1" dirty="0">
                <a:latin typeface="Abadi Extra Light" panose="020B0204020104020204" pitchFamily="34" charset="0"/>
              </a:rPr>
              <a:t>Meu sol És, Senhor meu Deus…</a:t>
            </a:r>
          </a:p>
        </p:txBody>
      </p:sp>
    </p:spTree>
    <p:extLst>
      <p:ext uri="{BB962C8B-B14F-4D97-AF65-F5344CB8AC3E}">
        <p14:creationId xmlns:p14="http://schemas.microsoft.com/office/powerpoint/2010/main" val="1541230563"/>
      </p:ext>
    </p:extLst>
  </p:cSld>
  <p:clrMapOvr>
    <a:masterClrMapping/>
  </p:clrMapOvr>
</p:sld>
</file>

<file path=ppt/slides/slide7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4BEFB-DB42-6058-5A24-CD9DDE344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D9115BE-2D65-3D42-59AF-23771F13E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7361"/>
            <a:ext cx="9144000" cy="6227379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Pois tudo sou, quando me 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Suspiro cantado em palavras,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Tua voz me levou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Pois tudo És, semente ao meu jardim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Pois quero encontrar o Teu céu dentro de mim</a:t>
            </a:r>
          </a:p>
        </p:txBody>
      </p:sp>
    </p:spTree>
    <p:extLst>
      <p:ext uri="{BB962C8B-B14F-4D97-AF65-F5344CB8AC3E}">
        <p14:creationId xmlns:p14="http://schemas.microsoft.com/office/powerpoint/2010/main" val="2420670798"/>
      </p:ext>
    </p:extLst>
  </p:cSld>
  <p:clrMapOvr>
    <a:masterClrMapping/>
  </p:clrMapOvr>
</p:sld>
</file>

<file path=ppt/slides/slide7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3503861"/>
      </p:ext>
    </p:extLst>
  </p:cSld>
  <p:clrMapOvr>
    <a:masterClrMapping/>
  </p:clrMapOvr>
</p:sld>
</file>

<file path=ppt/slides/slide7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Só Deus basta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1270"/>
            <a:ext cx="9233807" cy="43630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r>
              <a:rPr lang="pt-PT" sz="4800" dirty="0"/>
              <a:t>Tu nada temas, nada te espante</a:t>
            </a:r>
          </a:p>
          <a:p>
            <a:pPr marL="0" indent="0" algn="ctr">
              <a:buNone/>
            </a:pPr>
            <a:r>
              <a:rPr lang="pt-PT" sz="4800" dirty="0"/>
              <a:t>Pois tudo passa, Deus nunca muda</a:t>
            </a:r>
          </a:p>
          <a:p>
            <a:pPr marL="0" indent="0" algn="ctr">
              <a:buNone/>
            </a:pPr>
            <a:r>
              <a:rPr lang="pt-PT" sz="4800" dirty="0"/>
              <a:t>A paciência, tudo alcança</a:t>
            </a:r>
          </a:p>
          <a:p>
            <a:pPr marL="0" indent="0" algn="ctr">
              <a:buNone/>
            </a:pPr>
            <a:r>
              <a:rPr lang="pt-PT" sz="4800" dirty="0"/>
              <a:t>Quem a Deus tem, nada lhe falta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5926226"/>
      </p:ext>
    </p:extLst>
  </p:cSld>
  <p:clrMapOvr>
    <a:masterClrMapping/>
  </p:clrMapOvr>
</p:sld>
</file>

<file path=ppt/slides/slide7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2A8A3-B9CE-C237-6002-D4E0B0839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19C0834-8981-39B6-135D-BB38EAD7A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33593"/>
            <a:ext cx="9144000" cy="4971147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PT" sz="4800" b="1" dirty="0"/>
              <a:t>Só Deus basta, só Deus basta</a:t>
            </a:r>
          </a:p>
          <a:p>
            <a:pPr marL="0" indent="0" algn="ctr">
              <a:buNone/>
            </a:pPr>
            <a:r>
              <a:rPr lang="pt-PT" sz="4800" b="1" dirty="0"/>
              <a:t>Só Deus basta, Aleluia!</a:t>
            </a:r>
          </a:p>
          <a:p>
            <a:pPr marL="0" indent="0" algn="ctr">
              <a:buNone/>
            </a:pPr>
            <a:r>
              <a:rPr lang="pt-PT" sz="4800" b="1" dirty="0"/>
              <a:t>Só Deus basta, só Deus basta</a:t>
            </a:r>
          </a:p>
          <a:p>
            <a:pPr marL="0" indent="0" algn="ctr">
              <a:buNone/>
            </a:pPr>
            <a:r>
              <a:rPr lang="pt-PT" sz="4800" b="1" dirty="0"/>
              <a:t>Só Deus basta, Aleluia.</a:t>
            </a:r>
          </a:p>
          <a:p>
            <a:pPr marL="0" indent="0">
              <a:buNone/>
            </a:pPr>
            <a:br>
              <a:rPr lang="pt-PT" b="1" dirty="0"/>
            </a:br>
            <a:endParaRPr lang="pt-PT" sz="4800" b="1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806635"/>
      </p:ext>
    </p:extLst>
  </p:cSld>
  <p:clrMapOvr>
    <a:masterClrMapping/>
  </p:clrMapOvr>
</p:sld>
</file>

<file path=ppt/slides/slide7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0533565"/>
      </p:ext>
    </p:extLst>
  </p:cSld>
  <p:clrMapOvr>
    <a:masterClrMapping/>
  </p:clrMapOvr>
</p:sld>
</file>

<file path=ppt/slides/slide7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Somos um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462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Ao passar a vida, eu sei,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nem tudo vai ser como sonhei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Ter caminho p’ra fazer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um plano, sem saber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Ser “mais alguém”</a:t>
            </a:r>
          </a:p>
          <a:p>
            <a:pPr marL="0" indent="0" algn="ctr">
              <a:buNone/>
            </a:pP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432692"/>
      </p:ext>
    </p:extLst>
  </p:cSld>
  <p:clrMapOvr>
    <a:masterClrMapping/>
  </p:clrMapOvr>
</p:sld>
</file>

<file path=ppt/slides/slide7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22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vais ver, vais sentir,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precisas desistir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Quando a vida te </a:t>
            </a:r>
            <a:r>
              <a:rPr lang="pt-PT" sz="19200" b="1" i="1" dirty="0" err="1">
                <a:latin typeface="Abadi Extra Light" panose="020B0204020104020204" pitchFamily="34" charset="0"/>
              </a:rPr>
              <a:t>pára</a:t>
            </a:r>
            <a:r>
              <a:rPr lang="pt-PT" sz="19200" b="1" i="1" dirty="0">
                <a:latin typeface="Abadi Extra Light" panose="020B0204020104020204" pitchFamily="34" charset="0"/>
              </a:rPr>
              <a:t> e diz “Não!”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eu estou junto 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Dou-te a força que há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és mais do que “um só”: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SOMOS UM!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2754690"/>
      </p:ext>
    </p:extLst>
  </p:cSld>
  <p:clrMapOvr>
    <a:masterClrMapping/>
  </p:clrMapOvr>
</p:sld>
</file>

<file path=ppt/slides/slide7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Posso ser igual 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Ou terei de desistir de ser assim?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Confiar no coração?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Ou no plano que Deus tem para mim?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814681"/>
      </p:ext>
    </p:extLst>
  </p:cSld>
  <p:clrMapOvr>
    <a:masterClrMapping/>
  </p:clrMapOvr>
</p:sld>
</file>

<file path=ppt/slides/slide7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22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vais ver, vais sentir,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Não precisas desistir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Quando a vida te </a:t>
            </a:r>
            <a:r>
              <a:rPr lang="pt-PT" sz="19200" b="1" i="1" dirty="0" err="1">
                <a:latin typeface="Abadi Extra Light" panose="020B0204020104020204" pitchFamily="34" charset="0"/>
              </a:rPr>
              <a:t>pára</a:t>
            </a:r>
            <a:r>
              <a:rPr lang="pt-PT" sz="19200" b="1" i="1" dirty="0">
                <a:latin typeface="Abadi Extra Light" panose="020B0204020104020204" pitchFamily="34" charset="0"/>
              </a:rPr>
              <a:t> e diz “Não!”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Pois eu estou junto 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Dou-te a força que há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Tu és mais do que “um só”: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SOMOS UM!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87323"/>
      </p:ext>
    </p:extLst>
  </p:cSld>
  <p:clrMapOvr>
    <a:masterClrMapping/>
  </p:clrMapOvr>
</p:sld>
</file>

<file path=ppt/slides/slide7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445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 um,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 um,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e tu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Somos, somos um,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 um,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eu e tu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010054"/>
      </p:ext>
    </p:extLst>
  </p:cSld>
  <p:clrMapOvr>
    <a:masterClrMapping/>
  </p:clrMapOvr>
</p:sld>
</file>

<file path=ppt/slides/slide7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66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 um, eu e tu,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Como a terra e o céu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Unidos pelo mesmo sol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de ti vais colher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 orgulho de crescer…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sorrires quando vires que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Somos… UM!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4334286"/>
      </p:ext>
    </p:extLst>
  </p:cSld>
  <p:clrMapOvr>
    <a:masterClrMapping/>
  </p:clrMapOvr>
</p:sld>
</file>

<file path=ppt/slides/slide7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71538"/>
      </p:ext>
    </p:extLst>
  </p:cSld>
  <p:clrMapOvr>
    <a:masterClrMapping/>
  </p:clrMapOvr>
</p:sld>
</file>

<file path=ppt/slides/slide7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Somos testemunhas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O Senhor ressuscitou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Vencendo a morte na cruz,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Nossa esperança está n’Ele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Ele é o nosso salvador.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Atrás ficou o temor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A duvida e a pouca fé,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Tornemos realidade,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Um novo reino de amor!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26388925"/>
      </p:ext>
    </p:extLst>
  </p:cSld>
  <p:clrMapOvr>
    <a:masterClrMapping/>
  </p:clrMapOvr>
</p:sld>
</file>

<file path=ppt/slides/slide7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361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Somos testemunhas da ressurreição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Ele está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Está presente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É vida e é verdade.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Somos testemunhas da ressurreição,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Ele está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Seu Espírito envia-nos a amar.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4561311"/>
      </p:ext>
    </p:extLst>
  </p:cSld>
  <p:clrMapOvr>
    <a:masterClrMapping/>
  </p:clrMapOvr>
</p:sld>
</file>

<file path=ppt/slides/slide7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22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nos reúnes Senhor,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torno do vinho e do pão,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nos convidas a ser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 luz do mundo e o sal.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Onde houver ódio e dor,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Faremos surgir a Tua paz,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Em cada gesto de amor,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Maria mãe estará.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3636770"/>
      </p:ext>
    </p:extLst>
  </p:cSld>
  <p:clrMapOvr>
    <a:masterClrMapping/>
  </p:clrMapOvr>
</p:sld>
</file>

<file path=ppt/slides/slide7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801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Somos testemunhas da ressurreição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Ele está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Está presente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É vida e é verdade.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Somos testemunhas da ressurreição,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Ele está aqui,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Seu Espírito envia-nos a amar.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432757"/>
      </p:ext>
    </p:extLst>
  </p:cSld>
  <p:clrMapOvr>
    <a:masterClrMapping/>
  </p:clrMapOvr>
</p:sld>
</file>

<file path=ppt/slides/slide8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7373427"/>
      </p:ext>
    </p:extLst>
  </p:cSld>
  <p:clrMapOvr>
    <a:masterClrMapping/>
  </p:clrMapOvr>
</p:sld>
</file>

<file path=ppt/slides/slide8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Sozinho eu não posso mais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31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Eu quero amar, eu quero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Aquilo que Deus quer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 viver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279283"/>
      </p:ext>
    </p:extLst>
  </p:cSld>
  <p:clrMapOvr>
    <a:masterClrMapping/>
  </p:clrMapOvr>
</p:sld>
</file>

<file path=ppt/slides/slide8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351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Eu quero viver, eu quero fazer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Aquilo que Deus quer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Sozinho eu não posso mais viver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8655548"/>
      </p:ext>
    </p:extLst>
  </p:cSld>
  <p:clrMapOvr>
    <a:masterClrMapping/>
  </p:clrMapOvr>
</p:sld>
</file>

<file path=ppt/slides/slide8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71203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Vem espírito, vem espírito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Sozinho eu não posso mais,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Sozinho eu não posso mais viver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09636"/>
      </p:ext>
    </p:extLst>
  </p:cSld>
  <p:clrMapOvr>
    <a:masterClrMapping/>
  </p:clrMapOvr>
</p:sld>
</file>

<file path=ppt/slides/slide8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7777806"/>
      </p:ext>
    </p:extLst>
  </p:cSld>
  <p:clrMapOvr>
    <a:masterClrMapping/>
  </p:clrMapOvr>
</p:sld>
</file>

<file path=ppt/slides/slide8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Tão perto de mim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perto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Tão perto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até eu lhe posso tocar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Aqui está Jesus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4099341"/>
      </p:ext>
    </p:extLst>
  </p:cSld>
  <p:clrMapOvr>
    <a:masterClrMapping/>
  </p:clrMapOvr>
</p:sld>
</file>

<file path=ppt/slides/slide8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05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Não procuro Cristo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Nem O encontrarei na solidão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Sinto que Jesus está juntinho a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Dentro do meu ser, no coração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025385"/>
      </p:ext>
    </p:extLst>
  </p:cSld>
  <p:clrMapOvr>
    <a:masterClrMapping/>
  </p:clrMapOvr>
</p:sld>
</file>

<file path=ppt/slides/slide8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7962" y="3776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até eu lhe posso tocar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 está Jesus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5338783"/>
      </p:ext>
    </p:extLst>
  </p:cSld>
  <p:clrMapOvr>
    <a:masterClrMapping/>
  </p:clrMapOvr>
</p:sld>
</file>

<file path=ppt/slides/slide8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05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Vou contar-lhe toda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Como a um amigo falarei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não sei se Ele que habita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Ou se sou eu já que habito n’Ele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4326788"/>
      </p:ext>
    </p:extLst>
  </p:cSld>
  <p:clrMapOvr>
    <a:masterClrMapping/>
  </p:clrMapOvr>
</p:sld>
</file>

<file path=ppt/slides/slide8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7962" y="3776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até eu lhe posso tocar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 está Jesus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401865"/>
      </p:ext>
    </p:extLst>
  </p:cSld>
  <p:clrMapOvr>
    <a:masterClrMapping/>
  </p:clrMapOvr>
</p:sld>
</file>

<file path=ppt/slides/slide8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051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Olha que Jesus vai a teu lado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Entre as alegrias e as dores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teu lado vai, sempre a caminhar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Ele nunca te abandonará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803554"/>
      </p:ext>
    </p:extLst>
  </p:cSld>
  <p:clrMapOvr>
    <a:masterClrMapping/>
  </p:clrMapOvr>
</p:sld>
</file>

<file path=ppt/slides/slide8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7962" y="37768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Tão perto de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até eu lhe posso tocar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Aqui está Jesus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6201003"/>
      </p:ext>
    </p:extLst>
  </p:cSld>
  <p:clrMapOvr>
    <a:masterClrMapping/>
  </p:clrMapOvr>
</p:sld>
</file>

<file path=ppt/slides/slide8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8245162"/>
      </p:ext>
    </p:extLst>
  </p:cSld>
  <p:clrMapOvr>
    <a:masterClrMapping/>
  </p:clrMapOvr>
</p:sld>
</file>

<file path=ppt/slides/slide8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Tela branca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9020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 silêncio alguém falou: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“Avé tu Maria és de Deus.”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Maria respondeu: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“Eis-me aqui Senhor, os meus sonhos são os teus.”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596520"/>
      </p:ext>
    </p:extLst>
  </p:cSld>
  <p:clrMapOvr>
    <a:masterClrMapping/>
  </p:clrMapOvr>
</p:sld>
</file>

<file path=ppt/slides/slide8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És a praia ao acordar, tela branca onde o pintor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Pôde sonhar e até criar um quadro seu.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Quando o raio da manhã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Entra em casa e, devagar,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No silêncio nasce a cor.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 nos teus 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Jesus em paz sorriu, ó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0186715"/>
      </p:ext>
    </p:extLst>
  </p:cSld>
  <p:clrMapOvr>
    <a:masterClrMapping/>
  </p:clrMapOvr>
</p:sld>
</file>

<file path=ppt/slides/slide8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Pelas montanhas de Judá corres,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Campos verdes tudo em flor.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Escuta amiga o que Deus fez,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Minha alma dança em festa,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tão grande o Senhor.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5401561"/>
      </p:ext>
    </p:extLst>
  </p:cSld>
  <p:clrMapOvr>
    <a:masterClrMapping/>
  </p:clrMapOvr>
</p:sld>
</file>

<file path=ppt/slides/slide8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És a praia ao acordar, tela branca onde o pintor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Pôde sonhar e até criar um quadro seu.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Quando o raio da manhã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Entra em casa e, devagar,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No silêncio nasce a cor.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 nos teus 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Jesus em paz sorriu, ó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0467122"/>
      </p:ext>
    </p:extLst>
  </p:cSld>
  <p:clrMapOvr>
    <a:masterClrMapping/>
  </p:clrMapOvr>
</p:sld>
</file>

<file path=ppt/slides/slide8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638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Entre a gente, à beira-mar,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Escutas o Profeta a falar.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Guardas no teu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Cada gesto, cada imagem e Ele pára p’ra te olhar.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4233"/>
      </p:ext>
    </p:extLst>
  </p:cSld>
  <p:clrMapOvr>
    <a:masterClrMapping/>
  </p:clrMapOvr>
</p:sld>
</file>

<file path=ppt/slides/slide8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5952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Junto à cruz, sem entender,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Esperas; mar cinzento, vendaval.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então Jesus segredou: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“São Teus filhos, Mãe; tens agora uma missão.”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25472"/>
      </p:ext>
    </p:extLst>
  </p:cSld>
  <p:clrMapOvr>
    <a:masterClrMapping/>
  </p:clrMapOvr>
</p:sld>
</file>

<file path=ppt/slides/slide8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És a praia ao acordar, tela branca onde o pintor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Pôde sonhar e até criar um quadro seu.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Quando o raio da manhã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Entra em casa e, devagar,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No silêncio nasce a cor.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 nos teus braços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Jesus em paz sorriu, ó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325628"/>
      </p:ext>
    </p:extLst>
  </p:cSld>
  <p:clrMapOvr>
    <a:masterClrMapping/>
  </p:clrMapOvr>
</p:sld>
</file>

<file path=ppt/slides/slide8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094218"/>
      </p:ext>
    </p:extLst>
  </p:cSld>
  <p:clrMapOvr>
    <a:masterClrMapping/>
  </p:clrMapOvr>
</p:sld>
</file>

<file path=ppt/slides/slide8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Teu seguidor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Olho… p’ra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Sorris mas não dizes nada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Ficas calado!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Sinto t’assim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Feliz… a tua voz ecoa aqui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Bem dentro de mim!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255729"/>
      </p:ext>
    </p:extLst>
  </p:cSld>
  <p:clrMapOvr>
    <a:masterClrMapping/>
  </p:clrMapOvr>
</p:sld>
</file>

<file path=ppt/slides/slide8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Sei que hoje e sempre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Segues os meus passos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Mas afinal não deveria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Ser eu o teu seguidor?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Para sempre olhas por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E me dás 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400" b="1" i="1" dirty="0">
                <a:latin typeface="Abadi Extra Light" panose="020B0204020104020204" pitchFamily="34" charset="0"/>
              </a:rPr>
              <a:t>Obrigado meu Senhor!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4830492"/>
      </p:ext>
    </p:extLst>
  </p:cSld>
  <p:clrMapOvr>
    <a:masterClrMapping/>
  </p:clrMapOvr>
</p:sld>
</file>

<file path=ppt/slides/slide8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5846262"/>
      </p:ext>
    </p:extLst>
  </p:cSld>
  <p:clrMapOvr>
    <a:masterClrMapping/>
  </p:clrMapOvr>
</p:sld>
</file>

<file path=ppt/slides/slide8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Toma a tua cruz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899001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Vive sem medo de te dares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Já que tens tanto p’ra dar </a:t>
            </a:r>
            <a:endParaRPr lang="pt-PT" sz="25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5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1276861"/>
      </p:ext>
    </p:extLst>
  </p:cSld>
  <p:clrMapOvr>
    <a:masterClrMapping/>
  </p:clrMapOvr>
</p:sld>
</file>

<file path=ppt/slides/slide8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Cristo que te chama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 nunca te deixa só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Está contigo antes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 que chegues a pensar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Mesmo que duvides,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 não duvides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na tua cruz que ele está</a:t>
            </a: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3931231"/>
      </p:ext>
    </p:extLst>
  </p:cSld>
  <p:clrMapOvr>
    <a:masterClrMapping/>
  </p:clrMapOvr>
</p:sld>
</file>

<file path=ppt/slides/slide8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262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Vive sem medo de te dares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Já que tens tanto p’ra dar 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7037689"/>
      </p:ext>
    </p:extLst>
  </p:cSld>
  <p:clrMapOvr>
    <a:masterClrMapping/>
  </p:clrMapOvr>
</p:sld>
</file>

<file path=ppt/slides/slide8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3077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Cristo te chama, Ele sabe porquê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Pois sabe o que fez e o que criou em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 err="1">
                <a:latin typeface="Abadi Extra Light" panose="020B0204020104020204" pitchFamily="34" charset="0"/>
              </a:rPr>
              <a:t>Pára</a:t>
            </a:r>
            <a:r>
              <a:rPr lang="pt-PT" sz="21600" dirty="0">
                <a:latin typeface="Abadi Extra Light" panose="020B0204020104020204" pitchFamily="34" charset="0"/>
              </a:rPr>
              <a:t> para veres tudo aquilo que 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É no teu amor que ele está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4010956"/>
      </p:ext>
    </p:extLst>
  </p:cSld>
  <p:clrMapOvr>
    <a:masterClrMapping/>
  </p:clrMapOvr>
</p:sld>
</file>

<file path=ppt/slides/slide8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262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Vive sem medo de te dares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Toma a tua cruz e segue-Me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Já que tens tanto p’ra dar 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927530"/>
      </p:ext>
    </p:extLst>
  </p:cSld>
  <p:clrMapOvr>
    <a:masterClrMapping/>
  </p:clrMapOvr>
</p:sld>
</file>

<file path=ppt/slides/slide8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0704360"/>
      </p:ext>
    </p:extLst>
  </p:cSld>
  <p:clrMapOvr>
    <a:masterClrMapping/>
  </p:clrMapOvr>
</p:sld>
</file>

<file path=ppt/slides/slide8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Tomo este Pão 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06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473065"/>
      </p:ext>
    </p:extLst>
  </p:cSld>
  <p:clrMapOvr>
    <a:masterClrMapping/>
  </p:clrMapOvr>
</p:sld>
</file>

<file path=ppt/slides/slide8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Bebendo Teu sangue neste cálice,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Bebo o sangue da nova aliança,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O que derramaste pelos homens,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Para remissão e esperança</a:t>
            </a:r>
            <a:endParaRPr lang="pt-PT" sz="12800" b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481849"/>
      </p:ext>
    </p:extLst>
  </p:cSld>
  <p:clrMapOvr>
    <a:masterClrMapping/>
  </p:clrMapOvr>
</p:sld>
</file>

<file path=ppt/slides/slide8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73379"/>
      </p:ext>
    </p:extLst>
  </p:cSld>
  <p:clrMapOvr>
    <a:masterClrMapping/>
  </p:clrMapOvr>
</p:sld>
</file>

<file path=ppt/slides/slide8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1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Tomando o pão que é Teu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corpo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Comunga a Igreja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transcendente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Faz teu corpo eterna 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minha alma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Pela fé me salve para sempre.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270075"/>
      </p:ext>
    </p:extLst>
  </p:cSld>
  <p:clrMapOvr>
    <a:masterClrMapping/>
  </p:clrMapOvr>
</p:sld>
</file>

<file path=ppt/slides/slide8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432861"/>
      </p:ext>
    </p:extLst>
  </p:cSld>
  <p:clrMapOvr>
    <a:masterClrMapping/>
  </p:clrMapOvr>
</p:sld>
</file>

<file path=ppt/slides/slide8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119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Levarei comigo a Tua luz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Irei pelo mundo anunciar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Que por nós morreste numa cruz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Mas pudeste a morte derrotar.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3951053"/>
      </p:ext>
    </p:extLst>
  </p:cSld>
  <p:clrMapOvr>
    <a:masterClrMapping/>
  </p:clrMapOvr>
</p:sld>
</file>

<file path=ppt/slides/slide8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3457570"/>
      </p:ext>
    </p:extLst>
  </p:cSld>
  <p:clrMapOvr>
    <a:masterClrMapping/>
  </p:clrMapOvr>
</p:sld>
</file>

<file path=ppt/slides/slide8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6711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Comendo o Teu corpo que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foi trigo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Suado nas mãos do lavrador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Levo Tua força que alimenta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P’ra mudar o mundo com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amor.</a:t>
            </a:r>
          </a:p>
          <a:p>
            <a:pPr marL="0" indent="0">
              <a:buNone/>
            </a:pPr>
            <a:endParaRPr lang="pt-PT" sz="20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246667"/>
      </p:ext>
    </p:extLst>
  </p:cSld>
  <p:clrMapOvr>
    <a:masterClrMapping/>
  </p:clrMapOvr>
</p:sld>
</file>

<file path=ppt/slides/slide8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81526"/>
      </p:ext>
    </p:extLst>
  </p:cSld>
  <p:clrMapOvr>
    <a:masterClrMapping/>
  </p:clrMapOvr>
</p:sld>
</file>

<file path=ppt/slides/slide8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99160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venho faminto a esta mesa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Onde Tu te dás em plenitude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Venho comungar 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vida da minha juventude.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749703"/>
      </p:ext>
    </p:extLst>
  </p:cSld>
  <p:clrMapOvr>
    <a:masterClrMapping/>
  </p:clrMapOvr>
</p:sld>
</file>

<file path=ppt/slides/slide8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Em memória do meu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Tomo este pão e este vinho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São o corpo e sangue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  do Senhor.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605489"/>
      </p:ext>
    </p:extLst>
  </p:cSld>
  <p:clrMapOvr>
    <a:masterClrMapping/>
  </p:clrMapOvr>
</p:sld>
</file>

<file path=ppt/slides/slide8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390865"/>
      </p:ext>
    </p:extLst>
  </p:cSld>
  <p:clrMapOvr>
    <a:masterClrMapping/>
  </p:clrMapOvr>
</p:sld>
</file>

<file path=ppt/slides/slide8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Tudo por um sorriso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7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Hoje eu ouvi-te sorrir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Mesmo sem ver eu senti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Hoje eu ouvi-te cantar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a festa era dentro de ti.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03472709"/>
      </p:ext>
    </p:extLst>
  </p:cSld>
  <p:clrMapOvr>
    <a:masterClrMapping/>
  </p:clrMapOvr>
</p:sld>
</file>

<file path=ppt/slides/slide8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5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Hoje eu ouvi murmurar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Que era dia de ganhar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Valia tudo, por um sorriso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Hoje era dia de amar…</a:t>
            </a:r>
            <a:br>
              <a:rPr lang="pt-PT" sz="16000" dirty="0">
                <a:latin typeface="Abadi Extra Light" panose="020B0204020104020204" pitchFamily="34" charset="0"/>
              </a:rPr>
            </a:br>
            <a:endParaRPr lang="pt-PT" sz="144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454262"/>
      </p:ext>
    </p:extLst>
  </p:cSld>
  <p:clrMapOvr>
    <a:masterClrMapping/>
  </p:clrMapOvr>
</p:sld>
</file>

<file path=ppt/slides/slide8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Hoje soltaste um sorriso,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Posso eu acompanhar?!?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Talvez aprenda, sorrir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  como tu,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Talvez eu possa cantar…</a:t>
            </a:r>
            <a:br>
              <a:rPr lang="pt-PT" sz="19200" dirty="0">
                <a:latin typeface="Abadi Extra Light" panose="020B0204020104020204" pitchFamily="34" charset="0"/>
              </a:rPr>
            </a:b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  <a:br>
              <a:rPr lang="pt-PT" sz="21600" b="1" i="1" dirty="0">
                <a:latin typeface="Abadi Extra Light" panose="020B0204020104020204" pitchFamily="34" charset="0"/>
              </a:rPr>
            </a:br>
            <a:r>
              <a:rPr lang="pt-PT" sz="21600" b="1" i="1" dirty="0">
                <a:latin typeface="Abadi Extra Light" panose="020B0204020104020204" pitchFamily="34" charset="0"/>
              </a:rPr>
              <a:t>La, la…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0500804"/>
      </p:ext>
    </p:extLst>
  </p:cSld>
  <p:clrMapOvr>
    <a:masterClrMapping/>
  </p:clrMapOvr>
</p:sld>
</file>

<file path=ppt/slides/slide8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5626207"/>
      </p:ext>
    </p:extLst>
  </p:cSld>
  <p:clrMapOvr>
    <a:masterClrMapping/>
  </p:clrMapOvr>
</p:sld>
</file>

<file path=ppt/slides/slide8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Tu és a água viva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Manifesta a tua santidade em mim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Toma-me de entre a minha dispersão,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Recolhe-me de onde me perdi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Enche-me de novo o coração.</a:t>
            </a:r>
            <a:endParaRPr lang="pt-PT" sz="27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07398157"/>
      </p:ext>
    </p:extLst>
  </p:cSld>
  <p:clrMapOvr>
    <a:masterClrMapping/>
  </p:clrMapOvr>
</p:sld>
</file>

<file path=ppt/slides/slide8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08672"/>
            <a:ext cx="9233807" cy="6635940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Tu és a água viva,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Tu és a água pura,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Inunda-me, inunda-me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E tudo se transformará em mim. (bis)</a:t>
            </a:r>
            <a:endParaRPr lang="pt-PT" sz="1200" b="1" i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906860"/>
      </p:ext>
    </p:extLst>
  </p:cSld>
  <p:clrMapOvr>
    <a:masterClrMapping/>
  </p:clrMapOvr>
</p:sld>
</file>

<file path=ppt/slides/slide8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9858626"/>
      </p:ext>
    </p:extLst>
  </p:cSld>
  <p:clrMapOvr>
    <a:masterClrMapping/>
  </p:clrMapOvr>
</p:sld>
</file>

<file path=ppt/slides/slide8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Tu és fonte de vida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7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és fonte de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Tu és fogo, Tu és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 </a:t>
            </a:r>
            <a:endParaRPr lang="pt-PT" sz="87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28288272"/>
      </p:ext>
    </p:extLst>
  </p:cSld>
  <p:clrMapOvr>
    <a:masterClrMapping/>
  </p:clrMapOvr>
</p:sld>
</file>

<file path=ppt/slides/slide8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63398"/>
      </p:ext>
    </p:extLst>
  </p:cSld>
  <p:clrMapOvr>
    <a:masterClrMapping/>
  </p:clrMapOvr>
</p:sld>
</file>

<file path=ppt/slides/slide8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Ubi caritas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7632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Ubi caritas et amor, ubi caritas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Deus ibi est</a:t>
            </a:r>
            <a:endParaRPr lang="pt-PT" sz="87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34139873"/>
      </p:ext>
    </p:extLst>
  </p:cSld>
  <p:clrMapOvr>
    <a:masterClrMapping/>
  </p:clrMapOvr>
</p:sld>
</file>

<file path=ppt/slides/slide8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036007"/>
      </p:ext>
    </p:extLst>
  </p:cSld>
  <p:clrMapOvr>
    <a:masterClrMapping/>
  </p:clrMapOvr>
</p:sld>
</file>

<file path=ppt/slides/slide8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Um milénio nas mãos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58744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Há um pequeno sonho,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Por aí a navegar.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Um novo milénio, algo mudar…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Palavras de bem, Vontade à solta,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Frases bonitas, Desafio que volta…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91666437"/>
      </p:ext>
    </p:extLst>
  </p:cSld>
  <p:clrMapOvr>
    <a:masterClrMapping/>
  </p:clrMapOvr>
</p:sld>
</file>

<file path=ppt/slides/slide8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33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Nunca te é dado um sonho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Sem que também te seja entregue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O poder, a liberdade de o realizar…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166459"/>
      </p:ext>
    </p:extLst>
  </p:cSld>
  <p:clrMapOvr>
    <a:masterClrMapping/>
  </p:clrMapOvr>
</p:sld>
</file>

<file path=ppt/slides/slide8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2498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Um milénio nas mãos, este é o nosso momento.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Um milénio nas mãos, </a:t>
            </a:r>
            <a:r>
              <a:rPr lang="pt-PT" sz="3200" b="1" i="1" dirty="0" err="1">
                <a:latin typeface="Abadi Extra Light" panose="020B0204020104020204" pitchFamily="34" charset="0"/>
              </a:rPr>
              <a:t>oooh</a:t>
            </a: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… Este é o nosso momento!</a:t>
            </a:r>
            <a:endParaRPr lang="pt-PT" sz="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430788"/>
      </p:ext>
    </p:extLst>
  </p:cSld>
  <p:clrMapOvr>
    <a:masterClrMapping/>
  </p:clrMapOvr>
</p:sld>
</file>

<file path=ppt/slides/slide8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8679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Quantos momentos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Te pões a pensar,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sentir por alto a dúvida no 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Onde está a coragem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querer, a aventura,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Essa voz, o teu grito,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tua loucura ?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6297575"/>
      </p:ext>
    </p:extLst>
  </p:cSld>
  <p:clrMapOvr>
    <a:masterClrMapping/>
  </p:clrMapOvr>
</p:sld>
</file>

<file path=ppt/slides/slide8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0733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Acredita, entrega, da confia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Neste nosso louco sonhar!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Desafiar o desafio e serás capaz?!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398302"/>
      </p:ext>
    </p:extLst>
  </p:cSld>
  <p:clrMapOvr>
    <a:masterClrMapping/>
  </p:clrMapOvr>
</p:sld>
</file>

<file path=ppt/slides/slide8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08672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Um milénio nas mãos, este é o nosso momento.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Um milénio nas mãos, </a:t>
            </a:r>
            <a:r>
              <a:rPr lang="pt-PT" sz="3200" b="1" i="1" dirty="0" err="1">
                <a:latin typeface="Abadi Extra Light" panose="020B0204020104020204" pitchFamily="34" charset="0"/>
              </a:rPr>
              <a:t>oooh</a:t>
            </a: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3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Há um sorriso no ar, uma esperança cá dentro…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200" b="1" i="1" dirty="0">
                <a:latin typeface="Abadi Extra Light" panose="020B0204020104020204" pitchFamily="34" charset="0"/>
              </a:rPr>
              <a:t>… Este é o nosso momento!</a:t>
            </a:r>
            <a:endParaRPr lang="pt-PT" sz="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518839"/>
      </p:ext>
    </p:extLst>
  </p:cSld>
  <p:clrMapOvr>
    <a:masterClrMapping/>
  </p:clrMapOvr>
</p:sld>
</file>

<file path=ppt/slides/slide8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5607508"/>
      </p:ext>
    </p:extLst>
  </p:cSld>
  <p:clrMapOvr>
    <a:masterClrMapping/>
  </p:clrMapOvr>
</p:sld>
</file>

<file path=ppt/slides/slide8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Um quadro melhor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9801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Sou como sou, para ser feliz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Eu tenho um plano de amor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Mas alguém me diz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eu devo dar e eu dou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Eu tenho um amigo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sempre me amou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É Cristo meu Deus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dirty="0">
                <a:latin typeface="Abadi Extra Light" panose="020B0204020104020204" pitchFamily="34" charset="0"/>
              </a:rPr>
              <a:t>Que para amar me criou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1929812"/>
      </p:ext>
    </p:extLst>
  </p:cSld>
  <p:clrMapOvr>
    <a:masterClrMapping/>
  </p:clrMapOvr>
</p:sld>
</file>

<file path=ppt/slides/slide8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34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sua palavra é a base da fé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Ao homem deu tudo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própria vida até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diz que é preciso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nossa transformação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a paz no mundo...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426307"/>
      </p:ext>
    </p:extLst>
  </p:cSld>
  <p:clrMapOvr>
    <a:masterClrMapping/>
  </p:clrMapOvr>
</p:sld>
</file>

<file path=ppt/slides/slide8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Escuta bem meu irmão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Nem tudo é tristeza,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Tens um mundo inteiro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Cheio de cor,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Só necessito que saibas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Espalhar o amor...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1798652"/>
      </p:ext>
    </p:extLst>
  </p:cSld>
  <p:clrMapOvr>
    <a:masterClrMapping/>
  </p:clrMapOvr>
</p:sld>
</file>

<file path=ppt/slides/slide8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2169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Tristezas são o que são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Mas são tela em branco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Tens as tintas e os pincéis na mão,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Para pintares nesta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Um quadro melhor.</a:t>
            </a:r>
          </a:p>
          <a:p>
            <a:pPr marL="0" indent="0" algn="ctr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901163"/>
      </p:ext>
    </p:extLst>
  </p:cSld>
  <p:clrMapOvr>
    <a:masterClrMapping/>
  </p:clrMapOvr>
</p:sld>
</file>

<file path=ppt/slides/slide8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1623076"/>
      </p:ext>
    </p:extLst>
  </p:cSld>
  <p:clrMapOvr>
    <a:masterClrMapping/>
  </p:clrMapOvr>
</p:sld>
</file>

<file path=ppt/slides/slide8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Vamos todos com Maria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9377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Sois a semente que há-de crescer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Sois a estrela que há-de brilhar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Sois o fermento do pão divinal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Luzeiro para iluminar.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37599520"/>
      </p:ext>
    </p:extLst>
  </p:cSld>
  <p:clrMapOvr>
    <a:masterClrMapping/>
  </p:clrMapOvr>
</p:sld>
</file>

<file path=ppt/slides/slide8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266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chama que há-de aquecer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Resplendor de Fé e Verdade.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Pastora que há-de guiar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mundo por sendas de Paz.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64032913"/>
      </p:ext>
    </p:extLst>
  </p:cSld>
  <p:clrMapOvr>
    <a:masterClrMapping/>
  </p:clrMapOvr>
</p:sld>
</file>

<file path=ppt/slides/slide8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Vamos todos com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Comungar o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D’Ela nos veio a verdade,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O perdão e 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Ide amigos proclamá-La,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Boa mãe imaculada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Estará sempre connosco: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Como terna e boa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818883"/>
      </p:ext>
    </p:extLst>
  </p:cSld>
  <p:clrMapOvr>
    <a:masterClrMapping/>
  </p:clrMapOvr>
</p:sld>
</file>

<file path=ppt/slides/slide8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1209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aurora que traz novo dia,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espiga que o grão vai encher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o agulhão e carícia, à vez,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prece que eu vou rezar.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18301288"/>
      </p:ext>
    </p:extLst>
  </p:cSld>
  <p:clrMapOvr>
    <a:masterClrMapping/>
  </p:clrMapOvr>
</p:sld>
</file>

<file path=ppt/slides/slide8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491" y="112024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a Eleita que Deus escolheu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Palavra que vou proclamar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Sois o Reino Novo que vai espalhar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Justiça, Amor e Verdade.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78325742"/>
      </p:ext>
    </p:extLst>
  </p:cSld>
  <p:clrMapOvr>
    <a:masterClrMapping/>
  </p:clrMapOvr>
</p:sld>
</file>

<file path=ppt/slides/slide8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Vamos todos com Maria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Comungar o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D’Ela nos veio a verdade,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O perdão e 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Ide amigos proclamá-La,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Boa mãe imaculada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Estará sempre connosco: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b="1" i="1" dirty="0">
                <a:latin typeface="Abadi Extra Light" panose="020B0204020104020204" pitchFamily="34" charset="0"/>
              </a:rPr>
              <a:t>Como terna e boa Mãe.</a:t>
            </a:r>
          </a:p>
          <a:p>
            <a:pPr marL="0" indent="0" algn="ctr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832825"/>
      </p:ext>
    </p:extLst>
  </p:cSld>
  <p:clrMapOvr>
    <a:masterClrMapping/>
  </p:clrMapOvr>
</p:sld>
</file>

<file path=ppt/slides/slide8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7097245"/>
      </p:ext>
    </p:extLst>
  </p:cSld>
  <p:clrMapOvr>
    <a:masterClrMapping/>
  </p:clrMapOvr>
</p:sld>
</file>

<file path=ppt/slides/slide8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Vasos de barro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35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Nós não nos pregamos a nós, mas ao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apenas o fazemos por Seu Amor.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Das trevas, resplandece a Luz, disse Deus,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foi Ele quem brilhou no coração dos seus.</a:t>
            </a: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57292609"/>
      </p:ext>
    </p:extLst>
  </p:cSld>
  <p:clrMapOvr>
    <a:masterClrMapping/>
  </p:clrMapOvr>
</p:sld>
</file>

<file path=ppt/slides/slide8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627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Trazemos, porém,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este Tesouro em vasos de barro,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Para que se possa ver vir de Deus esse poder.</a:t>
            </a: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0180640"/>
      </p:ext>
    </p:extLst>
  </p:cSld>
  <p:clrMapOvr>
    <a:masterClrMapping/>
  </p:clrMapOvr>
</p:sld>
</file>

<file path=ppt/slides/slide8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4734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tudo somos atribulados e perseguidos,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não desamparados e nunca vencidos.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No nosso corpo levamos, sem cessar,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morte de Jesus, p'ra Sua Vida manifestar.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640590"/>
      </p:ext>
    </p:extLst>
  </p:cSld>
  <p:clrMapOvr>
    <a:masterClrMapping/>
  </p:clrMapOvr>
</p:sld>
</file>

<file path=ppt/slides/slide8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627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Trazemos, porém,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este Tesouro em vasos de barro,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Para que se possa ver vir de Deus esse poder.</a:t>
            </a: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6296570"/>
      </p:ext>
    </p:extLst>
  </p:cSld>
  <p:clrMapOvr>
    <a:masterClrMapping/>
  </p:clrMapOvr>
</p:sld>
</file>

<file path=ppt/slides/slide8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35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Sabemos que Aquele que O ressuscitou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também ressuscitará aqueles para quem olhou.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assim, jamais iremos perder a alegria.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Grande é o peso da Glória que nos espera um dia.</a:t>
            </a: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486137"/>
      </p:ext>
    </p:extLst>
  </p:cSld>
  <p:clrMapOvr>
    <a:masterClrMapping/>
  </p:clrMapOvr>
</p:sld>
</file>

<file path=ppt/slides/slide8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16276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Trazemos, porém,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este Tesouro em vasos de barro,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6000" b="1" i="1" dirty="0">
                <a:latin typeface="Abadi Extra Light" panose="020B0204020104020204" pitchFamily="34" charset="0"/>
              </a:rPr>
              <a:t>Para que se possa ver vir de Deus esse poder.</a:t>
            </a: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89229"/>
      </p:ext>
    </p:extLst>
  </p:cSld>
  <p:clrMapOvr>
    <a:masterClrMapping/>
  </p:clrMapOvr>
</p:sld>
</file>

<file path=ppt/slides/slide8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4003493"/>
      </p:ext>
    </p:extLst>
  </p:cSld>
  <p:clrMapOvr>
    <a:masterClrMapping/>
  </p:clrMapOvr>
</p:sld>
</file>

<file path=ppt/slides/slide8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Vede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3194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Vede Senhor, quanta gente.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Nunca ouviu falar de Vós;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Quanta gente não sabe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deve amar alguém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Senhor, aceita-nos assim!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896758"/>
      </p:ext>
    </p:extLst>
  </p:cSld>
  <p:clrMapOvr>
    <a:masterClrMapping/>
  </p:clrMapOvr>
</p:sld>
</file>

<file path=ppt/slides/slide8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299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Vede Senhor, nós chegamos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Prontos a dar o que temos,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 vida alegre ou triste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O amor que em nós existe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Senhor, aceita-nos assim!</a:t>
            </a:r>
            <a:endParaRPr lang="pt-PT" sz="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392177"/>
      </p:ext>
    </p:extLst>
  </p:cSld>
  <p:clrMapOvr>
    <a:masterClrMapping/>
  </p:clrMapOvr>
</p:sld>
</file>

<file path=ppt/slides/slide8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299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Vede Senhor, nós queremos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Ser instrumentos do teu reino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Espalhar a paz, o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Alegria esperança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Senhor, ajuda-nos a ser!</a:t>
            </a:r>
            <a:endParaRPr lang="pt-PT" sz="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5652448"/>
      </p:ext>
    </p:extLst>
  </p:cSld>
  <p:clrMapOvr>
    <a:masterClrMapping/>
  </p:clrMapOvr>
</p:sld>
</file>

<file path=ppt/slides/slide8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4063746"/>
      </p:ext>
    </p:extLst>
  </p:cSld>
  <p:clrMapOvr>
    <a:masterClrMapping/>
  </p:clrMapOvr>
</p:sld>
</file>

<file path=ppt/slides/slide8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daí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0276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Quando as trevas se dissiparam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Quando amanheceu o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O Homem feliz, vivia sem 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Quando depois a escuridão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Tornou a noite solidão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Abadi Extra Light" panose="020B0204020104020204" pitchFamily="34" charset="0"/>
              </a:rPr>
              <a:t>E o Homem sofria sem o seu Senhor</a:t>
            </a:r>
            <a:endParaRPr lang="pt-PT" sz="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3121801"/>
      </p:ext>
    </p:extLst>
  </p:cSld>
  <p:clrMapOvr>
    <a:masterClrMapping/>
  </p:clrMapOvr>
</p:sld>
</file>

<file path=ppt/slides/slide8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7676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chama, é Deus que te ama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O Deus que os Homens precisam de olhar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6562812"/>
      </p:ext>
    </p:extLst>
  </p:cSld>
  <p:clrMapOvr>
    <a:masterClrMapping/>
  </p:clrMapOvr>
</p:sld>
</file>

<file path=ppt/slides/slide8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119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manda pelo mundo inteiro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o sal da terra, luz sempre a brilhar</a:t>
            </a: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4769517"/>
      </p:ext>
    </p:extLst>
  </p:cSld>
  <p:clrMapOvr>
    <a:masterClrMapping/>
  </p:clrMapOvr>
</p:sld>
</file>

<file path=ppt/slides/slide8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1652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Quando apareceu Jesus,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quando Ele se fez pão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Alguns entenderam e deram as mãos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Houve porém quem cheio de si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Virasse as costas à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Ao Deus da História, à eternidade</a:t>
            </a:r>
          </a:p>
          <a:p>
            <a:pPr marL="0" indent="0">
              <a:buNone/>
            </a:pPr>
            <a:endParaRPr lang="pt-PT" sz="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717691"/>
      </p:ext>
    </p:extLst>
  </p:cSld>
  <p:clrMapOvr>
    <a:masterClrMapping/>
  </p:clrMapOvr>
</p:sld>
</file>

<file path=ppt/slides/slide8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7676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chama, é Deus que te ama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O Deus que os Homens precisam de olhar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54882"/>
      </p:ext>
    </p:extLst>
  </p:cSld>
  <p:clrMapOvr>
    <a:masterClrMapping/>
  </p:clrMapOvr>
</p:sld>
</file>

<file path=ppt/slides/slide8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119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manda pelo mundo inteiro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o sal da terra, luz sempre a brilhar</a:t>
            </a: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81311"/>
      </p:ext>
    </p:extLst>
  </p:cSld>
  <p:clrMapOvr>
    <a:masterClrMapping/>
  </p:clrMapOvr>
</p:sld>
</file>

<file path=ppt/slides/slide8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Estás aqui tu que acreditaste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Naquela Cruz, naquela hora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Também tu, agora, te queres ir embora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O mundo porém precisa de ti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Dos jovens que hoje se querem dar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E a toda a gente Cristo anunciar</a:t>
            </a:r>
            <a:endParaRPr lang="pt-PT" sz="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954299"/>
      </p:ext>
    </p:extLst>
  </p:cSld>
  <p:clrMapOvr>
    <a:masterClrMapping/>
  </p:clrMapOvr>
</p:sld>
</file>

<file path=ppt/slides/slide8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876763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chama, é Deus que te ama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O Deus que os Homens precisam de olhar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2935545"/>
      </p:ext>
    </p:extLst>
  </p:cSld>
  <p:clrMapOvr>
    <a:masterClrMapping/>
  </p:clrMapOvr>
</p:sld>
</file>

<file path=ppt/slides/slide8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911931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Vem daí, vem daí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 Deus que te manda pelo mundo inteiro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400" b="1" i="1" dirty="0">
                <a:latin typeface="Abadi Extra Light" panose="020B0204020104020204" pitchFamily="34" charset="0"/>
              </a:rPr>
              <a:t>És o sal da terra, luz sempre a brilhar</a:t>
            </a:r>
          </a:p>
          <a:p>
            <a:pPr marL="0" indent="0">
              <a:buNone/>
            </a:pPr>
            <a:endParaRPr lang="pt-PT" sz="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7076770"/>
      </p:ext>
    </p:extLst>
  </p:cSld>
  <p:clrMapOvr>
    <a:masterClrMapping/>
  </p:clrMapOvr>
</p:sld>
</file>

<file path=ppt/slides/slide8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195967"/>
      </p:ext>
    </p:extLst>
  </p:cSld>
  <p:clrMapOvr>
    <a:masterClrMapping/>
  </p:clrMapOvr>
</p:sld>
</file>

<file path=ppt/slides/slide8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espírito de amor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866" y="141899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O amor que o Espírito me dá,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A força que tem p’ra mudar.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Quando me afasto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ensina-me a caminhar.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A minha vida nas mãos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0000" dirty="0">
                <a:latin typeface="Abadi Extra Light" panose="020B0204020104020204" pitchFamily="34" charset="0"/>
              </a:rPr>
              <a:t>de Deus quer ficar.</a:t>
            </a: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99846340"/>
      </p:ext>
    </p:extLst>
  </p:cSld>
  <p:clrMapOvr>
    <a:masterClrMapping/>
  </p:clrMapOvr>
</p:sld>
</file>

<file path=ppt/slides/slide8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413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Sol da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Quantas vezes me senti perdido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Cego na escuridão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Sem encontrar um caminho…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433998"/>
      </p:ext>
    </p:extLst>
  </p:cSld>
  <p:clrMapOvr>
    <a:masterClrMapping/>
  </p:clrMapOvr>
</p:sld>
</file>

<file path=ppt/slides/slide8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Espírito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Ilumina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encher de calor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esta alma sofrida.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081235"/>
      </p:ext>
    </p:extLst>
  </p:cSld>
  <p:clrMapOvr>
    <a:masterClrMapping/>
  </p:clrMapOvr>
</p:sld>
</file>

<file path=ppt/slides/slide8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060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 amor que desceu do céu,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 como falar de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Sem medo, sem vergonha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Eu quero gritar.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Senhor meu Deus, a ti sempre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Quero amar!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4325907"/>
      </p:ext>
    </p:extLst>
  </p:cSld>
  <p:clrMapOvr>
    <a:masterClrMapping/>
  </p:clrMapOvr>
</p:sld>
</file>

<file path=ppt/slides/slide8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34131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Sinto a Tua força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Enches-me com a Tua paz,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Sei que estou seguro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 sempre me guiarás…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2952631"/>
      </p:ext>
    </p:extLst>
  </p:cSld>
  <p:clrMapOvr>
    <a:masterClrMapping/>
  </p:clrMapOvr>
</p:sld>
</file>

<file path=ppt/slides/slide8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Espírito de amor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Ilumina a minha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encher de calor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esta alma sofrida.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7498189"/>
      </p:ext>
    </p:extLst>
  </p:cSld>
  <p:clrMapOvr>
    <a:masterClrMapping/>
  </p:clrMapOvr>
</p:sld>
</file>

<file path=ppt/slides/slide8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7211279"/>
      </p:ext>
    </p:extLst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Espírito Santo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64588"/>
            <a:ext cx="9233807" cy="4363006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704550"/>
      </p:ext>
    </p:extLst>
  </p:cSld>
  <p:clrMapOvr>
    <a:masterClrMapping/>
  </p:clrMapOvr>
</p:sld>
</file>

<file path=ppt/slides/slide9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84706"/>
            <a:ext cx="9233807" cy="524582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Ilumina-nos e guia-nos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Converte-nos e alegra-nos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6965406"/>
      </p:ext>
    </p:extLst>
  </p:cSld>
  <p:clrMapOvr>
    <a:masterClrMapping/>
  </p:clrMapOvr>
</p:sld>
</file>

<file path=ppt/slides/slide9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84706"/>
            <a:ext cx="9233807" cy="524582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Inflama-nos, transforma-nos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Inspira-nos, alenta-nos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8381732"/>
      </p:ext>
    </p:extLst>
  </p:cSld>
  <p:clrMapOvr>
    <a:masterClrMapping/>
  </p:clrMapOvr>
</p:sld>
</file>

<file path=ppt/slides/slide9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584706"/>
            <a:ext cx="9233807" cy="5245822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Visita-nos, consola-nos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Confirma-nos e salva-nos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Vem Espírito Santo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987997"/>
      </p:ext>
    </p:extLst>
  </p:cSld>
  <p:clrMapOvr>
    <a:masterClrMapping/>
  </p:clrMapOvr>
</p:sld>
</file>

<file path=ppt/slides/slide9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00037"/>
      </p:ext>
    </p:extLst>
  </p:cSld>
  <p:clrMapOvr>
    <a:masterClrMapping/>
  </p:clrMapOvr>
</p:sld>
</file>

<file path=ppt/slides/slide9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e verás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 é possível 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Que amar não é uma utopia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E que podes ser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Vem e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Um amor que é diferente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Lança-te e sê valente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O melhor encontrarás!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185616"/>
      </p:ext>
    </p:extLst>
  </p:cSld>
  <p:clrMapOvr>
    <a:masterClrMapping/>
  </p:clrMapOvr>
</p:sld>
</file>

<file path=ppt/slides/slide9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Tu que buscas a verdade,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dê um sentido à vida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Já cansado de viver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Na mentira.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Necessitas ser tu próprio,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Lança-te tal como és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Há alguém que te conhece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assim te ama.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81248"/>
      </p:ext>
    </p:extLst>
  </p:cSld>
  <p:clrMapOvr>
    <a:masterClrMapping/>
  </p:clrMapOvr>
</p:sld>
</file>

<file path=ppt/slides/slide9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14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 é possível a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Que amar não é uma utopia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 que podes ser feliz!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Vem e verás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Um amor que é diferente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Lança-te e sê valente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O melhor encontrarás!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5423715"/>
      </p:ext>
    </p:extLst>
  </p:cSld>
  <p:clrMapOvr>
    <a:masterClrMapping/>
  </p:clrMapOvr>
</p:sld>
</file>

<file path=ppt/slides/slide9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833341"/>
      </p:ext>
    </p:extLst>
  </p:cSld>
  <p:clrMapOvr>
    <a:masterClrMapping/>
  </p:clrMapOvr>
</p:sld>
</file>

<file path=ppt/slides/slide9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Vem viver em nós,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0391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Vem viver em nós,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Vem viver em nós (x2)</a:t>
            </a: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997500"/>
      </p:ext>
    </p:extLst>
  </p:cSld>
  <p:clrMapOvr>
    <a:masterClrMapping/>
  </p:clrMapOvr>
</p:sld>
</file>

<file path=ppt/slides/slide9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1668596"/>
      </p:ext>
    </p:extLst>
  </p:cSld>
  <p:clrMapOvr>
    <a:masterClrMapping/>
  </p:clrMapOvr>
</p:sld>
</file>

<file path=ppt/slides/slide9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Via de amor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Via 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És Tu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 pão do céu,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nos transforma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Em Ti. (x2)</a:t>
            </a: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767931"/>
      </p:ext>
    </p:extLst>
  </p:cSld>
  <p:clrMapOvr>
    <a:masterClrMapping/>
  </p:clrMapOvr>
</p:sld>
</file>

<file path=ppt/slides/slide9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Não, não estamos sós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Sobre a terra.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Pois Tu ficaste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Entre nós, para nos saciar.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És pão da vida,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Inflamas com o Teu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Toda a humanidade.</a:t>
            </a:r>
            <a:endParaRPr lang="pt-PT" sz="9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394128"/>
      </p:ext>
    </p:extLst>
  </p:cSld>
  <p:clrMapOvr>
    <a:masterClrMapping/>
  </p:clrMapOvr>
</p:sld>
</file>

<file path=ppt/slides/slide9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14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Via 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És Tu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O pão do céu,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nos transforma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Em Ti.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5409251"/>
      </p:ext>
    </p:extLst>
  </p:cSld>
  <p:clrMapOvr>
    <a:masterClrMapping/>
  </p:clrMapOvr>
</p:sld>
</file>

<file path=ppt/slides/slide9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400" dirty="0">
                <a:latin typeface="Abadi Extra Light" panose="020B0204020104020204" pitchFamily="34" charset="0"/>
              </a:rPr>
              <a:t>Sim temos o céu 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Já nesta terra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Pois Tu ficaste entre nós 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Mas nos levas contigo.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Para a Tua casa, 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Onde viveremos junto a Ti</a:t>
            </a:r>
            <a:br>
              <a:rPr lang="pt-PT" sz="5400" dirty="0">
                <a:latin typeface="Abadi Extra Light" panose="020B0204020104020204" pitchFamily="34" charset="0"/>
              </a:rPr>
            </a:br>
            <a:r>
              <a:rPr lang="pt-PT" sz="5400" dirty="0">
                <a:latin typeface="Abadi Extra Light" panose="020B0204020104020204" pitchFamily="34" charset="0"/>
              </a:rPr>
              <a:t>Toda a eternidade.</a:t>
            </a:r>
            <a:endParaRPr lang="pt-PT" sz="8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5877016"/>
      </p:ext>
    </p:extLst>
  </p:cSld>
  <p:clrMapOvr>
    <a:masterClrMapping/>
  </p:clrMapOvr>
</p:sld>
</file>

<file path=ppt/slides/slide9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14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Via 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És Tu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O pão do céu,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nos transforma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Em Ti.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234091"/>
      </p:ext>
    </p:extLst>
  </p:cSld>
  <p:clrMapOvr>
    <a:masterClrMapping/>
  </p:clrMapOvr>
</p:sld>
</file>

<file path=ppt/slides/slide9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2141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a sombra da morte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Não nos faz medo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Pois Tu ficaste entre nós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E quem vive de Ti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Vive para sempre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És Deus connosco 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És Deus p’ra nós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És Deus que está em nós</a:t>
            </a: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340181"/>
      </p:ext>
    </p:extLst>
  </p:cSld>
  <p:clrMapOvr>
    <a:masterClrMapping/>
  </p:clrMapOvr>
</p:sld>
</file>

<file path=ppt/slides/slide9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3314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Via de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És Tu Jesus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O pão do céu,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Que nos transforma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Em Ti.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364103"/>
      </p:ext>
    </p:extLst>
  </p:cSld>
  <p:clrMapOvr>
    <a:masterClrMapping/>
  </p:clrMapOvr>
</p:sld>
</file>

<file path=ppt/slides/slide9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5360634"/>
      </p:ext>
    </p:extLst>
  </p:cSld>
  <p:clrMapOvr>
    <a:masterClrMapping/>
  </p:clrMapOvr>
</p:sld>
</file>

<file path=ppt/slides/slide9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Vim aqui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1015" y="1783828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aqui ó virgem mãe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Sem saber o que dizer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Eu olhava a Tua imagem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a conseguia ver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95479051"/>
      </p:ext>
    </p:extLst>
  </p:cSld>
  <p:clrMapOvr>
    <a:masterClrMapping/>
  </p:clrMapOvr>
</p:sld>
</file>

<file path=ppt/slides/slide9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7874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Sentei-me e assim fiquei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silêncio a pensar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Senti descer, ó Mãe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Sobre mim,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Foi então que eu comecei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alegria a rezar</a:t>
            </a: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316758"/>
      </p:ext>
    </p:extLst>
  </p:cSld>
  <p:clrMapOvr>
    <a:masterClrMapping/>
  </p:clrMapOvr>
</p:sld>
</file>

<file path=ppt/slides/slide9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421489"/>
      </p:ext>
    </p:extLst>
  </p:cSld>
  <p:clrMapOvr>
    <a:masterClrMapping/>
  </p:clrMapOvr>
</p:sld>
</file>

<file path=ppt/slides/slide9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Vim buscar-te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59701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Num papel vazio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Corre o mundo pela minha mão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um fio de tinta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Olha o sol na escuridão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Há lugares mágicos no meu infinito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Onde te vou buscar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26123116"/>
      </p:ext>
    </p:extLst>
  </p:cSld>
  <p:clrMapOvr>
    <a:masterClrMapping/>
  </p:clrMapOvr>
</p:sld>
</file>

<file path=ppt/slides/slide9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as palavras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vida, os teus poemas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as memórias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Vamos fazer cantigas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imagens, imaginação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P’ra este lugar onde mora a magia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412487"/>
      </p:ext>
    </p:extLst>
  </p:cSld>
  <p:clrMapOvr>
    <a:masterClrMapping/>
  </p:clrMapOvr>
</p:sld>
</file>

<file path=ppt/slides/slide9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Por sítios que não vêm no mapa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Pelas horas que aumentam a alma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São dois eus e eu cresço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Os meus sonhos são… reais</a:t>
            </a:r>
            <a:endParaRPr lang="pt-PT" sz="2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3905658"/>
      </p:ext>
    </p:extLst>
  </p:cSld>
  <p:clrMapOvr>
    <a:masterClrMapping/>
  </p:clrMapOvr>
</p:sld>
</file>

<file path=ppt/slides/slide9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buscar-te, em sonhos reais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buscar-te</a:t>
            </a:r>
            <a:endParaRPr lang="pt-PT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1118745"/>
      </p:ext>
    </p:extLst>
  </p:cSld>
  <p:clrMapOvr>
    <a:masterClrMapping/>
  </p:clrMapOvr>
</p:sld>
</file>

<file path=ppt/slides/slide9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as palavras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A vida, os teus poemas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as memórias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Vamos fazer cantigas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Traz imagens, imaginação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Este lugar tem outras saídas</a:t>
            </a: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170109"/>
      </p:ext>
    </p:extLst>
  </p:cSld>
  <p:clrMapOvr>
    <a:masterClrMapping/>
  </p:clrMapOvr>
</p:sld>
</file>

<file path=ppt/slides/slide9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74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Por sítios que não vêm no mapa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Pelas horas que aumentam a alma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São dois eus e eu cresço 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Os meus sonhos são… reais</a:t>
            </a:r>
            <a:endParaRPr lang="pt-PT" sz="2000" b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297684"/>
      </p:ext>
    </p:extLst>
  </p:cSld>
  <p:clrMapOvr>
    <a:masterClrMapping/>
  </p:clrMapOvr>
</p:sld>
</file>

<file path=ppt/slides/slide9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buscar-te, em sonhos reais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Vim buscar-te, em dias reais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vidas reais</a:t>
            </a:r>
            <a:endParaRPr lang="pt-PT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1963940"/>
      </p:ext>
    </p:extLst>
  </p:cSld>
  <p:clrMapOvr>
    <a:masterClrMapping/>
  </p:clrMapOvr>
</p:sld>
</file>

<file path=ppt/slides/slide9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6576608"/>
      </p:ext>
    </p:extLst>
  </p:cSld>
  <p:clrMapOvr>
    <a:masterClrMapping/>
  </p:clrMapOvr>
</p:sld>
</file>

<file path=ppt/slides/slide9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Vinde e Louvai-O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49499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e Louvai-O (X3)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e Louvai o Senhor!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5536734"/>
      </p:ext>
    </p:extLst>
  </p:cSld>
  <p:clrMapOvr>
    <a:masterClrMapping/>
  </p:clrMapOvr>
</p:sld>
</file>

<file path=ppt/slides/slide9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Jesus é nosso Salvador,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Morreu na cruz por nosso Amor,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Louvai-O (X3)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 o Senhor!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430912"/>
      </p:ext>
    </p:extLst>
  </p:cSld>
  <p:clrMapOvr>
    <a:masterClrMapping/>
  </p:clrMapOvr>
</p:sld>
</file>

<file path=ppt/slides/slide9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Jesus está vivo em ti e em mim,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Sua luz brilhará sem fim,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Louvai-O (X3)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 o Senhor!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077932"/>
      </p:ext>
    </p:extLst>
  </p:cSld>
  <p:clrMapOvr>
    <a:masterClrMapping/>
  </p:clrMapOvr>
</p:sld>
</file>

<file path=ppt/slides/slide9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932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Seu Amor Ele nos criou,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 Reino do Pai nos revelou,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Vinde, vinde e louvai-O!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Louvai-O (X3)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Vinde e Louvai o Senhor! 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0021854"/>
      </p:ext>
    </p:extLst>
  </p:cSld>
  <p:clrMapOvr>
    <a:masterClrMapping/>
  </p:clrMapOvr>
</p:sld>
</file>

<file path=ppt/slides/slide9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483626"/>
      </p:ext>
    </p:extLst>
  </p:cSld>
  <p:clrMapOvr>
    <a:masterClrMapping/>
  </p:clrMapOvr>
</p:sld>
</file>

<file path=ppt/slides/slide9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Vinde louvar o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17990" y="174774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louvar o Senhor: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Palavra de vida que nos salva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Boa nova de amor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126675"/>
      </p:ext>
    </p:extLst>
  </p:cSld>
  <p:clrMapOvr>
    <a:masterClrMapping/>
  </p:clrMapOvr>
</p:sld>
</file>

<file path=ppt/slides/slide9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Escutaremos a tua voz,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Na tua presença dando graças ao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Ao som de instrumentos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Cantando o teu louvor</a:t>
            </a:r>
            <a:endParaRPr lang="pt-PT" dirty="0"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433849"/>
      </p:ext>
    </p:extLst>
  </p:cSld>
  <p:clrMapOvr>
    <a:masterClrMapping/>
  </p:clrMapOvr>
</p:sld>
</file>

<file path=ppt/slides/slide9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79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louvar o Senhor: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Palavra de vida que nos salva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Boa nova de amor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206540"/>
      </p:ext>
    </p:extLst>
  </p:cSld>
  <p:clrMapOvr>
    <a:masterClrMapping/>
  </p:clrMapOvr>
</p:sld>
</file>

<file path=ppt/slides/slide9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Bendiremos a tua obra,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Das tuas mãos nasceu a vida,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humanidade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Somos o teu povo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Cantando o Teu louvor</a:t>
            </a:r>
          </a:p>
        </p:txBody>
      </p:sp>
    </p:spTree>
    <p:extLst>
      <p:ext uri="{BB962C8B-B14F-4D97-AF65-F5344CB8AC3E}">
        <p14:creationId xmlns:p14="http://schemas.microsoft.com/office/powerpoint/2010/main" val="3689674036"/>
      </p:ext>
    </p:extLst>
  </p:cSld>
  <p:clrMapOvr>
    <a:masterClrMapping/>
  </p:clrMapOvr>
</p:sld>
</file>

<file path=ppt/slides/slide9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79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louvar o Senhor: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Palavra de vida que nos salva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Boa nova de amor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714722"/>
      </p:ext>
    </p:extLst>
  </p:cSld>
  <p:clrMapOvr>
    <a:masterClrMapping/>
  </p:clrMapOvr>
</p:sld>
</file>

<file path=ppt/slides/slide9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Viveremos a tua paz,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Semeando a palavra, teu nome,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tua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sal e luz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Cantando o teu louvor</a:t>
            </a:r>
          </a:p>
        </p:txBody>
      </p:sp>
    </p:spTree>
    <p:extLst>
      <p:ext uri="{BB962C8B-B14F-4D97-AF65-F5344CB8AC3E}">
        <p14:creationId xmlns:p14="http://schemas.microsoft.com/office/powerpoint/2010/main" val="1572938298"/>
      </p:ext>
    </p:extLst>
  </p:cSld>
  <p:clrMapOvr>
    <a:masterClrMapping/>
  </p:clrMapOvr>
</p:sld>
</file>

<file path=ppt/slides/slide9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791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Vinde louvar o Senhor: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Palavra de vida que nos salva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b="1" i="1" dirty="0">
                <a:latin typeface="Abadi Extra Light" panose="020B0204020104020204" pitchFamily="34" charset="0"/>
              </a:rPr>
              <a:t>Boa nova de amor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8785739"/>
      </p:ext>
    </p:extLst>
  </p:cSld>
  <p:clrMapOvr>
    <a:masterClrMapping/>
  </p:clrMapOvr>
</p:sld>
</file>

<file path=ppt/slides/slide9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0239636"/>
      </p:ext>
    </p:extLst>
  </p:cSld>
  <p:clrMapOvr>
    <a:masterClrMapping/>
  </p:clrMapOvr>
</p:sld>
</file>

<file path=ppt/slides/slide9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Viver a vida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180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a vida na alegria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na dor de cada dia: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isto que Deus espera de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Viver a vida mergulhado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No amor é o teu destino: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É isto que Deus espera de ti.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3456652"/>
      </p:ext>
    </p:extLst>
  </p:cSld>
  <p:clrMapOvr>
    <a:masterClrMapping/>
  </p:clrMapOvr>
</p:sld>
</file>

<file path=ppt/slides/slide9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1039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Percorrer com outros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Esta estrada para Deus...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Caminhando juntos lado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  a lado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verás então um céu azul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Dentro de ti...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Um rasto de luz seguir-te-á.</a:t>
            </a:r>
            <a:endParaRPr lang="pt-PT" sz="11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3797194"/>
      </p:ext>
    </p:extLst>
  </p:cSld>
  <p:clrMapOvr>
    <a:masterClrMapping/>
  </p:clrMapOvr>
</p:sld>
</file>

<file path=ppt/slides/slide9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625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Viver a vida na alegria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na dor de cada dia: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isto que Deus espera de ti.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Viver a vida mergulhado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No amor é o teu destino: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É isto que Deus espera de ti.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04542"/>
      </p:ext>
    </p:extLst>
  </p:cSld>
  <p:clrMapOvr>
    <a:masterClrMapping/>
  </p:clrMapOvr>
</p:sld>
</file>

<file path=ppt/slides/slide9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4573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Viver para que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Ao mundo volte a unidade,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Porque Deus habita em cada um...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verás então um céu azul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Dentro de ti...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Um rasto de luz seguir-te-á.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Um rasto de luz seguir-te-á.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4978018"/>
      </p:ext>
    </p:extLst>
  </p:cSld>
  <p:clrMapOvr>
    <a:masterClrMapping/>
  </p:clrMapOvr>
</p:sld>
</file>

<file path=ppt/slides/slide9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1471105"/>
      </p:ext>
    </p:extLst>
  </p:cSld>
  <p:clrMapOvr>
    <a:masterClrMapping/>
  </p:clrMapOvr>
</p:sld>
</file>

<file path=ppt/slides/slide9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Voa a grande altitude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Não fiques na praia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 o barco amarrado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medo do mar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Tudo aqui é miragem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Mas na outra margem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Alguém a esperar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75A14B-AC9E-4FE3-86BB-D44C6E4F6072}"/>
              </a:ext>
            </a:extLst>
          </p:cNvPr>
          <p:cNvSpPr txBox="1"/>
          <p:nvPr/>
        </p:nvSpPr>
        <p:spPr>
          <a:xfrm>
            <a:off x="4070838" y="3050931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43293515"/>
      </p:ext>
    </p:extLst>
  </p:cSld>
  <p:clrMapOvr>
    <a:masterClrMapping/>
  </p:clrMapOvr>
</p:sld>
</file>

<file path=ppt/slides/slide9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950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Como onda que morre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Sozinha na praia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Não fiques brincando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No mar confiante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Ensina o teu canto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De ave voando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241404"/>
      </p:ext>
    </p:extLst>
  </p:cSld>
  <p:clrMapOvr>
    <a:masterClrMapping/>
  </p:clrMapOvr>
</p:sld>
</file>

<file path=ppt/slides/slide9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625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Voa bem mais alto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Livre sem alforge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Sem prata nem ouro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Amando este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Esta vida que é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esconde o tesouro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7461247"/>
      </p:ext>
    </p:extLst>
  </p:cSld>
  <p:clrMapOvr>
    <a:masterClrMapping/>
  </p:clrMapOvr>
</p:sld>
</file>

<file path=ppt/slides/slide9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950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Ninguém te ensinou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Mas no fundo tu sentes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Asas para voar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Nem que o céu se tolde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 as nuvens impeçam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Tu não vais parar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049414"/>
      </p:ext>
    </p:extLst>
  </p:cSld>
  <p:clrMapOvr>
    <a:masterClrMapping/>
  </p:clrMapOvr>
</p:sld>
</file>

<file path=ppt/slides/slide9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29503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Há gente vivendo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Tranquila e contente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Como eu já vivi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És águia diferente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Céu azul cinzento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Foi feito p’ra ti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214868"/>
      </p:ext>
    </p:extLst>
  </p:cSld>
  <p:clrMapOvr>
    <a:masterClrMapping/>
  </p:clrMapOvr>
</p:sld>
</file>

<file path=ppt/slides/slide9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625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Voa bem mais alto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Livre sem alforge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Sem prata nem ouro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Amando este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Esta vida que é campo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esconde o tesouro (x2)</a:t>
            </a:r>
          </a:p>
          <a:p>
            <a:pPr marL="0" indent="0" algn="ctr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3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14974"/>
      </p:ext>
    </p:extLst>
  </p:cSld>
  <p:clrMapOvr>
    <a:masterClrMapping/>
  </p:clrMapOvr>
</p:sld>
</file>

<file path=ppt/slides/slide9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1145493"/>
      </p:ext>
    </p:extLst>
  </p:cSld>
  <p:clrMapOvr>
    <a:masterClrMapping/>
  </p:clrMapOvr>
</p:sld>
</file>

<file path=ppt/slides/slide9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Vós sereis os meus amigos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1560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Vós sereis os Meus amigos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vós fordes sinceros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Eu mando.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Vós sereis os Meus amigos,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Se amardes os outros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irmãos.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9370580"/>
      </p:ext>
    </p:extLst>
  </p:cSld>
  <p:clrMapOvr>
    <a:masterClrMapping/>
  </p:clrMapOvr>
</p:sld>
</file>

<file path=ppt/slides/slide9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Nós esperamos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nossa primavera.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Daremos os nossos frutos.(X2)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6635479"/>
      </p:ext>
    </p:extLst>
  </p:cSld>
  <p:clrMapOvr>
    <a:masterClrMapping/>
  </p:clrMapOvr>
</p:sld>
</file>

<file path=ppt/slides/slide9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7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Vós sereis os Meus amigos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pagardes ofensas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 perdão.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Vós sereis os Meus amigos,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amardes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De todo o coração.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49878"/>
      </p:ext>
    </p:extLst>
  </p:cSld>
  <p:clrMapOvr>
    <a:masterClrMapping/>
  </p:clrMapOvr>
</p:sld>
</file>

<file path=ppt/slides/slide9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Nós esperamos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nossa primavera.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Daremos os nossos frutos.(X2)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6164824"/>
      </p:ext>
    </p:extLst>
  </p:cSld>
  <p:clrMapOvr>
    <a:masterClrMapping/>
  </p:clrMapOvr>
</p:sld>
</file>

<file path=ppt/slides/slide9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497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Vós sereis os Meus amigos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disserdes a verdade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Como Eu.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Vós sereis os Meus amigos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 souberdes dar 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Como Eu.</a:t>
            </a:r>
          </a:p>
          <a:p>
            <a:pPr marL="0" indent="0" algn="ctr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306512"/>
      </p:ext>
    </p:extLst>
  </p:cSld>
  <p:clrMapOvr>
    <a:masterClrMapping/>
  </p:clrMapOvr>
</p:sld>
</file>

<file path=ppt/slides/slide9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37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Nós esperamos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nossa primavera.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Como árvores plantadas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Junto ao rio,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Daremos os nossos frutos.(X2)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5898243"/>
      </p:ext>
    </p:extLst>
  </p:cSld>
  <p:clrMapOvr>
    <a:masterClrMapping/>
  </p:clrMapOvr>
</p:sld>
</file>

<file path=ppt/slides/slide9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138924"/>
      </p:ext>
    </p:extLst>
  </p:cSld>
  <p:clrMapOvr>
    <a:masterClrMapping/>
  </p:clrMapOvr>
</p:sld>
</file>

<file path=ppt/slides/slide9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Vou-te mostrar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3838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Vou-te mostrar que as árvores riem para ti</a:t>
            </a:r>
            <a:br>
              <a:rPr lang="pt-PT" sz="16000" dirty="0">
                <a:latin typeface="Abadi Extra Light" panose="020B0204020104020204" pitchFamily="34" charset="0"/>
              </a:rPr>
            </a:br>
            <a:r>
              <a:rPr lang="pt-PT" sz="16000" dirty="0">
                <a:latin typeface="Abadi Extra Light" panose="020B0204020104020204" pitchFamily="34" charset="0"/>
              </a:rPr>
              <a:t>Vou-te mostrar que as estrelas dão sinais de si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Vou-te mostrar que o sol te aquece e te abraça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 que tudo não passa do saber viver a contemplar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18730093"/>
      </p:ext>
    </p:extLst>
  </p:cSld>
  <p:clrMapOvr>
    <a:masterClrMapping/>
  </p:clrMapOvr>
</p:sld>
</file>

<file path=ppt/slides/slide9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97833"/>
            <a:ext cx="9233807" cy="5930553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Olha à tua volta e pensa em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Aquele que deu tudo e tudo aos seus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Entrega o teu estar e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sem o reparar, Ele vai-te abraçar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Vai-te ajudar…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89744"/>
      </p:ext>
    </p:extLst>
  </p:cSld>
  <p:clrMapOvr>
    <a:masterClrMapping/>
  </p:clrMapOvr>
</p:sld>
</file>

<file path=ppt/slides/slide9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498987"/>
            <a:ext cx="9233807" cy="586002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Vou-te mostrar que isto basta para viver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Vou-te mostrar que nada mais que tu vais querer ter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Que nada mais tu vais querer ser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Apenas aquele que quer crescer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03794406"/>
      </p:ext>
    </p:extLst>
  </p:cSld>
  <p:clrMapOvr>
    <a:masterClrMapping/>
  </p:clrMapOvr>
</p:sld>
</file>

<file path=ppt/slides/slide9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97833"/>
            <a:ext cx="9233807" cy="5930553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Olha à tua volta e pensa em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Aquele que deu tudo e tudo aos seus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Entrega o teu estar e o teu olhar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 sem o reparar, Ele vai-te abraçar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Vai-te ajudar…</a:t>
            </a: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1242392"/>
      </p:ext>
    </p:extLst>
  </p:cSld>
  <p:clrMapOvr>
    <a:masterClrMapping/>
  </p:clrMapOvr>
</p:sld>
</file>

<file path=ppt/slides/slide9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042161"/>
      </p:ext>
    </p:extLst>
  </p:cSld>
  <p:clrMapOvr>
    <a:masterClrMapping/>
  </p:clrMapOvr>
</p:sld>
</file>

<file path=ppt/slides/slide9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7E7267C-1218-440E-A7BF-32DFE41C6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284437"/>
            <a:ext cx="7886700" cy="1325563"/>
          </a:xfrm>
        </p:spPr>
        <p:txBody>
          <a:bodyPr/>
          <a:lstStyle/>
          <a:p>
            <a:pPr algn="ctr"/>
            <a:r>
              <a:rPr lang="pt-PT" dirty="0">
                <a:latin typeface="Abadi Extra Light" panose="020B0204020104020204" pitchFamily="34" charset="0"/>
              </a:rPr>
              <a:t>Número Total de Cânticos: 176 </a:t>
            </a:r>
          </a:p>
        </p:txBody>
      </p:sp>
    </p:spTree>
    <p:extLst>
      <p:ext uri="{BB962C8B-B14F-4D97-AF65-F5344CB8AC3E}">
        <p14:creationId xmlns:p14="http://schemas.microsoft.com/office/powerpoint/2010/main" val="2538047157"/>
      </p:ext>
    </p:extLst>
  </p:cSld>
  <p:clrMapOvr>
    <a:masterClrMapping/>
  </p:clrMapOvr>
</p:sld>
</file>

<file path=ppt/slides/slide9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91DBB6F4-184E-44B3-93EF-9C0BC4414D6A}"/>
              </a:ext>
            </a:extLst>
          </p:cNvPr>
          <p:cNvSpPr txBox="1">
            <a:spLocks noChangeArrowheads="1"/>
          </p:cNvSpPr>
          <p:nvPr/>
        </p:nvSpPr>
        <p:spPr>
          <a:xfrm>
            <a:off x="34925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 festa da música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 minh’alma descansa em paz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 Ti Senhor meu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 treze de maio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Acreditar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Adeste Fideles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Adoramus te o Christe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Alegria de Viver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Aleluia, já nasceu o Salvador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Ando à procura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Aprendiz de Viajante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Aqui estou,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Batiza-me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Bendiz o Senhor 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Bendizemos o teu nome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Bom Pastor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Braços no 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Caminhar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Caminho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Cantai, rezai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Cantai todos os povos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Cantarei ao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Cantarei, cantarei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841F06E-05E4-4969-BD11-173D89C59529}"/>
              </a:ext>
            </a:extLst>
          </p:cNvPr>
          <p:cNvSpPr txBox="1">
            <a:spLocks noChangeArrowheads="1"/>
          </p:cNvSpPr>
          <p:nvPr/>
        </p:nvSpPr>
        <p:spPr>
          <a:xfrm>
            <a:off x="6302913" y="108066"/>
            <a:ext cx="2665413" cy="67135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tempo amigo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tempo de ser esperança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Embarca neste porto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Encontra a maré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Ensina-me a dizer sim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Entrega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Ergue-te ao sol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És a minha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Espírito Santo sopro de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Esta é a festa da juventude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Estávamos perdidos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Estrela polar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Eu sou feliz porque o meu Cristo quer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Faz o que Deus espera de ti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Fé a arder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Fogo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Fonte inesgotável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Fui judeu com o judeu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Gloria in Excelsis Deo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Graças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Grita comigo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Guiado pela mão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Há pressa no ar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CD7ADA8-546B-56E1-B4A8-BB74BBB3472B}"/>
              </a:ext>
            </a:extLst>
          </p:cNvPr>
          <p:cNvSpPr txBox="1">
            <a:spLocks noChangeArrowheads="1"/>
          </p:cNvSpPr>
          <p:nvPr/>
        </p:nvSpPr>
        <p:spPr>
          <a:xfrm>
            <a:off x="3168919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Como são belos os pés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Confiarei (O senhor é meu pastor)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Consagração a Nossa Senhora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Construtores de luz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Conta as estrelas do céu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Cristo em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Cristo vive, anuncia-o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Da pace cordium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Dar mais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 noite iremos em busca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Deixa Deus Entrar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Deus é amor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Deus está aqui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Deus precisa de ti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Deus não quer a morte do pecador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Dona la pace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Dona Lua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Dou-te um abraço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Dou-vos um mandamento novo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Duc in altum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impossível eu não crer em ti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Natal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É o meu corpo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994189"/>
      </p:ext>
    </p:extLst>
  </p:cSld>
  <p:clrMapOvr>
    <a:masterClrMapping/>
  </p:clrMapOvr>
</p:sld>
</file>

<file path=ppt/slides/slide9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91DBB6F4-184E-44B3-93EF-9C0BC4414D6A}"/>
              </a:ext>
            </a:extLst>
          </p:cNvPr>
          <p:cNvSpPr txBox="1">
            <a:spLocks noChangeArrowheads="1"/>
          </p:cNvSpPr>
          <p:nvPr/>
        </p:nvSpPr>
        <p:spPr>
          <a:xfrm>
            <a:off x="34925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Impele a tua própria canoa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In manus tuas Pater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Inunda o meu ser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Jesus Cristo és minha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Jesus Cristo mora aqui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Jesus, filho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Jovem, ergue o teu lema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Levanta-te que está chegando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Logo que nasceu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Louvado sejas, ó meu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Luz terna e suave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Mãe de toda a Igreja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Mãe, o meu dia chegou ao fim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Mãe, olha para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Magnificat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Maravilhas fez em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Maria de Nazaré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Maria, um Sorriso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Meu bom mestre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Minha força és tu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Misericordias domini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Missão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Momentos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841F06E-05E4-4969-BD11-173D89C59529}"/>
              </a:ext>
            </a:extLst>
          </p:cNvPr>
          <p:cNvSpPr txBox="1">
            <a:spLocks noChangeArrowheads="1"/>
          </p:cNvSpPr>
          <p:nvPr/>
        </p:nvSpPr>
        <p:spPr>
          <a:xfrm>
            <a:off x="6302913" y="108066"/>
            <a:ext cx="2665413" cy="67135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Oração de Santo Inácio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Oração de São Pedro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Pão do Céu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Partilhai a riqueza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Parábola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Passa por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Passo a passo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Paz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Pedacinho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Pedaços de um sonho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Pegadas na areia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Peregrinos do infinito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Permanece junto de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Queira eu o que Deus quer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Quem perde a sua vida por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Quero louvar-te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Quero ser como tu, Maria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Quimera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Recebe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Reino de amor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Renasce em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Ressuscitou, Aleluia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Sabor da maçã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CD7ADA8-546B-56E1-B4A8-BB74BBB3472B}"/>
              </a:ext>
            </a:extLst>
          </p:cNvPr>
          <p:cNvSpPr txBox="1">
            <a:spLocks noChangeArrowheads="1"/>
          </p:cNvSpPr>
          <p:nvPr/>
        </p:nvSpPr>
        <p:spPr>
          <a:xfrm>
            <a:off x="3168919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Nada nos separará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Nada te turbe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Nada temo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Não adores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Não pares de viver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Não sei como louvar-te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Ninguém te ama como eu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Nos amou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Noite feliz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Nunca mais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reino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Senhor é a minha força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Senhor é meu pastor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sonho é…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verbo de Deus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 vinhateiro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Obrigado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Oceans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Oh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Onde Deus te levar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Onde está o teu irmão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Oração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Oração de São Francisco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803035"/>
      </p:ext>
    </p:extLst>
  </p:cSld>
  <p:clrMapOvr>
    <a:masterClrMapping/>
  </p:clrMapOvr>
</p:sld>
</file>

<file path=ppt/slides/slide9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91DBB6F4-184E-44B3-93EF-9C0BC4414D6A}"/>
              </a:ext>
            </a:extLst>
          </p:cNvPr>
          <p:cNvSpPr txBox="1">
            <a:spLocks noChangeArrowheads="1"/>
          </p:cNvSpPr>
          <p:nvPr/>
        </p:nvSpPr>
        <p:spPr>
          <a:xfrm>
            <a:off x="34925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 vos amardes uns aos outros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Senhor eu agradeço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Senhor Jesus tu és luz do mundo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Senhor meu deus (Mariamar)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Senhora da noite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Só Deus basta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Somos um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Somos testemunhas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Sozinho eu não posso mais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Tão perto de mim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Tela branca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Teu seguidor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Toma a tua cruz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Tomo este pão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Tudo por um sorriso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Tu és a água viva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Tu és fonte de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Ubi caritas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Um milénio nas mãos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Um quadro melhor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Vamos todos com Maria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Vasos de barro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Vede Senhor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CD7ADA8-546B-56E1-B4A8-BB74BBB3472B}"/>
              </a:ext>
            </a:extLst>
          </p:cNvPr>
          <p:cNvSpPr txBox="1">
            <a:spLocks noChangeArrowheads="1"/>
          </p:cNvSpPr>
          <p:nvPr/>
        </p:nvSpPr>
        <p:spPr>
          <a:xfrm>
            <a:off x="3168919" y="108066"/>
            <a:ext cx="2665413" cy="68580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connosco a caminhar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daí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espírito de amor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Espírito Santo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e verás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Vem viver em nós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Via de amor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Vim aqui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Vim buscar-te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Vinde e Louvai-O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Vinde louvar o Senhor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Viver a vida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Voa a grande altitude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Vós sereis os meus amigos</a:t>
            </a:r>
          </a:p>
          <a:p>
            <a:pPr>
              <a:buFontTx/>
              <a:buNone/>
            </a:pPr>
            <a:r>
              <a:rPr lang="pt-PT" altLang="pt-PT" sz="1200" dirty="0">
                <a:latin typeface="Abadi Extra Light" panose="020B0204020104020204" pitchFamily="34" charset="0"/>
              </a:rPr>
              <a:t>Vou-te mostrar</a:t>
            </a:r>
          </a:p>
          <a:p>
            <a:pPr>
              <a:buFontTx/>
              <a:buNone/>
            </a:pPr>
            <a:endParaRPr lang="pt-PT" altLang="pt-PT" sz="1200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6109757"/>
      </p:ext>
    </p:extLst>
  </p:cSld>
  <p:clrMapOvr>
    <a:masterClrMapping/>
  </p:clrMapOvr>
</p:sld>
</file>

<file path=ppt/slides/slide9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559D998-AB6C-46E1-B394-118E9A1E2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 descr="Uma imagem com seta&#10;&#10;Descrição gerada automaticamente">
            <a:extLst>
              <a:ext uri="{FF2B5EF4-FFF2-40B4-BE49-F238E27FC236}">
                <a16:creationId xmlns:a16="http://schemas.microsoft.com/office/drawing/2014/main" id="{FC10C48A-DF26-4F09-BD56-FC27DA9AC0B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" b="-2"/>
          <a:stretch/>
        </p:blipFill>
        <p:spPr>
          <a:xfrm>
            <a:off x="20" y="10"/>
            <a:ext cx="9143980" cy="6865943"/>
          </a:xfrm>
          <a:custGeom>
            <a:avLst/>
            <a:gdLst/>
            <a:ahLst/>
            <a:cxnLst/>
            <a:rect l="l" t="t" r="r" b="b"/>
            <a:pathLst>
              <a:path w="12192000" h="6857681">
                <a:moveTo>
                  <a:pt x="0" y="0"/>
                </a:moveTo>
                <a:lnTo>
                  <a:pt x="6033794" y="0"/>
                </a:lnTo>
                <a:lnTo>
                  <a:pt x="6104632" y="17448"/>
                </a:lnTo>
                <a:cubicBezTo>
                  <a:pt x="6167597" y="23966"/>
                  <a:pt x="6148747" y="27214"/>
                  <a:pt x="6198111" y="26888"/>
                </a:cubicBezTo>
                <a:cubicBezTo>
                  <a:pt x="6203032" y="26525"/>
                  <a:pt x="6212450" y="35708"/>
                  <a:pt x="6231511" y="33431"/>
                </a:cubicBezTo>
                <a:cubicBezTo>
                  <a:pt x="6261681" y="37362"/>
                  <a:pt x="6245025" y="48416"/>
                  <a:pt x="6283668" y="52056"/>
                </a:cubicBezTo>
                <a:cubicBezTo>
                  <a:pt x="6280095" y="55478"/>
                  <a:pt x="6317954" y="53783"/>
                  <a:pt x="6321602" y="65933"/>
                </a:cubicBezTo>
                <a:cubicBezTo>
                  <a:pt x="6338020" y="69803"/>
                  <a:pt x="6363241" y="73066"/>
                  <a:pt x="6382175" y="75274"/>
                </a:cubicBezTo>
                <a:cubicBezTo>
                  <a:pt x="6410543" y="81224"/>
                  <a:pt x="6424665" y="87641"/>
                  <a:pt x="6428857" y="91880"/>
                </a:cubicBezTo>
                <a:cubicBezTo>
                  <a:pt x="6457257" y="98611"/>
                  <a:pt x="6454186" y="99822"/>
                  <a:pt x="6491478" y="114104"/>
                </a:cubicBezTo>
                <a:cubicBezTo>
                  <a:pt x="6513363" y="108974"/>
                  <a:pt x="6532168" y="120070"/>
                  <a:pt x="6541328" y="130204"/>
                </a:cubicBezTo>
                <a:cubicBezTo>
                  <a:pt x="6566101" y="139804"/>
                  <a:pt x="6619910" y="162727"/>
                  <a:pt x="6655300" y="165762"/>
                </a:cubicBezTo>
                <a:cubicBezTo>
                  <a:pt x="6709422" y="165032"/>
                  <a:pt x="6694278" y="176304"/>
                  <a:pt x="6718357" y="184874"/>
                </a:cubicBezTo>
                <a:cubicBezTo>
                  <a:pt x="6737101" y="195527"/>
                  <a:pt x="6734493" y="186329"/>
                  <a:pt x="6754054" y="199796"/>
                </a:cubicBezTo>
                <a:lnTo>
                  <a:pt x="6790284" y="215417"/>
                </a:lnTo>
                <a:lnTo>
                  <a:pt x="6833979" y="239878"/>
                </a:lnTo>
                <a:lnTo>
                  <a:pt x="6843981" y="246602"/>
                </a:lnTo>
                <a:cubicBezTo>
                  <a:pt x="6849111" y="246626"/>
                  <a:pt x="6852366" y="247045"/>
                  <a:pt x="6854445" y="247782"/>
                </a:cubicBezTo>
                <a:cubicBezTo>
                  <a:pt x="6854496" y="247881"/>
                  <a:pt x="6854549" y="247980"/>
                  <a:pt x="6854600" y="248079"/>
                </a:cubicBezTo>
                <a:lnTo>
                  <a:pt x="6869364" y="251040"/>
                </a:lnTo>
                <a:cubicBezTo>
                  <a:pt x="6886479" y="251404"/>
                  <a:pt x="6920818" y="277370"/>
                  <a:pt x="6937072" y="276678"/>
                </a:cubicBezTo>
                <a:cubicBezTo>
                  <a:pt x="6944247" y="293133"/>
                  <a:pt x="6941053" y="265766"/>
                  <a:pt x="6968404" y="280704"/>
                </a:cubicBezTo>
                <a:cubicBezTo>
                  <a:pt x="6980596" y="282696"/>
                  <a:pt x="6985722" y="284716"/>
                  <a:pt x="6995938" y="286247"/>
                </a:cubicBezTo>
                <a:cubicBezTo>
                  <a:pt x="6996079" y="286667"/>
                  <a:pt x="7029560" y="289467"/>
                  <a:pt x="7029701" y="289887"/>
                </a:cubicBezTo>
                <a:lnTo>
                  <a:pt x="7054104" y="293980"/>
                </a:lnTo>
                <a:lnTo>
                  <a:pt x="7059678" y="296051"/>
                </a:lnTo>
                <a:lnTo>
                  <a:pt x="7092167" y="292851"/>
                </a:lnTo>
                <a:lnTo>
                  <a:pt x="7108387" y="292672"/>
                </a:lnTo>
                <a:lnTo>
                  <a:pt x="7114139" y="289579"/>
                </a:lnTo>
                <a:cubicBezTo>
                  <a:pt x="7119705" y="287930"/>
                  <a:pt x="7126840" y="287741"/>
                  <a:pt x="7137488" y="290860"/>
                </a:cubicBezTo>
                <a:lnTo>
                  <a:pt x="7139729" y="292153"/>
                </a:lnTo>
                <a:lnTo>
                  <a:pt x="7172532" y="286561"/>
                </a:lnTo>
                <a:cubicBezTo>
                  <a:pt x="7179544" y="284784"/>
                  <a:pt x="7207552" y="294171"/>
                  <a:pt x="7213458" y="290616"/>
                </a:cubicBezTo>
                <a:cubicBezTo>
                  <a:pt x="7269364" y="295457"/>
                  <a:pt x="7303569" y="278925"/>
                  <a:pt x="7371827" y="290351"/>
                </a:cubicBezTo>
                <a:cubicBezTo>
                  <a:pt x="7417519" y="294938"/>
                  <a:pt x="7443196" y="294841"/>
                  <a:pt x="7472683" y="298450"/>
                </a:cubicBezTo>
                <a:cubicBezTo>
                  <a:pt x="7502170" y="302059"/>
                  <a:pt x="7529752" y="308462"/>
                  <a:pt x="7548749" y="312007"/>
                </a:cubicBezTo>
                <a:cubicBezTo>
                  <a:pt x="7567746" y="315552"/>
                  <a:pt x="7562619" y="317217"/>
                  <a:pt x="7586664" y="319723"/>
                </a:cubicBezTo>
                <a:cubicBezTo>
                  <a:pt x="7610709" y="322229"/>
                  <a:pt x="7669675" y="320322"/>
                  <a:pt x="7693021" y="327043"/>
                </a:cubicBezTo>
                <a:cubicBezTo>
                  <a:pt x="7718238" y="326359"/>
                  <a:pt x="7721537" y="337391"/>
                  <a:pt x="7735314" y="336075"/>
                </a:cubicBezTo>
                <a:cubicBezTo>
                  <a:pt x="7806549" y="352546"/>
                  <a:pt x="7865892" y="349618"/>
                  <a:pt x="7952583" y="346950"/>
                </a:cubicBezTo>
                <a:cubicBezTo>
                  <a:pt x="8009730" y="351831"/>
                  <a:pt x="8008698" y="354607"/>
                  <a:pt x="8033745" y="357420"/>
                </a:cubicBezTo>
                <a:cubicBezTo>
                  <a:pt x="8041390" y="360247"/>
                  <a:pt x="8045181" y="350414"/>
                  <a:pt x="8052068" y="354306"/>
                </a:cubicBezTo>
                <a:lnTo>
                  <a:pt x="8087434" y="359505"/>
                </a:lnTo>
                <a:lnTo>
                  <a:pt x="8113399" y="369645"/>
                </a:lnTo>
                <a:lnTo>
                  <a:pt x="8137804" y="376078"/>
                </a:lnTo>
                <a:lnTo>
                  <a:pt x="8167138" y="378809"/>
                </a:lnTo>
                <a:cubicBezTo>
                  <a:pt x="8176124" y="381225"/>
                  <a:pt x="8176713" y="389019"/>
                  <a:pt x="8188557" y="388892"/>
                </a:cubicBezTo>
                <a:cubicBezTo>
                  <a:pt x="8224517" y="394064"/>
                  <a:pt x="8289287" y="398547"/>
                  <a:pt x="8338182" y="404244"/>
                </a:cubicBezTo>
                <a:cubicBezTo>
                  <a:pt x="8362404" y="400849"/>
                  <a:pt x="8397142" y="407351"/>
                  <a:pt x="8407187" y="417040"/>
                </a:cubicBezTo>
                <a:cubicBezTo>
                  <a:pt x="8419182" y="419735"/>
                  <a:pt x="8448098" y="419784"/>
                  <a:pt x="8459765" y="417876"/>
                </a:cubicBezTo>
                <a:cubicBezTo>
                  <a:pt x="8470121" y="418155"/>
                  <a:pt x="8471999" y="421843"/>
                  <a:pt x="8485759" y="423277"/>
                </a:cubicBezTo>
                <a:cubicBezTo>
                  <a:pt x="8500778" y="426656"/>
                  <a:pt x="8533354" y="442668"/>
                  <a:pt x="8547497" y="447675"/>
                </a:cubicBezTo>
                <a:cubicBezTo>
                  <a:pt x="8561640" y="452682"/>
                  <a:pt x="8547256" y="447497"/>
                  <a:pt x="8570615" y="453317"/>
                </a:cubicBezTo>
                <a:cubicBezTo>
                  <a:pt x="8578949" y="455301"/>
                  <a:pt x="8577204" y="463036"/>
                  <a:pt x="8595122" y="466725"/>
                </a:cubicBezTo>
                <a:cubicBezTo>
                  <a:pt x="8613041" y="470415"/>
                  <a:pt x="8653176" y="474680"/>
                  <a:pt x="8678126" y="475454"/>
                </a:cubicBezTo>
                <a:cubicBezTo>
                  <a:pt x="8706000" y="462935"/>
                  <a:pt x="8696233" y="479979"/>
                  <a:pt x="8747203" y="464224"/>
                </a:cubicBezTo>
                <a:cubicBezTo>
                  <a:pt x="8748514" y="466239"/>
                  <a:pt x="8769343" y="465372"/>
                  <a:pt x="8790692" y="466720"/>
                </a:cubicBezTo>
                <a:cubicBezTo>
                  <a:pt x="8812041" y="468068"/>
                  <a:pt x="8857501" y="479363"/>
                  <a:pt x="8875298" y="472310"/>
                </a:cubicBezTo>
                <a:lnTo>
                  <a:pt x="9032306" y="471571"/>
                </a:lnTo>
                <a:lnTo>
                  <a:pt x="9122435" y="483407"/>
                </a:lnTo>
                <a:cubicBezTo>
                  <a:pt x="9153775" y="485302"/>
                  <a:pt x="9159039" y="493942"/>
                  <a:pt x="9179171" y="490552"/>
                </a:cubicBezTo>
                <a:cubicBezTo>
                  <a:pt x="9213108" y="492737"/>
                  <a:pt x="9191622" y="508779"/>
                  <a:pt x="9230778" y="495862"/>
                </a:cubicBezTo>
                <a:cubicBezTo>
                  <a:pt x="9220076" y="509598"/>
                  <a:pt x="9249178" y="492136"/>
                  <a:pt x="9269314" y="503195"/>
                </a:cubicBezTo>
                <a:cubicBezTo>
                  <a:pt x="9297556" y="495041"/>
                  <a:pt x="9326591" y="505312"/>
                  <a:pt x="9343734" y="506508"/>
                </a:cubicBezTo>
                <a:cubicBezTo>
                  <a:pt x="9360877" y="507704"/>
                  <a:pt x="9347612" y="511465"/>
                  <a:pt x="9372172" y="510372"/>
                </a:cubicBezTo>
                <a:lnTo>
                  <a:pt x="9406856" y="515908"/>
                </a:lnTo>
                <a:cubicBezTo>
                  <a:pt x="9405045" y="511337"/>
                  <a:pt x="9410063" y="512684"/>
                  <a:pt x="9423824" y="513399"/>
                </a:cubicBezTo>
                <a:lnTo>
                  <a:pt x="9460782" y="509325"/>
                </a:lnTo>
                <a:lnTo>
                  <a:pt x="9486144" y="513434"/>
                </a:lnTo>
                <a:cubicBezTo>
                  <a:pt x="9489544" y="513295"/>
                  <a:pt x="9513720" y="508821"/>
                  <a:pt x="9513235" y="505310"/>
                </a:cubicBezTo>
                <a:cubicBezTo>
                  <a:pt x="9539685" y="520038"/>
                  <a:pt x="9542332" y="510786"/>
                  <a:pt x="9569455" y="507032"/>
                </a:cubicBezTo>
                <a:cubicBezTo>
                  <a:pt x="9592710" y="508415"/>
                  <a:pt x="9572665" y="508880"/>
                  <a:pt x="9628861" y="510620"/>
                </a:cubicBezTo>
                <a:cubicBezTo>
                  <a:pt x="9650737" y="526789"/>
                  <a:pt x="9635011" y="498901"/>
                  <a:pt x="9677951" y="521543"/>
                </a:cubicBezTo>
                <a:cubicBezTo>
                  <a:pt x="9680053" y="519778"/>
                  <a:pt x="9706563" y="521397"/>
                  <a:pt x="9720438" y="523172"/>
                </a:cubicBezTo>
                <a:cubicBezTo>
                  <a:pt x="9734313" y="524947"/>
                  <a:pt x="9746849" y="522784"/>
                  <a:pt x="9761204" y="532196"/>
                </a:cubicBezTo>
                <a:cubicBezTo>
                  <a:pt x="9771692" y="535091"/>
                  <a:pt x="9752949" y="530854"/>
                  <a:pt x="9785747" y="535781"/>
                </a:cubicBezTo>
                <a:cubicBezTo>
                  <a:pt x="9818545" y="540708"/>
                  <a:pt x="9925449" y="557390"/>
                  <a:pt x="9957993" y="561756"/>
                </a:cubicBezTo>
                <a:cubicBezTo>
                  <a:pt x="9990537" y="566122"/>
                  <a:pt x="9967648" y="568686"/>
                  <a:pt x="9981009" y="569119"/>
                </a:cubicBezTo>
                <a:cubicBezTo>
                  <a:pt x="9994370" y="569552"/>
                  <a:pt x="10023139" y="562486"/>
                  <a:pt x="10038159" y="564356"/>
                </a:cubicBezTo>
                <a:cubicBezTo>
                  <a:pt x="10057015" y="566262"/>
                  <a:pt x="10059811" y="573563"/>
                  <a:pt x="10071129" y="573194"/>
                </a:cubicBezTo>
                <a:cubicBezTo>
                  <a:pt x="10081593" y="562977"/>
                  <a:pt x="10092704" y="563090"/>
                  <a:pt x="10110830" y="569286"/>
                </a:cubicBezTo>
                <a:cubicBezTo>
                  <a:pt x="10144643" y="572070"/>
                  <a:pt x="10144670" y="561560"/>
                  <a:pt x="10177323" y="563075"/>
                </a:cubicBezTo>
                <a:cubicBezTo>
                  <a:pt x="10191652" y="562496"/>
                  <a:pt x="10199318" y="565790"/>
                  <a:pt x="10223224" y="562516"/>
                </a:cubicBezTo>
                <a:cubicBezTo>
                  <a:pt x="10240245" y="563214"/>
                  <a:pt x="10274444" y="564970"/>
                  <a:pt x="10297489" y="554688"/>
                </a:cubicBezTo>
                <a:cubicBezTo>
                  <a:pt x="10322484" y="553379"/>
                  <a:pt x="10304332" y="552915"/>
                  <a:pt x="10331612" y="555505"/>
                </a:cubicBezTo>
                <a:cubicBezTo>
                  <a:pt x="10364938" y="556023"/>
                  <a:pt x="10378810" y="549792"/>
                  <a:pt x="10398068" y="551274"/>
                </a:cubicBezTo>
                <a:cubicBezTo>
                  <a:pt x="10410608" y="547019"/>
                  <a:pt x="10396406" y="552090"/>
                  <a:pt x="10444604" y="546749"/>
                </a:cubicBezTo>
                <a:cubicBezTo>
                  <a:pt x="10463706" y="556208"/>
                  <a:pt x="10480046" y="543272"/>
                  <a:pt x="10496391" y="545310"/>
                </a:cubicBezTo>
                <a:cubicBezTo>
                  <a:pt x="10522313" y="544276"/>
                  <a:pt x="10586025" y="544389"/>
                  <a:pt x="10609659" y="542925"/>
                </a:cubicBezTo>
                <a:cubicBezTo>
                  <a:pt x="10633293" y="541461"/>
                  <a:pt x="10608137" y="539280"/>
                  <a:pt x="10638198" y="536528"/>
                </a:cubicBezTo>
                <a:cubicBezTo>
                  <a:pt x="10693566" y="548777"/>
                  <a:pt x="10724464" y="526732"/>
                  <a:pt x="10780502" y="524034"/>
                </a:cubicBezTo>
                <a:cubicBezTo>
                  <a:pt x="10814519" y="506962"/>
                  <a:pt x="10838626" y="524696"/>
                  <a:pt x="10875821" y="511631"/>
                </a:cubicBezTo>
                <a:cubicBezTo>
                  <a:pt x="10900992" y="507636"/>
                  <a:pt x="10904648" y="511453"/>
                  <a:pt x="10918825" y="509588"/>
                </a:cubicBezTo>
                <a:cubicBezTo>
                  <a:pt x="10933002" y="507723"/>
                  <a:pt x="10948992" y="503227"/>
                  <a:pt x="10960884" y="500440"/>
                </a:cubicBezTo>
                <a:cubicBezTo>
                  <a:pt x="10967249" y="504078"/>
                  <a:pt x="11016720" y="497668"/>
                  <a:pt x="11015578" y="492864"/>
                </a:cubicBezTo>
                <a:cubicBezTo>
                  <a:pt x="11022928" y="494510"/>
                  <a:pt x="11043247" y="500882"/>
                  <a:pt x="11045541" y="493276"/>
                </a:cubicBezTo>
                <a:cubicBezTo>
                  <a:pt x="11083069" y="493195"/>
                  <a:pt x="11104152" y="492128"/>
                  <a:pt x="11136980" y="502266"/>
                </a:cubicBezTo>
                <a:cubicBezTo>
                  <a:pt x="11160311" y="506043"/>
                  <a:pt x="11144016" y="504016"/>
                  <a:pt x="11158537" y="506413"/>
                </a:cubicBezTo>
                <a:cubicBezTo>
                  <a:pt x="11173058" y="508810"/>
                  <a:pt x="11197248" y="504516"/>
                  <a:pt x="11220930" y="503946"/>
                </a:cubicBezTo>
                <a:cubicBezTo>
                  <a:pt x="11244941" y="504078"/>
                  <a:pt x="11272916" y="508160"/>
                  <a:pt x="11290697" y="509588"/>
                </a:cubicBezTo>
                <a:cubicBezTo>
                  <a:pt x="11308478" y="511016"/>
                  <a:pt x="11312720" y="510673"/>
                  <a:pt x="11327615" y="512515"/>
                </a:cubicBezTo>
                <a:cubicBezTo>
                  <a:pt x="11352471" y="509065"/>
                  <a:pt x="11373358" y="510883"/>
                  <a:pt x="11391973" y="518258"/>
                </a:cubicBezTo>
                <a:cubicBezTo>
                  <a:pt x="11406458" y="520151"/>
                  <a:pt x="11399034" y="524460"/>
                  <a:pt x="11409760" y="526257"/>
                </a:cubicBezTo>
                <a:cubicBezTo>
                  <a:pt x="11420486" y="528054"/>
                  <a:pt x="11427325" y="519930"/>
                  <a:pt x="11456330" y="521896"/>
                </a:cubicBezTo>
                <a:cubicBezTo>
                  <a:pt x="11466649" y="522293"/>
                  <a:pt x="11466304" y="529914"/>
                  <a:pt x="11488341" y="531019"/>
                </a:cubicBezTo>
                <a:cubicBezTo>
                  <a:pt x="11510378" y="532124"/>
                  <a:pt x="11598983" y="536881"/>
                  <a:pt x="11631415" y="538053"/>
                </a:cubicBezTo>
                <a:cubicBezTo>
                  <a:pt x="11663847" y="539225"/>
                  <a:pt x="11650717" y="536007"/>
                  <a:pt x="11666264" y="535672"/>
                </a:cubicBezTo>
                <a:cubicBezTo>
                  <a:pt x="11681811" y="535337"/>
                  <a:pt x="11700204" y="526934"/>
                  <a:pt x="11724698" y="536041"/>
                </a:cubicBezTo>
                <a:cubicBezTo>
                  <a:pt x="11743020" y="531196"/>
                  <a:pt x="11743491" y="542315"/>
                  <a:pt x="11763807" y="545183"/>
                </a:cubicBezTo>
                <a:cubicBezTo>
                  <a:pt x="11775016" y="549241"/>
                  <a:pt x="11789046" y="548064"/>
                  <a:pt x="11798300" y="550863"/>
                </a:cubicBezTo>
                <a:cubicBezTo>
                  <a:pt x="11807554" y="553662"/>
                  <a:pt x="11814870" y="554166"/>
                  <a:pt x="11821716" y="557213"/>
                </a:cubicBezTo>
                <a:cubicBezTo>
                  <a:pt x="11828562" y="560260"/>
                  <a:pt x="11830643" y="566367"/>
                  <a:pt x="11839374" y="569145"/>
                </a:cubicBezTo>
                <a:cubicBezTo>
                  <a:pt x="11848105" y="571923"/>
                  <a:pt x="11861759" y="576813"/>
                  <a:pt x="11871722" y="578644"/>
                </a:cubicBezTo>
                <a:cubicBezTo>
                  <a:pt x="11881685" y="580475"/>
                  <a:pt x="11880173" y="577641"/>
                  <a:pt x="11899154" y="580133"/>
                </a:cubicBezTo>
                <a:cubicBezTo>
                  <a:pt x="11930093" y="585454"/>
                  <a:pt x="11957956" y="589309"/>
                  <a:pt x="11992753" y="588833"/>
                </a:cubicBezTo>
                <a:cubicBezTo>
                  <a:pt x="11999276" y="598540"/>
                  <a:pt x="12009663" y="594134"/>
                  <a:pt x="12023554" y="588997"/>
                </a:cubicBezTo>
                <a:cubicBezTo>
                  <a:pt x="12049522" y="596077"/>
                  <a:pt x="12093380" y="601562"/>
                  <a:pt x="12137802" y="617391"/>
                </a:cubicBezTo>
                <a:cubicBezTo>
                  <a:pt x="12156710" y="627093"/>
                  <a:pt x="12160884" y="628759"/>
                  <a:pt x="12174434" y="631430"/>
                </a:cubicBezTo>
                <a:lnTo>
                  <a:pt x="12192000" y="634770"/>
                </a:lnTo>
                <a:lnTo>
                  <a:pt x="12192000" y="6857681"/>
                </a:lnTo>
                <a:lnTo>
                  <a:pt x="9979612" y="6857681"/>
                </a:lnTo>
                <a:lnTo>
                  <a:pt x="9971269" y="6854457"/>
                </a:lnTo>
                <a:cubicBezTo>
                  <a:pt x="9959912" y="6851181"/>
                  <a:pt x="9949163" y="6849764"/>
                  <a:pt x="9939502" y="6851921"/>
                </a:cubicBezTo>
                <a:cubicBezTo>
                  <a:pt x="9891606" y="6835635"/>
                  <a:pt x="9864404" y="6844006"/>
                  <a:pt x="9834453" y="6832151"/>
                </a:cubicBezTo>
                <a:cubicBezTo>
                  <a:pt x="9804501" y="6820296"/>
                  <a:pt x="9801374" y="6798259"/>
                  <a:pt x="9759795" y="6780787"/>
                </a:cubicBezTo>
                <a:cubicBezTo>
                  <a:pt x="9718217" y="6763314"/>
                  <a:pt x="9629817" y="6740362"/>
                  <a:pt x="9584980" y="6727313"/>
                </a:cubicBezTo>
                <a:cubicBezTo>
                  <a:pt x="9546420" y="6722010"/>
                  <a:pt x="9530408" y="6725469"/>
                  <a:pt x="9490770" y="6702489"/>
                </a:cubicBezTo>
                <a:cubicBezTo>
                  <a:pt x="9443320" y="6701025"/>
                  <a:pt x="9424336" y="6690023"/>
                  <a:pt x="9380405" y="6676541"/>
                </a:cubicBezTo>
                <a:cubicBezTo>
                  <a:pt x="9335978" y="6675243"/>
                  <a:pt x="9297645" y="6680915"/>
                  <a:pt x="9259939" y="6674414"/>
                </a:cubicBezTo>
                <a:cubicBezTo>
                  <a:pt x="9244772" y="6679394"/>
                  <a:pt x="9230416" y="6681084"/>
                  <a:pt x="9216296" y="6672209"/>
                </a:cubicBezTo>
                <a:cubicBezTo>
                  <a:pt x="9174886" y="6673387"/>
                  <a:pt x="9165078" y="6684906"/>
                  <a:pt x="9138624" y="6674601"/>
                </a:cubicBezTo>
                <a:cubicBezTo>
                  <a:pt x="9108454" y="6672027"/>
                  <a:pt x="9060163" y="6657862"/>
                  <a:pt x="9035273" y="6656766"/>
                </a:cubicBezTo>
                <a:cubicBezTo>
                  <a:pt x="9043993" y="6670577"/>
                  <a:pt x="8988276" y="6655711"/>
                  <a:pt x="8989286" y="6668016"/>
                </a:cubicBezTo>
                <a:cubicBezTo>
                  <a:pt x="8965548" y="6651220"/>
                  <a:pt x="8960144" y="6673151"/>
                  <a:pt x="8932387" y="6668707"/>
                </a:cubicBezTo>
                <a:cubicBezTo>
                  <a:pt x="8918435" y="6662528"/>
                  <a:pt x="8909159" y="6661716"/>
                  <a:pt x="8898375" y="6669282"/>
                </a:cubicBezTo>
                <a:cubicBezTo>
                  <a:pt x="8833747" y="6639096"/>
                  <a:pt x="8863155" y="6669089"/>
                  <a:pt x="8806495" y="6658618"/>
                </a:cubicBezTo>
                <a:cubicBezTo>
                  <a:pt x="8757168" y="6647242"/>
                  <a:pt x="8702613" y="6640665"/>
                  <a:pt x="8650927" y="6611139"/>
                </a:cubicBezTo>
                <a:cubicBezTo>
                  <a:pt x="8640770" y="6602610"/>
                  <a:pt x="8619775" y="6599998"/>
                  <a:pt x="8604033" y="6605300"/>
                </a:cubicBezTo>
                <a:cubicBezTo>
                  <a:pt x="8601324" y="6606213"/>
                  <a:pt x="8598878" y="6607331"/>
                  <a:pt x="8596767" y="6608618"/>
                </a:cubicBezTo>
                <a:cubicBezTo>
                  <a:pt x="8565299" y="6587556"/>
                  <a:pt x="8548876" y="6598771"/>
                  <a:pt x="8533762" y="6584302"/>
                </a:cubicBezTo>
                <a:cubicBezTo>
                  <a:pt x="8487059" y="6579247"/>
                  <a:pt x="8451683" y="6594395"/>
                  <a:pt x="8437660" y="6581725"/>
                </a:cubicBezTo>
                <a:cubicBezTo>
                  <a:pt x="8414209" y="6582991"/>
                  <a:pt x="8383722" y="6598678"/>
                  <a:pt x="8364494" y="6585073"/>
                </a:cubicBezTo>
                <a:cubicBezTo>
                  <a:pt x="8363342" y="6596536"/>
                  <a:pt x="8336540" y="6576888"/>
                  <a:pt x="8323751" y="6584665"/>
                </a:cubicBezTo>
                <a:cubicBezTo>
                  <a:pt x="8314841" y="6591411"/>
                  <a:pt x="8304634" y="6587022"/>
                  <a:pt x="8293791" y="6586903"/>
                </a:cubicBezTo>
                <a:cubicBezTo>
                  <a:pt x="8280721" y="6592424"/>
                  <a:pt x="8232642" y="6585021"/>
                  <a:pt x="8219223" y="6578961"/>
                </a:cubicBezTo>
                <a:cubicBezTo>
                  <a:pt x="8185638" y="6557431"/>
                  <a:pt x="8123924" y="6576522"/>
                  <a:pt x="8096330" y="6560092"/>
                </a:cubicBezTo>
                <a:cubicBezTo>
                  <a:pt x="8087121" y="6557869"/>
                  <a:pt x="8078422" y="6557144"/>
                  <a:pt x="8070086" y="6557355"/>
                </a:cubicBezTo>
                <a:lnTo>
                  <a:pt x="8047207" y="6560092"/>
                </a:lnTo>
                <a:lnTo>
                  <a:pt x="8041620" y="6565163"/>
                </a:lnTo>
                <a:lnTo>
                  <a:pt x="8027134" y="6564473"/>
                </a:lnTo>
                <a:lnTo>
                  <a:pt x="8023214" y="6565355"/>
                </a:lnTo>
                <a:cubicBezTo>
                  <a:pt x="8015729" y="6567060"/>
                  <a:pt x="8008307" y="6568574"/>
                  <a:pt x="8000801" y="6569339"/>
                </a:cubicBezTo>
                <a:cubicBezTo>
                  <a:pt x="8005606" y="6544751"/>
                  <a:pt x="7937754" y="6571777"/>
                  <a:pt x="7954618" y="6551428"/>
                </a:cubicBezTo>
                <a:cubicBezTo>
                  <a:pt x="7914215" y="6551344"/>
                  <a:pt x="7940865" y="6531998"/>
                  <a:pt x="7896427" y="6551123"/>
                </a:cubicBezTo>
                <a:lnTo>
                  <a:pt x="7643090" y="6532163"/>
                </a:lnTo>
                <a:cubicBezTo>
                  <a:pt x="7673996" y="6576436"/>
                  <a:pt x="7562550" y="6494154"/>
                  <a:pt x="7553164" y="6525457"/>
                </a:cubicBezTo>
                <a:cubicBezTo>
                  <a:pt x="7546247" y="6496957"/>
                  <a:pt x="7465610" y="6497391"/>
                  <a:pt x="7421154" y="6476273"/>
                </a:cubicBezTo>
                <a:cubicBezTo>
                  <a:pt x="7361551" y="6472649"/>
                  <a:pt x="7315144" y="6450550"/>
                  <a:pt x="7255968" y="6462166"/>
                </a:cubicBezTo>
                <a:cubicBezTo>
                  <a:pt x="7253251" y="6458417"/>
                  <a:pt x="7249451" y="6455333"/>
                  <a:pt x="7244911" y="6452730"/>
                </a:cubicBezTo>
                <a:lnTo>
                  <a:pt x="7230265" y="6446549"/>
                </a:lnTo>
                <a:lnTo>
                  <a:pt x="7227815" y="6447125"/>
                </a:lnTo>
                <a:cubicBezTo>
                  <a:pt x="7217801" y="6447570"/>
                  <a:pt x="7212312" y="6446146"/>
                  <a:pt x="7208840" y="6443899"/>
                </a:cubicBezTo>
                <a:lnTo>
                  <a:pt x="7205995" y="6440529"/>
                </a:lnTo>
                <a:lnTo>
                  <a:pt x="7193384" y="6437481"/>
                </a:lnTo>
                <a:lnTo>
                  <a:pt x="7169652" y="6429226"/>
                </a:lnTo>
                <a:lnTo>
                  <a:pt x="7164173" y="6429791"/>
                </a:lnTo>
                <a:lnTo>
                  <a:pt x="7126763" y="6420626"/>
                </a:lnTo>
                <a:lnTo>
                  <a:pt x="7125753" y="6421501"/>
                </a:lnTo>
                <a:cubicBezTo>
                  <a:pt x="7122639" y="6423254"/>
                  <a:pt x="7118733" y="6424154"/>
                  <a:pt x="7113057" y="6423293"/>
                </a:cubicBezTo>
                <a:cubicBezTo>
                  <a:pt x="7114552" y="6439288"/>
                  <a:pt x="7106783" y="6428384"/>
                  <a:pt x="7089914" y="6424434"/>
                </a:cubicBezTo>
                <a:cubicBezTo>
                  <a:pt x="7088470" y="6448394"/>
                  <a:pt x="7044915" y="6428308"/>
                  <a:pt x="7030458" y="6439456"/>
                </a:cubicBezTo>
                <a:cubicBezTo>
                  <a:pt x="7018098" y="6436014"/>
                  <a:pt x="7005002" y="6432811"/>
                  <a:pt x="6991398" y="6430012"/>
                </a:cubicBezTo>
                <a:lnTo>
                  <a:pt x="6983250" y="6428652"/>
                </a:lnTo>
                <a:lnTo>
                  <a:pt x="6982969" y="6428851"/>
                </a:lnTo>
                <a:cubicBezTo>
                  <a:pt x="6980946" y="6429033"/>
                  <a:pt x="6978171" y="6428766"/>
                  <a:pt x="6974140" y="6427864"/>
                </a:cubicBezTo>
                <a:lnTo>
                  <a:pt x="6968396" y="6426177"/>
                </a:lnTo>
                <a:lnTo>
                  <a:pt x="6952590" y="6423541"/>
                </a:lnTo>
                <a:lnTo>
                  <a:pt x="6946361" y="6424122"/>
                </a:lnTo>
                <a:lnTo>
                  <a:pt x="6942752" y="6426497"/>
                </a:lnTo>
                <a:lnTo>
                  <a:pt x="6941472" y="6425953"/>
                </a:lnTo>
                <a:cubicBezTo>
                  <a:pt x="6933258" y="6419432"/>
                  <a:pt x="6934084" y="6412085"/>
                  <a:pt x="6907932" y="6428597"/>
                </a:cubicBezTo>
                <a:cubicBezTo>
                  <a:pt x="6887113" y="6416820"/>
                  <a:pt x="6874835" y="6427475"/>
                  <a:pt x="6837100" y="6425985"/>
                </a:cubicBezTo>
                <a:cubicBezTo>
                  <a:pt x="6826990" y="6416391"/>
                  <a:pt x="6813527" y="6417132"/>
                  <a:pt x="6798354" y="6421041"/>
                </a:cubicBezTo>
                <a:cubicBezTo>
                  <a:pt x="6766250" y="6412267"/>
                  <a:pt x="6729955" y="6415375"/>
                  <a:pt x="6690235" y="6411268"/>
                </a:cubicBezTo>
                <a:cubicBezTo>
                  <a:pt x="6654585" y="6395260"/>
                  <a:pt x="6622599" y="6408785"/>
                  <a:pt x="6580197" y="6404322"/>
                </a:cubicBezTo>
                <a:cubicBezTo>
                  <a:pt x="6554864" y="6382418"/>
                  <a:pt x="6541862" y="6413854"/>
                  <a:pt x="6516748" y="6416928"/>
                </a:cubicBezTo>
                <a:lnTo>
                  <a:pt x="6510427" y="6416567"/>
                </a:lnTo>
                <a:lnTo>
                  <a:pt x="6496409" y="6411723"/>
                </a:lnTo>
                <a:lnTo>
                  <a:pt x="6491671" y="6409264"/>
                </a:lnTo>
                <a:cubicBezTo>
                  <a:pt x="6488210" y="6407807"/>
                  <a:pt x="6485652" y="6407144"/>
                  <a:pt x="6483603" y="6407023"/>
                </a:cubicBezTo>
                <a:lnTo>
                  <a:pt x="6483235" y="6407169"/>
                </a:lnTo>
                <a:lnTo>
                  <a:pt x="6476007" y="6404672"/>
                </a:lnTo>
                <a:cubicBezTo>
                  <a:pt x="6464202" y="6399995"/>
                  <a:pt x="6453088" y="6395002"/>
                  <a:pt x="6442802" y="6389891"/>
                </a:cubicBezTo>
                <a:cubicBezTo>
                  <a:pt x="6423332" y="6398448"/>
                  <a:pt x="6390988" y="6372810"/>
                  <a:pt x="6377838" y="6395551"/>
                </a:cubicBezTo>
                <a:cubicBezTo>
                  <a:pt x="6363436" y="6389290"/>
                  <a:pt x="6361258" y="6377704"/>
                  <a:pt x="6354860" y="6393247"/>
                </a:cubicBezTo>
                <a:cubicBezTo>
                  <a:pt x="6349784" y="6391587"/>
                  <a:pt x="6345558" y="6391878"/>
                  <a:pt x="6341683" y="6393098"/>
                </a:cubicBezTo>
                <a:lnTo>
                  <a:pt x="6340276" y="6393789"/>
                </a:lnTo>
                <a:lnTo>
                  <a:pt x="6308531" y="6379516"/>
                </a:lnTo>
                <a:lnTo>
                  <a:pt x="6302948" y="6379253"/>
                </a:lnTo>
                <a:cubicBezTo>
                  <a:pt x="6248814" y="6382108"/>
                  <a:pt x="6205926" y="6362006"/>
                  <a:pt x="6140607" y="6334265"/>
                </a:cubicBezTo>
                <a:cubicBezTo>
                  <a:pt x="6137487" y="6331108"/>
                  <a:pt x="6051161" y="6339116"/>
                  <a:pt x="6050365" y="6335126"/>
                </a:cubicBezTo>
                <a:cubicBezTo>
                  <a:pt x="6006576" y="6331181"/>
                  <a:pt x="6035144" y="6327580"/>
                  <a:pt x="5978838" y="6322018"/>
                </a:cubicBezTo>
                <a:cubicBezTo>
                  <a:pt x="5962530" y="6314338"/>
                  <a:pt x="5894920" y="6289616"/>
                  <a:pt x="5897645" y="6301654"/>
                </a:cubicBezTo>
                <a:lnTo>
                  <a:pt x="5796158" y="6279213"/>
                </a:lnTo>
                <a:lnTo>
                  <a:pt x="5664797" y="6258481"/>
                </a:lnTo>
                <a:lnTo>
                  <a:pt x="5558293" y="6242384"/>
                </a:lnTo>
                <a:lnTo>
                  <a:pt x="5549921" y="6243309"/>
                </a:lnTo>
                <a:lnTo>
                  <a:pt x="5528450" y="6240218"/>
                </a:lnTo>
                <a:lnTo>
                  <a:pt x="5520604" y="6238128"/>
                </a:lnTo>
                <a:cubicBezTo>
                  <a:pt x="5515114" y="6237034"/>
                  <a:pt x="5511354" y="6236750"/>
                  <a:pt x="5508634" y="6237043"/>
                </a:cubicBezTo>
                <a:lnTo>
                  <a:pt x="5508268" y="6237311"/>
                </a:lnTo>
                <a:lnTo>
                  <a:pt x="5497199" y="6235718"/>
                </a:lnTo>
                <a:cubicBezTo>
                  <a:pt x="5478687" y="6232353"/>
                  <a:pt x="5460838" y="6228438"/>
                  <a:pt x="5443971" y="6224189"/>
                </a:cubicBezTo>
                <a:cubicBezTo>
                  <a:pt x="5425088" y="6239333"/>
                  <a:pt x="5365198" y="6213813"/>
                  <a:pt x="5364587" y="6245607"/>
                </a:cubicBezTo>
                <a:cubicBezTo>
                  <a:pt x="5341603" y="6240798"/>
                  <a:pt x="5330518" y="6226543"/>
                  <a:pt x="5333425" y="6247706"/>
                </a:cubicBezTo>
                <a:cubicBezTo>
                  <a:pt x="5325718" y="6246708"/>
                  <a:pt x="5320498" y="6247999"/>
                  <a:pt x="5316391" y="6250403"/>
                </a:cubicBezTo>
                <a:lnTo>
                  <a:pt x="5315083" y="6251588"/>
                </a:lnTo>
                <a:lnTo>
                  <a:pt x="5264093" y="6240388"/>
                </a:lnTo>
                <a:lnTo>
                  <a:pt x="5256734" y="6241276"/>
                </a:lnTo>
                <a:lnTo>
                  <a:pt x="5224251" y="6230935"/>
                </a:lnTo>
                <a:lnTo>
                  <a:pt x="5207068" y="6227214"/>
                </a:lnTo>
                <a:lnTo>
                  <a:pt x="5203042" y="6222819"/>
                </a:lnTo>
                <a:lnTo>
                  <a:pt x="5013633" y="6212104"/>
                </a:lnTo>
                <a:cubicBezTo>
                  <a:pt x="5007363" y="6208771"/>
                  <a:pt x="4867451" y="6189553"/>
                  <a:pt x="4863573" y="6184654"/>
                </a:cubicBezTo>
                <a:lnTo>
                  <a:pt x="4651416" y="6166539"/>
                </a:lnTo>
                <a:cubicBezTo>
                  <a:pt x="4624977" y="6160344"/>
                  <a:pt x="4469364" y="6128170"/>
                  <a:pt x="4481486" y="6142882"/>
                </a:cubicBezTo>
                <a:cubicBezTo>
                  <a:pt x="4405439" y="6106748"/>
                  <a:pt x="4365783" y="6101727"/>
                  <a:pt x="4269331" y="6098123"/>
                </a:cubicBezTo>
                <a:cubicBezTo>
                  <a:pt x="4210440" y="6124597"/>
                  <a:pt x="4245321" y="6098279"/>
                  <a:pt x="4190801" y="6099192"/>
                </a:cubicBezTo>
                <a:cubicBezTo>
                  <a:pt x="4212420" y="6071793"/>
                  <a:pt x="4151268" y="6084104"/>
                  <a:pt x="4127486" y="6076624"/>
                </a:cubicBezTo>
                <a:cubicBezTo>
                  <a:pt x="4117403" y="6077826"/>
                  <a:pt x="4107474" y="6080022"/>
                  <a:pt x="4097468" y="6082472"/>
                </a:cubicBezTo>
                <a:lnTo>
                  <a:pt x="4092230" y="6083737"/>
                </a:lnTo>
                <a:lnTo>
                  <a:pt x="4072646" y="6083192"/>
                </a:lnTo>
                <a:lnTo>
                  <a:pt x="4065392" y="6090055"/>
                </a:lnTo>
                <a:lnTo>
                  <a:pt x="4034674" y="6094262"/>
                </a:lnTo>
                <a:cubicBezTo>
                  <a:pt x="4023438" y="6094753"/>
                  <a:pt x="4011659" y="6094013"/>
                  <a:pt x="3999109" y="6091300"/>
                </a:cubicBezTo>
                <a:cubicBezTo>
                  <a:pt x="3960965" y="6070220"/>
                  <a:pt x="3878759" y="6097089"/>
                  <a:pt x="3832245" y="6069403"/>
                </a:cubicBezTo>
                <a:cubicBezTo>
                  <a:pt x="3780875" y="6064935"/>
                  <a:pt x="3723613" y="6065226"/>
                  <a:pt x="3690889" y="6064489"/>
                </a:cubicBezTo>
                <a:cubicBezTo>
                  <a:pt x="3674068" y="6075123"/>
                  <a:pt x="3636813" y="6049759"/>
                  <a:pt x="3635899" y="6064980"/>
                </a:cubicBezTo>
                <a:lnTo>
                  <a:pt x="3620576" y="6070271"/>
                </a:lnTo>
                <a:lnTo>
                  <a:pt x="3604087" y="6064439"/>
                </a:lnTo>
                <a:cubicBezTo>
                  <a:pt x="3590166" y="6069757"/>
                  <a:pt x="3579308" y="6073243"/>
                  <a:pt x="3568387" y="6069146"/>
                </a:cubicBezTo>
                <a:lnTo>
                  <a:pt x="3503818" y="6089506"/>
                </a:lnTo>
                <a:cubicBezTo>
                  <a:pt x="3510915" y="6100196"/>
                  <a:pt x="3472416" y="6088681"/>
                  <a:pt x="3466246" y="6098777"/>
                </a:cubicBezTo>
                <a:cubicBezTo>
                  <a:pt x="3462890" y="6107015"/>
                  <a:pt x="3450430" y="6105442"/>
                  <a:pt x="3440422" y="6107901"/>
                </a:cubicBezTo>
                <a:cubicBezTo>
                  <a:pt x="3432391" y="6116010"/>
                  <a:pt x="3383132" y="6120663"/>
                  <a:pt x="3366542" y="6118330"/>
                </a:cubicBezTo>
                <a:cubicBezTo>
                  <a:pt x="3311828" y="6124732"/>
                  <a:pt x="3277604" y="6138667"/>
                  <a:pt x="3240669" y="6130264"/>
                </a:cubicBezTo>
                <a:cubicBezTo>
                  <a:pt x="3230661" y="6130422"/>
                  <a:pt x="3222184" y="6131822"/>
                  <a:pt x="3214708" y="6133988"/>
                </a:cubicBezTo>
                <a:lnTo>
                  <a:pt x="3194214" y="6147821"/>
                </a:lnTo>
                <a:lnTo>
                  <a:pt x="3180468" y="6150623"/>
                </a:lnTo>
                <a:lnTo>
                  <a:pt x="3177508" y="6152351"/>
                </a:lnTo>
                <a:cubicBezTo>
                  <a:pt x="3171873" y="6155673"/>
                  <a:pt x="3166158" y="6158806"/>
                  <a:pt x="3159834" y="6161276"/>
                </a:cubicBezTo>
                <a:cubicBezTo>
                  <a:pt x="3135185" y="6159416"/>
                  <a:pt x="3121213" y="6160394"/>
                  <a:pt x="3104835" y="6155927"/>
                </a:cubicBezTo>
                <a:cubicBezTo>
                  <a:pt x="3067805" y="6165414"/>
                  <a:pt x="3078432" y="6141523"/>
                  <a:pt x="3051373" y="6169421"/>
                </a:cubicBezTo>
                <a:cubicBezTo>
                  <a:pt x="2978033" y="6169169"/>
                  <a:pt x="2947947" y="6220998"/>
                  <a:pt x="2877306" y="6208324"/>
                </a:cubicBezTo>
                <a:cubicBezTo>
                  <a:pt x="2821913" y="6217975"/>
                  <a:pt x="2762952" y="6223226"/>
                  <a:pt x="2719018" y="6227333"/>
                </a:cubicBezTo>
                <a:cubicBezTo>
                  <a:pt x="2639811" y="6232636"/>
                  <a:pt x="2504877" y="6234795"/>
                  <a:pt x="2454061" y="6236538"/>
                </a:cubicBezTo>
                <a:cubicBezTo>
                  <a:pt x="2403245" y="6238280"/>
                  <a:pt x="2420126" y="6239079"/>
                  <a:pt x="2414120" y="6237789"/>
                </a:cubicBezTo>
                <a:lnTo>
                  <a:pt x="2384765" y="6235638"/>
                </a:lnTo>
                <a:lnTo>
                  <a:pt x="2365600" y="6233135"/>
                </a:lnTo>
                <a:cubicBezTo>
                  <a:pt x="2356752" y="6235910"/>
                  <a:pt x="2350716" y="6235915"/>
                  <a:pt x="2345941" y="6234695"/>
                </a:cubicBezTo>
                <a:lnTo>
                  <a:pt x="2340941" y="6232305"/>
                </a:lnTo>
                <a:lnTo>
                  <a:pt x="2327235" y="6232519"/>
                </a:lnTo>
                <a:lnTo>
                  <a:pt x="2299646" y="6230633"/>
                </a:lnTo>
                <a:lnTo>
                  <a:pt x="2295035" y="6232443"/>
                </a:lnTo>
                <a:lnTo>
                  <a:pt x="2268728" y="6240177"/>
                </a:lnTo>
                <a:cubicBezTo>
                  <a:pt x="2268628" y="6240521"/>
                  <a:pt x="2254084" y="6233657"/>
                  <a:pt x="2253984" y="6234001"/>
                </a:cubicBezTo>
                <a:cubicBezTo>
                  <a:pt x="2239122" y="6237048"/>
                  <a:pt x="2209108" y="6234931"/>
                  <a:pt x="2191113" y="6240434"/>
                </a:cubicBezTo>
                <a:lnTo>
                  <a:pt x="2146012" y="6259810"/>
                </a:lnTo>
                <a:cubicBezTo>
                  <a:pt x="2145973" y="6259892"/>
                  <a:pt x="2128598" y="6274390"/>
                  <a:pt x="2128560" y="6274472"/>
                </a:cubicBezTo>
                <a:cubicBezTo>
                  <a:pt x="2126838" y="6275117"/>
                  <a:pt x="2124109" y="6275530"/>
                  <a:pt x="2119778" y="6275665"/>
                </a:cubicBezTo>
                <a:lnTo>
                  <a:pt x="2110434" y="6282700"/>
                </a:lnTo>
                <a:lnTo>
                  <a:pt x="2081418" y="6289059"/>
                </a:lnTo>
                <a:lnTo>
                  <a:pt x="2088526" y="6281659"/>
                </a:lnTo>
                <a:cubicBezTo>
                  <a:pt x="2076371" y="6277676"/>
                  <a:pt x="2071903" y="6270803"/>
                  <a:pt x="2059717" y="6292002"/>
                </a:cubicBezTo>
                <a:cubicBezTo>
                  <a:pt x="2032291" y="6286224"/>
                  <a:pt x="2028634" y="6298813"/>
                  <a:pt x="1993045" y="6306390"/>
                </a:cubicBezTo>
                <a:cubicBezTo>
                  <a:pt x="1976971" y="6300063"/>
                  <a:pt x="1965178" y="6303922"/>
                  <a:pt x="1954075" y="6311066"/>
                </a:cubicBezTo>
                <a:cubicBezTo>
                  <a:pt x="1918456" y="6310689"/>
                  <a:pt x="1887456" y="6322102"/>
                  <a:pt x="1848190" y="6327771"/>
                </a:cubicBezTo>
                <a:lnTo>
                  <a:pt x="1737951" y="6344513"/>
                </a:lnTo>
                <a:lnTo>
                  <a:pt x="1696709" y="6346605"/>
                </a:lnTo>
                <a:cubicBezTo>
                  <a:pt x="1692504" y="6346100"/>
                  <a:pt x="1663837" y="6347211"/>
                  <a:pt x="1661872" y="6347587"/>
                </a:cubicBezTo>
                <a:lnTo>
                  <a:pt x="1655864" y="6347808"/>
                </a:lnTo>
                <a:lnTo>
                  <a:pt x="1633028" y="6358060"/>
                </a:lnTo>
                <a:cubicBezTo>
                  <a:pt x="1618899" y="6356602"/>
                  <a:pt x="1619623" y="6369112"/>
                  <a:pt x="1606576" y="6366899"/>
                </a:cubicBezTo>
                <a:lnTo>
                  <a:pt x="1461291" y="6379054"/>
                </a:lnTo>
                <a:lnTo>
                  <a:pt x="1428798" y="6379606"/>
                </a:lnTo>
                <a:cubicBezTo>
                  <a:pt x="1424834" y="6377722"/>
                  <a:pt x="1419064" y="6376842"/>
                  <a:pt x="1409244" y="6378241"/>
                </a:cubicBezTo>
                <a:lnTo>
                  <a:pt x="1406951" y="6379043"/>
                </a:lnTo>
                <a:lnTo>
                  <a:pt x="1391002" y="6374347"/>
                </a:lnTo>
                <a:cubicBezTo>
                  <a:pt x="1385899" y="6372215"/>
                  <a:pt x="1381417" y="6369535"/>
                  <a:pt x="1377852" y="6366097"/>
                </a:cubicBezTo>
                <a:cubicBezTo>
                  <a:pt x="1352108" y="6365458"/>
                  <a:pt x="1267249" y="6359383"/>
                  <a:pt x="1239424" y="6359700"/>
                </a:cubicBezTo>
                <a:cubicBezTo>
                  <a:pt x="1211599" y="6360016"/>
                  <a:pt x="1221978" y="6361392"/>
                  <a:pt x="1208014" y="6357188"/>
                </a:cubicBezTo>
                <a:lnTo>
                  <a:pt x="1152751" y="6345283"/>
                </a:lnTo>
                <a:lnTo>
                  <a:pt x="949771" y="6335308"/>
                </a:lnTo>
                <a:cubicBezTo>
                  <a:pt x="888502" y="6312655"/>
                  <a:pt x="822682" y="6331858"/>
                  <a:pt x="752723" y="6320875"/>
                </a:cubicBezTo>
                <a:cubicBezTo>
                  <a:pt x="697396" y="6317271"/>
                  <a:pt x="686655" y="6275609"/>
                  <a:pt x="665167" y="6275293"/>
                </a:cubicBezTo>
                <a:cubicBezTo>
                  <a:pt x="657908" y="6276764"/>
                  <a:pt x="625159" y="6270979"/>
                  <a:pt x="618141" y="6273378"/>
                </a:cubicBezTo>
                <a:cubicBezTo>
                  <a:pt x="606112" y="6250236"/>
                  <a:pt x="628751" y="6263137"/>
                  <a:pt x="596498" y="6261621"/>
                </a:cubicBezTo>
                <a:cubicBezTo>
                  <a:pt x="598654" y="6267969"/>
                  <a:pt x="583476" y="6241875"/>
                  <a:pt x="568296" y="6259035"/>
                </a:cubicBezTo>
                <a:lnTo>
                  <a:pt x="550874" y="6247808"/>
                </a:lnTo>
                <a:lnTo>
                  <a:pt x="521056" y="6251759"/>
                </a:lnTo>
                <a:cubicBezTo>
                  <a:pt x="512844" y="6252767"/>
                  <a:pt x="496898" y="6238469"/>
                  <a:pt x="487255" y="6237156"/>
                </a:cubicBezTo>
                <a:cubicBezTo>
                  <a:pt x="449168" y="6235869"/>
                  <a:pt x="452372" y="6218847"/>
                  <a:pt x="431825" y="6228675"/>
                </a:cubicBezTo>
                <a:cubicBezTo>
                  <a:pt x="409674" y="6239271"/>
                  <a:pt x="353899" y="6202116"/>
                  <a:pt x="346639" y="6209624"/>
                </a:cubicBezTo>
                <a:cubicBezTo>
                  <a:pt x="335776" y="6218525"/>
                  <a:pt x="269484" y="6176632"/>
                  <a:pt x="271007" y="6188053"/>
                </a:cubicBezTo>
                <a:cubicBezTo>
                  <a:pt x="223668" y="6157668"/>
                  <a:pt x="207158" y="6173403"/>
                  <a:pt x="189996" y="6162482"/>
                </a:cubicBezTo>
                <a:cubicBezTo>
                  <a:pt x="167941" y="6147838"/>
                  <a:pt x="134526" y="6155297"/>
                  <a:pt x="121342" y="6139836"/>
                </a:cubicBezTo>
                <a:cubicBezTo>
                  <a:pt x="108158" y="6124375"/>
                  <a:pt x="113782" y="6146084"/>
                  <a:pt x="90669" y="6116573"/>
                </a:cubicBezTo>
                <a:cubicBezTo>
                  <a:pt x="76705" y="6097951"/>
                  <a:pt x="64226" y="6077165"/>
                  <a:pt x="49115" y="6053333"/>
                </a:cubicBezTo>
                <a:cubicBezTo>
                  <a:pt x="34004" y="6029501"/>
                  <a:pt x="12038" y="6070748"/>
                  <a:pt x="0" y="602404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19836955"/>
      </p:ext>
    </p:extLst>
  </p:cSld>
  <p:clrMapOvr>
    <a:masterClrMapping/>
  </p:clrMapOvr>
</p:sld>
</file>

<file path=ppt/slides/slide9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7483956"/>
      </p:ext>
    </p:extLst>
  </p:cSld>
  <p:clrMapOvr>
    <a:masterClrMapping/>
  </p:clrMapOvr>
</p:sld>
</file>

<file path=ppt/slides/slide9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tem piedade (arrastado)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496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Senhor tem piedade (X3)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 nós.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Cristo...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Senhor 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31384584"/>
      </p:ext>
    </p:extLst>
  </p:cSld>
  <p:clrMapOvr>
    <a:masterClrMapping/>
  </p:clrMapOvr>
</p:sld>
</file>

<file path=ppt/slides/slide9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7205585"/>
      </p:ext>
    </p:extLst>
  </p:cSld>
  <p:clrMapOvr>
    <a:masterClrMapping/>
  </p:clrMapOvr>
</p:sld>
</file>

<file path=ppt/slides/slide9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tem piedade de nós (clássico)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210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Senhor tem piedade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Somos o teu povo pecador.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Toma a nossa vida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 pecado e 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Enche-nos o espírito de amor.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Cristo… Senhor…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375319208"/>
      </p:ext>
    </p:extLst>
  </p:cSld>
  <p:clrMapOvr>
    <a:masterClrMapping/>
  </p:clrMapOvr>
</p:sld>
</file>

<file path=ppt/slides/slide9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363763"/>
      </p:ext>
    </p:extLst>
  </p:cSld>
  <p:clrMapOvr>
    <a:masterClrMapping/>
  </p:clrMapOvr>
</p:sld>
</file>

<file path=ppt/slides/slide9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tende piedade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4968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Senhor tende piedade de nós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 Cristo...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Senhor ...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ø" panose="00000200000000000000" pitchFamily="2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70481347"/>
      </p:ext>
    </p:extLst>
  </p:cSld>
  <p:clrMapOvr>
    <a:masterClrMapping/>
  </p:clrMapOvr>
</p:sld>
</file>

<file path=ppt/slides/slide9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9635952"/>
      </p:ext>
    </p:extLst>
  </p:cSld>
  <p:clrMapOvr>
    <a:masterClrMapping/>
  </p:clrMapOvr>
</p:sld>
</file>

<file path=ppt/slides/slide9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Perdoa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89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Perdoa Senhor o nosso dia,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ausência de gestos corajosos,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fraqueza dos atos consentidos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 vida dos momentos mal amados.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58067081"/>
      </p:ext>
    </p:extLst>
  </p:cSld>
  <p:clrMapOvr>
    <a:masterClrMapping/>
  </p:clrMapOvr>
</p:sld>
</file>

<file path=ppt/slides/slide9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3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Perdoa o espaço que te não demos,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Perdoa, porque não nos libertamos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Perdoa as correntes que pusemos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Em Ti Senhor porque não ousamos.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22181864"/>
      </p:ext>
    </p:extLst>
  </p:cSld>
  <p:clrMapOvr>
    <a:masterClrMapping/>
  </p:clrMapOvr>
</p:sld>
</file>

<file path=ppt/slides/slide9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0672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Contudo faz-nos sentir,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Perdoar é esquecer a antiga guerra,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E partindo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Recomeçar de novo,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Como o sol que sempre beija a terra.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04161514"/>
      </p:ext>
    </p:extLst>
  </p:cSld>
  <p:clrMapOvr>
    <a:masterClrMapping/>
  </p:clrMapOvr>
</p:sld>
</file>

<file path=ppt/slides/slide9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8128236"/>
      </p:ext>
    </p:extLst>
  </p:cSld>
  <p:clrMapOvr>
    <a:masterClrMapping/>
  </p:clrMapOvr>
</p:sld>
</file>

<file path=ppt/slides/slide9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Senhor tem piedade (Oh Cristo)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111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1077519"/>
      </p:ext>
    </p:extLst>
  </p:cSld>
  <p:clrMapOvr>
    <a:masterClrMapping/>
  </p:clrMapOvr>
</p:sld>
</file>

<file path=ppt/slides/slide9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Cristo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Cristo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Oh Cristo tem piedade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Oh Cristo tem piedade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50974480"/>
      </p:ext>
    </p:extLst>
  </p:cSld>
  <p:clrMapOvr>
    <a:masterClrMapping/>
  </p:clrMapOvr>
</p:sld>
</file>

<file path=ppt/slides/slide9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Senhor tem piedade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72492151"/>
      </p:ext>
    </p:extLst>
  </p:cSld>
  <p:clrMapOvr>
    <a:masterClrMapping/>
  </p:clrMapOvr>
</p:sld>
</file>

<file path=ppt/slides/slide9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233912"/>
      </p:ext>
    </p:extLst>
  </p:cSld>
  <p:clrMapOvr>
    <a:masterClrMapping/>
  </p:clrMapOvr>
</p:sld>
</file>

<file path=ppt/slides/slide9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Fala Senhor (Mostra Senhor o caminho)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231849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 Senhor o caminho que tu queres que eu percorra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Mostra Senhor o caminho, quero ouvir tua voz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9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63522280"/>
      </p:ext>
    </p:extLst>
  </p:cSld>
  <p:clrMapOvr>
    <a:masterClrMapping/>
  </p:clrMapOvr>
</p:sld>
</file>

<file path=ppt/slides/slide9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81177"/>
            <a:ext cx="9233807" cy="4363006"/>
          </a:xfrm>
        </p:spPr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Fala Senhor que teu servo escuta (x4)</a:t>
            </a:r>
            <a:endParaRPr lang="pt-PT" sz="80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89931159"/>
      </p:ext>
    </p:extLst>
  </p:cSld>
  <p:clrMapOvr>
    <a:masterClrMapping/>
  </p:clrMapOvr>
</p:sld>
</file>

<file path=ppt/slides/slide9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0665941"/>
      </p:ext>
    </p:extLst>
  </p:cSld>
  <p:clrMapOvr>
    <a:masterClrMapping/>
  </p:clrMapOvr>
</p:sld>
</file>

<file path=ppt/slides/slide9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Deus está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1406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Deus está.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no meio de nós: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Ele é nosso amigo,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Não nos deixará jamais: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         Aleluia! 	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08063203"/>
      </p:ext>
    </p:extLst>
  </p:cSld>
  <p:clrMapOvr>
    <a:masterClrMapping/>
  </p:clrMapOvr>
</p:sld>
</file>

<file path=ppt/slides/slide9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1171070"/>
      </p:ext>
    </p:extLst>
  </p:cSld>
  <p:clrMapOvr>
    <a:masterClrMapping/>
  </p:clrMapOvr>
</p:sld>
</file>

<file path=ppt/slides/slide9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Glória ao Senhor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3270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Aleluia! 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Aleluia! 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Glória a Deus no alto dos Céus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Paz na terra a todos os homens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Ressuscitou o Salvador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Aleluia, Glória ao Senhor!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3206803"/>
      </p:ext>
    </p:extLst>
  </p:cSld>
  <p:clrMapOvr>
    <a:masterClrMapping/>
  </p:clrMapOvr>
</p:sld>
</file>

<file path=ppt/slides/slide9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0170373"/>
      </p:ext>
    </p:extLst>
  </p:cSld>
  <p:clrMapOvr>
    <a:masterClrMapping/>
  </p:clrMapOvr>
</p:sld>
</file>

<file path=ppt/slides/slide9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Novo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1115"/>
            <a:ext cx="9233807" cy="4363006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7100" b="1" i="1" dirty="0">
                <a:latin typeface="Abadi Extra Light" panose="020B0204020104020204" pitchFamily="34" charset="0"/>
              </a:rPr>
              <a:t>Aleluia, Aleluia! Aleluia,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7100" b="1" i="1" dirty="0">
                <a:latin typeface="Abadi Extra Light" panose="020B0204020104020204" pitchFamily="34" charset="0"/>
              </a:rPr>
              <a:t>Aleluia, Aleluia!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Cantai ao Senhor um cântico novo,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800" dirty="0">
                <a:latin typeface="Abadi Extra Light" panose="020B0204020104020204" pitchFamily="34" charset="0"/>
              </a:rPr>
              <a:t>Cantai ao Senhor, Povos da terra.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84911079"/>
      </p:ext>
    </p:extLst>
  </p:cSld>
  <p:clrMapOvr>
    <a:masterClrMapping/>
  </p:clrMapOvr>
</p:sld>
</file>

<file path=ppt/slides/slide9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97946"/>
      </p:ext>
    </p:extLst>
  </p:cSld>
  <p:clrMapOvr>
    <a:masterClrMapping/>
  </p:clrMapOvr>
</p:sld>
</file>

<file path=ppt/slides/slide9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(Leonard Cohen)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33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Eu canto para ti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E tu me acompanhas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Em todos os momentos tu me ouves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39398464"/>
      </p:ext>
    </p:extLst>
  </p:cSld>
  <p:clrMapOvr>
    <a:masterClrMapping/>
  </p:clrMapOvr>
</p:sld>
</file>

<file path=ppt/slides/slide9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Por amor do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Cantarei para ti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Louvado sejas, Aleluia!</a:t>
            </a:r>
            <a:endParaRPr lang="pt-PT" sz="2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94293783"/>
      </p:ext>
    </p:extLst>
  </p:cSld>
  <p:clrMapOvr>
    <a:masterClrMapping/>
  </p:clrMapOvr>
</p:sld>
</file>

<file path=ppt/slides/slide9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66544"/>
            <a:ext cx="9233807" cy="4363006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Aleluia, Aleluia, Aleluia, Aleluia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9233989"/>
      </p:ext>
    </p:extLst>
  </p:cSld>
  <p:clrMapOvr>
    <a:masterClrMapping/>
  </p:clrMapOvr>
</p:sld>
</file>

<file path=ppt/slides/slide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Por amor do teu nome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Cantarei para ti</a:t>
            </a:r>
            <a:br>
              <a:rPr lang="pt-PT" sz="19200" dirty="0">
                <a:latin typeface="Abadi Extra Light" panose="020B0204020104020204" pitchFamily="34" charset="0"/>
              </a:rPr>
            </a:br>
            <a:r>
              <a:rPr lang="pt-PT" sz="19200" dirty="0">
                <a:latin typeface="Abadi Extra Light" panose="020B0204020104020204" pitchFamily="34" charset="0"/>
              </a:rPr>
              <a:t>Louvado sejas, Aleluia!</a:t>
            </a:r>
            <a:endParaRPr lang="pt-PT" sz="2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26587721"/>
      </p:ext>
    </p:extLst>
  </p:cSld>
  <p:clrMapOvr>
    <a:masterClrMapping/>
  </p:clrMapOvr>
</p:sld>
</file>

<file path=ppt/slides/slide10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466544"/>
            <a:ext cx="9233807" cy="4363006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Aleluia, Aleluia, Aleluia, Aleluia</a:t>
            </a: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90945734"/>
      </p:ext>
    </p:extLst>
  </p:cSld>
  <p:clrMapOvr>
    <a:masterClrMapping/>
  </p:clrMapOvr>
</p:sld>
</file>

<file path=ppt/slides/slide1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3290974"/>
      </p:ext>
    </p:extLst>
  </p:cSld>
  <p:clrMapOvr>
    <a:masterClrMapping/>
  </p:clrMapOvr>
</p:sld>
</file>

<file path=ppt/slides/slide1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 Taizé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1115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Aleluia, Aleluia, Aleluia, Aleluia (x4)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20131195"/>
      </p:ext>
    </p:extLst>
  </p:cSld>
  <p:clrMapOvr>
    <a:masterClrMapping/>
  </p:clrMapOvr>
</p:sld>
</file>

<file path=ppt/slides/slide10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9846634"/>
      </p:ext>
    </p:extLst>
  </p:cSld>
  <p:clrMapOvr>
    <a:masterClrMapping/>
  </p:clrMapOvr>
</p:sld>
</file>

<file path=ppt/slides/slide10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Aleluia, a palavra é Deus em nós 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5546"/>
            <a:ext cx="9144000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Aleluia, a palavra é Deus em nós 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Aleluia, aleluia, aleluia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0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98265290"/>
      </p:ext>
    </p:extLst>
  </p:cSld>
  <p:clrMapOvr>
    <a:masterClrMapping/>
  </p:clrMapOvr>
</p:sld>
</file>

<file path=ppt/slides/slide10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4408615"/>
      </p:ext>
    </p:extLst>
  </p:cSld>
  <p:clrMapOvr>
    <a:masterClrMapping/>
  </p:clrMapOvr>
</p:sld>
</file>

<file path=ppt/slides/slide10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Desde o pronto amanhecer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733632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Desde o pronto amanhecer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Até que se ponha o sol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8800" dirty="0">
                <a:latin typeface="Abadi Extra Light" panose="020B0204020104020204" pitchFamily="34" charset="0"/>
              </a:rPr>
              <a:t>Eu louvarei o nome do Senhor</a:t>
            </a:r>
            <a:endParaRPr lang="pt-PT" sz="27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87121302"/>
      </p:ext>
    </p:extLst>
  </p:cSld>
  <p:clrMapOvr>
    <a:masterClrMapping/>
  </p:clrMapOvr>
</p:sld>
</file>

<file path=ppt/slides/slide10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78295" y="672732"/>
            <a:ext cx="9233807" cy="5512535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Aleluia (Palma) louvai a Deus!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Todos louvai ao Senhor!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Louvai o nome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(x2) </a:t>
            </a: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000" b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35117147"/>
      </p:ext>
    </p:extLst>
  </p:cSld>
  <p:clrMapOvr>
    <a:masterClrMapping/>
  </p:clrMapOvr>
</p:sld>
</file>

<file path=ppt/slides/slide10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694210"/>
      </p:ext>
    </p:extLst>
  </p:cSld>
  <p:clrMapOvr>
    <a:masterClrMapping/>
  </p:clrMapOvr>
</p:sld>
</file>

<file path=ppt/slides/slide10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Jesus Cristo és minha vida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582175"/>
            <a:ext cx="9233807" cy="5196693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vida, 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vida, És minha vida, Aleluia!</a:t>
            </a:r>
            <a:endParaRPr lang="pt-PT" sz="3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43744475"/>
      </p:ext>
    </p:extLst>
  </p:cSld>
  <p:clrMapOvr>
    <a:masterClrMapping/>
  </p:clrMapOvr>
</p:sld>
</file>

<file path=ppt/slides/slide10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És caminho, Tu És a verdade,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Tu és a nossa vida.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Caminhando junto a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Viveremos </a:t>
            </a:r>
            <a:r>
              <a:rPr lang="pt-PT" sz="24000" dirty="0" err="1">
                <a:latin typeface="Abadi Extra Light" panose="020B0204020104020204" pitchFamily="34" charset="0"/>
              </a:rPr>
              <a:t>p’ra</a:t>
            </a:r>
            <a:r>
              <a:rPr lang="pt-PT" sz="24000" dirty="0">
                <a:latin typeface="Abadi Extra Light" panose="020B0204020104020204" pitchFamily="34" charset="0"/>
              </a:rPr>
              <a:t> sempre</a:t>
            </a:r>
            <a:endParaRPr lang="pt-PT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22660"/>
      </p:ext>
    </p:extLst>
  </p:cSld>
  <p:clrMapOvr>
    <a:masterClrMapping/>
  </p:clrMapOvr>
</p:sld>
</file>

<file path=ppt/slides/slide10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968C9-D899-9AA9-72F0-D9F43C95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AA56C3D-AF30-A256-87BB-B7D77F18C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08738"/>
            <a:ext cx="9233807" cy="5196693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vida, 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vida, És minha vida, Aleluia!</a:t>
            </a:r>
            <a:endParaRPr lang="pt-PT" sz="3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15EECC0-B4D3-47C2-47C7-C6ED1C0D12C3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02191283"/>
      </p:ext>
    </p:extLst>
  </p:cSld>
  <p:clrMapOvr>
    <a:masterClrMapping/>
  </p:clrMapOvr>
</p:sld>
</file>

<file path=ppt/slides/slide10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Caminhando em alegria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Trazendo o Teu Evangelho.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Testemunhas de caridade,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Filhos de Deus no mundo.</a:t>
            </a:r>
          </a:p>
        </p:txBody>
      </p:sp>
    </p:spTree>
    <p:extLst>
      <p:ext uri="{BB962C8B-B14F-4D97-AF65-F5344CB8AC3E}">
        <p14:creationId xmlns:p14="http://schemas.microsoft.com/office/powerpoint/2010/main" val="822704214"/>
      </p:ext>
    </p:extLst>
  </p:cSld>
  <p:clrMapOvr>
    <a:masterClrMapping/>
  </p:clrMapOvr>
</p:sld>
</file>

<file path=ppt/slides/slide10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2A2AB-8D1D-2AD4-6EA7-6342380DF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76A898E-BAD6-63D7-ECDC-937278F9C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08738"/>
            <a:ext cx="9233807" cy="5196693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vida, 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vida, És minha vida, Aleluia!</a:t>
            </a:r>
            <a:endParaRPr lang="pt-PT" sz="3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724DDAD-C98A-2CB2-75E5-813674857187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55315524"/>
      </p:ext>
    </p:extLst>
  </p:cSld>
  <p:clrMapOvr>
    <a:masterClrMapping/>
  </p:clrMapOvr>
</p:sld>
</file>

<file path=ppt/slides/slide10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Congregados na unidade,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No Teu amor unidos.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Na alegria diante de Ti,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Cantemos Tua Glória.</a:t>
            </a:r>
          </a:p>
        </p:txBody>
      </p:sp>
    </p:spTree>
    <p:extLst>
      <p:ext uri="{BB962C8B-B14F-4D97-AF65-F5344CB8AC3E}">
        <p14:creationId xmlns:p14="http://schemas.microsoft.com/office/powerpoint/2010/main" val="32212830"/>
      </p:ext>
    </p:extLst>
  </p:cSld>
  <p:clrMapOvr>
    <a:masterClrMapping/>
  </p:clrMapOvr>
</p:sld>
</file>

<file path=ppt/slides/slide10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EA06B-DDFD-C20A-DC33-D78C5BE04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72B726D-D8EA-4725-EC47-7BD1B0FC4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008738"/>
            <a:ext cx="9233807" cy="5196693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vida, Aleluia, Aleluia!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5700" b="1" i="1" dirty="0">
                <a:latin typeface="Abadi Extra Light" panose="020B0204020104020204" pitchFamily="34" charset="0"/>
              </a:rPr>
              <a:t>Jesus Cristo, És minha vida, És minha vida, Aleluia!</a:t>
            </a:r>
            <a:endParaRPr lang="pt-PT" sz="34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pt-PT" sz="4800" b="1" i="1" dirty="0">
              <a:latin typeface="ø" panose="00000200000000000000" pitchFamily="2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83131C4-FB4E-2567-231C-6E81C70E738F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016470978"/>
      </p:ext>
    </p:extLst>
  </p:cSld>
  <p:clrMapOvr>
    <a:masterClrMapping/>
  </p:clrMapOvr>
</p:sld>
</file>

<file path=ppt/slides/slide10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2708786"/>
      </p:ext>
    </p:extLst>
  </p:cSld>
  <p:clrMapOvr>
    <a:masterClrMapping/>
  </p:clrMapOvr>
</p:sld>
</file>

<file path=ppt/slides/slide10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Louvor a vós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03133"/>
            <a:ext cx="7886700" cy="5191722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5000" b="1" i="1" dirty="0">
                <a:latin typeface="Abadi Extra Light" panose="020B0204020104020204" pitchFamily="34" charset="0"/>
              </a:rPr>
              <a:t>Louvor a Vós,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b="1" i="1" dirty="0">
                <a:latin typeface="Abadi Extra Light" panose="020B0204020104020204" pitchFamily="34" charset="0"/>
              </a:rPr>
              <a:t>Rei da eterna glória,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5000" b="1" i="1" dirty="0">
                <a:latin typeface="Abadi Extra Light" panose="020B0204020104020204" pitchFamily="34" charset="0"/>
              </a:rPr>
              <a:t>louvor a Vós!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1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9000" dirty="0">
                <a:latin typeface="Abadi Extra Light" panose="020B0204020104020204" pitchFamily="34" charset="0"/>
              </a:rPr>
              <a:t>Nem só de Pão vive o homem, mas de toda a palavra que sai da boca de Deus.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7100" b="1" i="1" dirty="0"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20258531"/>
      </p:ext>
    </p:extLst>
  </p:cSld>
  <p:clrMapOvr>
    <a:masterClrMapping/>
  </p:clrMapOvr>
</p:sld>
</file>

<file path=ppt/slides/slide10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0210372"/>
      </p:ext>
    </p:extLst>
  </p:cSld>
  <p:clrMapOvr>
    <a:masterClrMapping/>
  </p:clrMapOvr>
</p:sld>
</file>

<file path=ppt/slides/slide10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63145"/>
            <a:ext cx="7886700" cy="99417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Sou a vida e a verdade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8990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Sou a Vida e 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Quem crê em Mim ressuscitará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feliz na eternidade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Para sempre viverá.</a:t>
            </a:r>
            <a:endParaRPr lang="pt-PT" sz="8700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72985106"/>
      </p:ext>
    </p:extLst>
  </p:cSld>
  <p:clrMapOvr>
    <a:masterClrMapping/>
  </p:clrMapOvr>
</p:sld>
</file>

<file path=ppt/slides/slide10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Aleluia, Aleluia,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Louvor e Glória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a Ti Senhor.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87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62093286"/>
      </p:ext>
    </p:extLst>
  </p:cSld>
  <p:clrMapOvr>
    <a:masterClrMapping/>
  </p:clrMapOvr>
</p:sld>
</file>

<file path=ppt/slides/slide10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131466"/>
      </p:ext>
    </p:extLst>
  </p:cSld>
  <p:clrMapOvr>
    <a:masterClrMapping/>
  </p:clrMapOvr>
</p:sld>
</file>

<file path=ppt/slides/slide10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(Hossana nos Céus)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Deus do Universo.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Cheios estão os Céus e terra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Da Tua glória, Hossana.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Hossana, Hossana,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Hossana nos Céus! (X2)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9001916"/>
      </p:ext>
    </p:extLst>
  </p:cSld>
  <p:clrMapOvr>
    <a:masterClrMapping/>
  </p:clrMapOvr>
</p:sld>
</file>

<file path=ppt/slides/slide10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Bendito o que vem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nome do Senhor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Hossana nos Céus, Hossana.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Hossana, Hossana,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nos Céus! (X2)</a:t>
            </a:r>
          </a:p>
          <a:p>
            <a:pPr marL="0" indent="0" algn="ctr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27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89833353"/>
      </p:ext>
    </p:extLst>
  </p:cSld>
  <p:clrMapOvr>
    <a:masterClrMapping/>
  </p:clrMapOvr>
</p:sld>
</file>

<file path=ppt/slides/slide10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391301"/>
      </p:ext>
    </p:extLst>
  </p:cSld>
  <p:clrMapOvr>
    <a:masterClrMapping/>
  </p:clrMapOvr>
</p:sld>
</file>

<file path=ppt/slides/slide10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(Braga)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Deus do universo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Os Céus e 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Proclamam a Vossa glória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Hossana, Hossana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Hossana nas alturas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251367"/>
      </p:ext>
    </p:extLst>
  </p:cSld>
  <p:clrMapOvr>
    <a:masterClrMapping/>
  </p:clrMapOvr>
</p:sld>
</file>

<file path=ppt/slides/slide10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Bendito é …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Aquele que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nome do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Hossana, Hossana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nas alturas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08513127"/>
      </p:ext>
    </p:extLst>
  </p:cSld>
  <p:clrMapOvr>
    <a:masterClrMapping/>
  </p:clrMapOvr>
</p:sld>
</file>

<file path=ppt/slides/slide10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715675"/>
      </p:ext>
    </p:extLst>
  </p:cSld>
  <p:clrMapOvr>
    <a:masterClrMapping/>
  </p:clrMapOvr>
</p:sld>
</file>

<file path=ppt/slides/slide10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(Antigo)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Santo, Santo, Santo é o Senhor.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Santo, Santo, Deus do universo.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Os céus e a terra, proclamam a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Vossa Glória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Hossana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Hossana nas alturas (X2)</a:t>
            </a:r>
            <a:endParaRPr lang="pt-PT" sz="24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3476227"/>
      </p:ext>
    </p:extLst>
  </p:cSld>
  <p:clrMapOvr>
    <a:masterClrMapping/>
  </p:clrMapOvr>
</p:sld>
</file>

<file path=ppt/slides/slide10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1203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Bendito o que vem,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nome do Senhor.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Hossana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Hossana nas alturas (X2)</a:t>
            </a:r>
            <a:endParaRPr lang="pt-PT" sz="3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648929"/>
      </p:ext>
    </p:extLst>
  </p:cSld>
  <p:clrMapOvr>
    <a:masterClrMapping/>
  </p:clrMapOvr>
</p:sld>
</file>

<file path=ppt/slides/slide10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720129"/>
      </p:ext>
    </p:extLst>
  </p:cSld>
  <p:clrMapOvr>
    <a:masterClrMapping/>
  </p:clrMapOvr>
</p:sld>
</file>

<file path=ppt/slides/slide10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(Hossana Hey)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Santo, Santo, Hossana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Hossana a Cristo Senhor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353425"/>
      </p:ext>
    </p:extLst>
  </p:cSld>
  <p:clrMapOvr>
    <a:masterClrMapping/>
  </p:clrMapOvr>
</p:sld>
</file>

<file path=ppt/slides/slide10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Os céus e a terra proclamam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vossa glória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a Cristo Senhor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92098205"/>
      </p:ext>
    </p:extLst>
  </p:cSld>
  <p:clrMapOvr>
    <a:masterClrMapping/>
  </p:clrMapOvr>
</p:sld>
</file>

<file path=ppt/slides/slide10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61450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Bendito aquele que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Em nome do Senhor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216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Hey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Hossana a Cristo Senhor (x2)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DA30FA-E874-48E7-8506-C0284CBA1E68}"/>
              </a:ext>
            </a:extLst>
          </p:cNvPr>
          <p:cNvSpPr txBox="1"/>
          <p:nvPr/>
        </p:nvSpPr>
        <p:spPr>
          <a:xfrm>
            <a:off x="11553092" y="242667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53457085"/>
      </p:ext>
    </p:extLst>
  </p:cSld>
  <p:clrMapOvr>
    <a:masterClrMapping/>
  </p:clrMapOvr>
</p:sld>
</file>

<file path=ppt/slides/slide10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471341"/>
      </p:ext>
    </p:extLst>
  </p:cSld>
  <p:clrMapOvr>
    <a:masterClrMapping/>
  </p:clrMapOvr>
</p:sld>
</file>

<file path=ppt/slides/slide10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(Jurássico)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Abadi Extra Light" panose="020B0204020104020204" pitchFamily="34" charset="0"/>
              </a:rPr>
              <a:t>Deus do universo.(X2)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Os Céus e toda a Terra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Proclamam para sempre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Vossa glória.(X2)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174070"/>
      </p:ext>
    </p:extLst>
  </p:cSld>
  <p:clrMapOvr>
    <a:masterClrMapping/>
  </p:clrMapOvr>
</p:sld>
</file>

<file path=ppt/slides/slide10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Deus do universo.(X2)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b="1" i="1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Hossana nas alturas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Bendito aquele que vem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dirty="0">
                <a:latin typeface="Abadi Extra Light" panose="020B0204020104020204" pitchFamily="34" charset="0"/>
              </a:rPr>
              <a:t>Em nome do Senhor.(X2)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Santo, 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Deus do universo.(X2)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76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8765120"/>
      </p:ext>
    </p:extLst>
  </p:cSld>
  <p:clrMapOvr>
    <a:masterClrMapping/>
  </p:clrMapOvr>
</p:sld>
</file>

<file path=ppt/slides/slide10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7519046"/>
      </p:ext>
    </p:extLst>
  </p:cSld>
  <p:clrMapOvr>
    <a:masterClrMapping/>
  </p:clrMapOvr>
</p:sld>
</file>

<file path=ppt/slides/slide10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Santo (2 vozes)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45938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Santo, Santo é o Senhor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i="1" dirty="0">
                <a:latin typeface="Abadi Extra Light" panose="020B0204020104020204" pitchFamily="34" charset="0"/>
              </a:rPr>
              <a:t>(Santo, Santo é o Senhor )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Senhor Deus do universo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i="1" dirty="0">
                <a:latin typeface="Abadi Extra Light" panose="020B0204020104020204" pitchFamily="34" charset="0"/>
              </a:rPr>
              <a:t>(Senhor Deus do universo 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Os Céus e a terra proclamam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i="1" dirty="0">
                <a:latin typeface="Abadi Extra Light" panose="020B0204020104020204" pitchFamily="34" charset="0"/>
              </a:rPr>
              <a:t>(Os Céus e a terra proclamam 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   A Vossa glória.  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4400" b="1" i="1" dirty="0">
                <a:latin typeface="Abadi Extra Light" panose="020B0204020104020204" pitchFamily="34" charset="0"/>
              </a:rPr>
              <a:t>(X2)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b="1" i="1" dirty="0">
                <a:latin typeface="ø" panose="00000200000000000000" pitchFamily="2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960986"/>
      </p:ext>
    </p:extLst>
  </p:cSld>
  <p:clrMapOvr>
    <a:masterClrMapping/>
  </p:clrMapOvr>
</p:sld>
</file>

<file path=ppt/slides/slide10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6048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Os Céus e a terra proclamam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a Vossa glória,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Hossana nas alturas.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9200" dirty="0">
              <a:latin typeface="Abadi Extra Light" panose="020B0204020104020204" pitchFamily="34" charset="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Bendito o que vem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em nome do Senhor,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Hossana nas alturas.</a:t>
            </a:r>
            <a:endParaRPr lang="pt-PT" sz="24000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108091"/>
      </p:ext>
    </p:extLst>
  </p:cSld>
  <p:clrMapOvr>
    <a:masterClrMapping/>
  </p:clrMapOvr>
</p:sld>
</file>

<file path=ppt/slides/slide10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56257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Santo, Santo é o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i="1" dirty="0">
                <a:latin typeface="Abadi Extra Light" panose="020B0204020104020204" pitchFamily="34" charset="0"/>
              </a:rPr>
              <a:t>(Santo, Santo é o Senhor )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Senhor Deus do universo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i="1" dirty="0">
                <a:latin typeface="Abadi Extra Light" panose="020B0204020104020204" pitchFamily="34" charset="0"/>
              </a:rPr>
              <a:t>(Senhor Deus do universo )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Bendito aquele que vem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i="1" dirty="0">
                <a:latin typeface="Abadi Extra Light" panose="020B0204020104020204" pitchFamily="34" charset="0"/>
              </a:rPr>
              <a:t>(Bendito aquele que vem)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b="1" i="1" dirty="0">
                <a:latin typeface="Abadi Extra Light" panose="020B0204020104020204" pitchFamily="34" charset="0"/>
              </a:rPr>
              <a:t>Em nome do Senhor. </a:t>
            </a:r>
            <a:r>
              <a:rPr lang="pt-PT" sz="24000" b="1" i="1" dirty="0">
                <a:latin typeface="ø" panose="00000200000000000000" pitchFamily="2" charset="0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789082"/>
      </p:ext>
    </p:extLst>
  </p:cSld>
  <p:clrMapOvr>
    <a:masterClrMapping/>
  </p:clrMapOvr>
</p:sld>
</file>

<file path=ppt/slides/slide10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6933211"/>
      </p:ext>
    </p:extLst>
  </p:cSld>
  <p:clrMapOvr>
    <a:masterClrMapping/>
  </p:clrMapOvr>
</p:sld>
</file>

<file path=ppt/slides/slide10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Pai Nosso Galego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302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Junto ao mar eu ouvi hoje,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Senhor Tua voz que me chamou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E me pediu que me entregasse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dirty="0">
                <a:latin typeface="Abadi Extra Light" panose="020B0204020104020204" pitchFamily="34" charset="0"/>
              </a:rPr>
              <a:t>A meu irmão.</a:t>
            </a:r>
          </a:p>
          <a:p>
            <a:pPr marL="0" indent="0">
              <a:buNone/>
            </a:pPr>
            <a:endParaRPr lang="pt-PT" sz="12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7455942"/>
      </p:ext>
    </p:extLst>
  </p:cSld>
  <p:clrMapOvr>
    <a:masterClrMapping/>
  </p:clrMapOvr>
</p:sld>
</file>

<file path=ppt/slides/slide10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309295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Essa voz me transformou,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A minha vida ela mudou,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 só penso agora Senhor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dirty="0">
                <a:latin typeface="Abadi Extra Light" panose="020B0204020104020204" pitchFamily="34" charset="0"/>
              </a:rPr>
              <a:t>Em repetir-Te: 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783111"/>
      </p:ext>
    </p:extLst>
  </p:cSld>
  <p:clrMapOvr>
    <a:masterClrMapping/>
  </p:clrMapOvr>
</p:sld>
</file>

<file path=ppt/slides/slide10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Pai nosso em Ti cremos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Pai nosso Te oferecemos,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Pai nosso nossas mãos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de irmãos.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913498"/>
      </p:ext>
    </p:extLst>
  </p:cSld>
  <p:clrMapOvr>
    <a:masterClrMapping/>
  </p:clrMapOvr>
</p:sld>
</file>

<file path=ppt/slides/slide10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3115959"/>
      </p:ext>
    </p:extLst>
  </p:cSld>
  <p:clrMapOvr>
    <a:masterClrMapping/>
  </p:clrMapOvr>
</p:sld>
</file>

<file path=ppt/slides/slide10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Pai Nosso (Paul Simon)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28225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Pai nosso tu que estás,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Nos que amam a verdade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Faz que o reino que por ti se deu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Chegue breve ao nosso coração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E o amor,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Que teu filho nos deixou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7600" dirty="0">
                <a:latin typeface="Abadi Extra Light" panose="020B0204020104020204" pitchFamily="34" charset="0"/>
              </a:rPr>
              <a:t>O amor! Venha habitar em nós.</a:t>
            </a:r>
            <a:endParaRPr lang="pt-PT" sz="4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45153"/>
      </p:ext>
    </p:extLst>
  </p:cSld>
  <p:clrMapOvr>
    <a:masterClrMapping/>
  </p:clrMapOvr>
</p:sld>
</file>

<file path=ppt/slides/slide10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38" y="0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no pão da unidade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Cristo dá-nos tua paz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perdoa todo o nosso mal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Como perdoamos Aos demais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não permitas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Que caiamos em tentação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Ó Senhor,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9200" dirty="0">
                <a:latin typeface="Abadi Extra Light" panose="020B0204020104020204" pitchFamily="34" charset="0"/>
              </a:rPr>
              <a:t>E tem piedade do mundo</a:t>
            </a:r>
          </a:p>
          <a:p>
            <a:pPr marL="0" indent="0">
              <a:buNone/>
            </a:pPr>
            <a:endParaRPr lang="pt-PT" sz="8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5274075"/>
      </p:ext>
    </p:extLst>
  </p:cSld>
  <p:clrMapOvr>
    <a:masterClrMapping/>
  </p:clrMapOvr>
</p:sld>
</file>

<file path=ppt/slides/slide10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0098145"/>
      </p:ext>
    </p:extLst>
  </p:cSld>
  <p:clrMapOvr>
    <a:masterClrMapping/>
  </p:clrMapOvr>
</p:sld>
</file>

<file path=ppt/slides/slide10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Clássico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3026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tirais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Tende piedade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(x2)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9237064"/>
      </p:ext>
    </p:extLst>
  </p:cSld>
  <p:clrMapOvr>
    <a:masterClrMapping/>
  </p:clrMapOvr>
</p:sld>
</file>

<file path=ppt/slides/slide10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tirais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Dai-nos a Paz. 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656810"/>
      </p:ext>
    </p:extLst>
  </p:cSld>
  <p:clrMapOvr>
    <a:masterClrMapping/>
  </p:clrMapOvr>
</p:sld>
</file>

<file path=ppt/slides/slide10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422846"/>
      </p:ext>
    </p:extLst>
  </p:cSld>
  <p:clrMapOvr>
    <a:masterClrMapping/>
  </p:clrMapOvr>
</p:sld>
</file>

<file path=ppt/slides/slide10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Espanhol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01664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Deus,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tiras o Pecado do Mundo.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Tem piedade de nós. (x2)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743222"/>
      </p:ext>
    </p:extLst>
  </p:cSld>
  <p:clrMapOvr>
    <a:masterClrMapping/>
  </p:clrMapOvr>
</p:sld>
</file>

<file path=ppt/slides/slide10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7497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tiras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Dá-nos a tua Paz.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9338733"/>
      </p:ext>
    </p:extLst>
  </p:cSld>
  <p:clrMapOvr>
    <a:masterClrMapping/>
  </p:clrMapOvr>
</p:sld>
</file>

<file path=ppt/slides/slide10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539602"/>
      </p:ext>
    </p:extLst>
  </p:cSld>
  <p:clrMapOvr>
    <a:masterClrMapping/>
  </p:clrMapOvr>
</p:sld>
</file>

<file path=ppt/slides/slide10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Novo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66233"/>
            <a:ext cx="9233807" cy="4363006"/>
          </a:xfrm>
        </p:spPr>
        <p:txBody>
          <a:bodyPr>
            <a:normAutofit fontScale="32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Que tirais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Tende piedade de nós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Tende piedade de nós.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1337596"/>
      </p:ext>
    </p:extLst>
  </p:cSld>
  <p:clrMapOvr>
    <a:masterClrMapping/>
  </p:clrMapOvr>
</p:sld>
</file>

<file path=ppt/slides/slide10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124749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tirais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Dai-nos a vossa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Dai-nos a vossa paz</a:t>
            </a:r>
            <a:r>
              <a:rPr lang="pt-PT" sz="16000" b="1" i="1" dirty="0">
                <a:latin typeface="Abadi Extra Light" panose="020B0204020104020204" pitchFamily="34" charset="0"/>
              </a:rPr>
              <a:t>.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94158"/>
      </p:ext>
    </p:extLst>
  </p:cSld>
  <p:clrMapOvr>
    <a:masterClrMapping/>
  </p:clrMapOvr>
</p:sld>
</file>

<file path=ppt/slides/slide10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8904167"/>
      </p:ext>
    </p:extLst>
  </p:cSld>
  <p:clrMapOvr>
    <a:masterClrMapping/>
  </p:clrMapOvr>
</p:sld>
</file>

<file path=ppt/slides/slide10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(2 vozes)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72803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Cordeiro de Deus,                  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Que tiras o Pecado do Mundo.   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Tem piedade de nós.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(Tem piedade de nós.)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1600" b="1" i="1" dirty="0">
                <a:latin typeface="Abadi Extra Light" panose="020B0204020104020204" pitchFamily="34" charset="0"/>
              </a:rPr>
              <a:t>(x4)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479160"/>
      </p:ext>
    </p:extLst>
  </p:cSld>
  <p:clrMapOvr>
    <a:masterClrMapping/>
  </p:clrMapOvr>
</p:sld>
</file>

<file path=ppt/slides/slide10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4904" y="869428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Cordeiro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Que tiras o pecado do Mundo.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Dá-nos a tua Paz.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(Dá-nos a tua Paz.)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(x4)</a:t>
            </a: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525616"/>
      </p:ext>
    </p:extLst>
  </p:cSld>
  <p:clrMapOvr>
    <a:masterClrMapping/>
  </p:clrMapOvr>
</p:sld>
</file>

<file path=ppt/slides/slide10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5780445"/>
      </p:ext>
    </p:extLst>
  </p:cSld>
  <p:clrMapOvr>
    <a:masterClrMapping/>
  </p:clrMapOvr>
</p:sld>
</file>

<file path=ppt/slides/slide10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(Paz Senhor)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2092610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 que tirais o pecado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Tende piedade, piedade de nós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759499"/>
      </p:ext>
    </p:extLst>
  </p:cSld>
  <p:clrMapOvr>
    <a:masterClrMapping/>
  </p:clrMapOvr>
</p:sld>
</file>

<file path=ppt/slides/slide10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84889"/>
            <a:ext cx="9233807" cy="4363006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Cordeiro de Deus que tirais o pecado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6000" b="1" i="1" dirty="0">
                <a:latin typeface="Abadi Extra Light" panose="020B0204020104020204" pitchFamily="34" charset="0"/>
              </a:rPr>
              <a:t>Dai-nos a Paz, a Paz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351273"/>
      </p:ext>
    </p:extLst>
  </p:cSld>
  <p:clrMapOvr>
    <a:masterClrMapping/>
  </p:clrMapOvr>
</p:sld>
</file>

<file path=ppt/slides/slide10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5280239"/>
      </p:ext>
    </p:extLst>
  </p:cSld>
  <p:clrMapOvr>
    <a:masterClrMapping/>
  </p:clrMapOvr>
</p:sld>
</file>

<file path=ppt/slides/slide10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(Tropical)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943141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Cordeiro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que tirais o pecado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Tende piedade de nós..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18500" b="1" i="1" dirty="0">
                <a:latin typeface="Abadi Extra Light" panose="020B0204020104020204" pitchFamily="34" charset="0"/>
              </a:rPr>
              <a:t>Tende piedade de nós 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6188204"/>
      </p:ext>
    </p:extLst>
  </p:cSld>
  <p:clrMapOvr>
    <a:masterClrMapping/>
  </p:clrMapOvr>
</p:sld>
</file>

<file path=ppt/slides/slide10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25466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Cordeiro de Deus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que tirais o pecado do mundo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Dai-nos a paz..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Dai-nos a paz</a:t>
            </a: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Abadi Extra Light" panose="020B0204020104020204" pitchFamily="34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3674774"/>
      </p:ext>
    </p:extLst>
  </p:cSld>
  <p:clrMapOvr>
    <a:masterClrMapping/>
  </p:clrMapOvr>
</p:sld>
</file>

<file path=ppt/slides/slide10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1774785"/>
      </p:ext>
    </p:extLst>
  </p:cSld>
  <p:clrMapOvr>
    <a:masterClrMapping/>
  </p:clrMapOvr>
</p:sld>
</file>

<file path=ppt/slides/slide10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B8410-BE44-4D6A-B5C5-1E1D4466C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8084"/>
            <a:ext cx="7886700" cy="994172"/>
          </a:xfrm>
          <a:solidFill>
            <a:schemeClr val="accent5">
              <a:lumMod val="75000"/>
            </a:schemeClr>
          </a:solidFill>
        </p:spPr>
        <p:txBody>
          <a:bodyPr>
            <a:noAutofit/>
          </a:bodyPr>
          <a:lstStyle/>
          <a:p>
            <a:pPr algn="ctr"/>
            <a:r>
              <a:rPr lang="pt-PT" sz="3600" b="1" u="sng" dirty="0">
                <a:solidFill>
                  <a:schemeClr val="bg1"/>
                </a:solidFill>
                <a:latin typeface="Abadi Extra Light" panose="020B0204020104020204" pitchFamily="34" charset="0"/>
              </a:rPr>
              <a:t>Cântico:</a:t>
            </a:r>
            <a:br>
              <a:rPr lang="pt-PT" sz="3600" u="sng" dirty="0">
                <a:solidFill>
                  <a:schemeClr val="bg1"/>
                </a:solidFill>
                <a:latin typeface="Abadi Extra Light" panose="020B0204020104020204" pitchFamily="34" charset="0"/>
              </a:rPr>
            </a:br>
            <a:r>
              <a:rPr lang="pt-PT" sz="3600" dirty="0">
                <a:solidFill>
                  <a:schemeClr val="bg1"/>
                </a:solidFill>
                <a:latin typeface="Abadi Extra Light" panose="020B0204020104020204" pitchFamily="34" charset="0"/>
              </a:rPr>
              <a:t>Cordeiro (Nós Senhor)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9807" y="1811257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Cordeiro de Deus que tiras o pecado do mundo,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Tem piedade de nós, Senhor, tem piedade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4000" b="1" i="1" dirty="0">
                <a:latin typeface="Abadi Extra Light" panose="020B0204020104020204" pitchFamily="34" charset="0"/>
              </a:rPr>
              <a:t>(x2)</a:t>
            </a:r>
          </a:p>
          <a:p>
            <a:pPr marL="0" indent="0" algn="ctr">
              <a:lnSpc>
                <a:spcPct val="120000"/>
              </a:lnSpc>
              <a:buNone/>
            </a:pPr>
            <a:endParaRPr lang="pt-PT" sz="16000" b="1" i="1" dirty="0"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sz="1600" b="1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560835"/>
      </p:ext>
    </p:extLst>
  </p:cSld>
  <p:clrMapOvr>
    <a:masterClrMapping/>
  </p:clrMapOvr>
</p:sld>
</file>

<file path=ppt/slides/slide10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6FB993-1A6C-44AB-95F2-321C97C83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17534"/>
            <a:ext cx="9233807" cy="4363006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Cordeiro de Deus que tiras o pecado do mundo,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Dá-nos a Tua paz, Senhor, dá-nos a tua paz.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26400" b="1" i="1" dirty="0">
                <a:latin typeface="Abadi Extra Light" panose="020B0204020104020204" pitchFamily="34" charset="0"/>
              </a:rPr>
              <a:t>Dá-nos a tua paz, Senhor</a:t>
            </a:r>
          </a:p>
          <a:p>
            <a:pPr marL="0" indent="0">
              <a:buNone/>
            </a:pPr>
            <a:endParaRPr lang="pt-PT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65040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7423171-dbd0-4b76-8baa-d20daff07056}" enabled="1" method="Standard" siteId="{1b767821-f247-495a-be34-07df348d4448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26773</Words>
  <Application>Microsoft Office PowerPoint</Application>
  <PresentationFormat>On-screen Show (4:3)</PresentationFormat>
  <Paragraphs>5402</Paragraphs>
  <Slides>1068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1068</vt:i4>
      </vt:variant>
    </vt:vector>
  </HeadingPairs>
  <TitlesOfParts>
    <vt:vector size="1074" baseType="lpstr">
      <vt:lpstr>Abadi Extra Light</vt:lpstr>
      <vt:lpstr>Arial</vt:lpstr>
      <vt:lpstr>Calibri</vt:lpstr>
      <vt:lpstr>Calibri Light</vt:lpstr>
      <vt:lpstr>ø</vt:lpstr>
      <vt:lpstr>Tema do Office</vt:lpstr>
      <vt:lpstr>PowerPoint Presentation</vt:lpstr>
      <vt:lpstr>PowerPoint Presentation</vt:lpstr>
      <vt:lpstr>PowerPoint Presentation</vt:lpstr>
      <vt:lpstr>PowerPoint Presentation</vt:lpstr>
      <vt:lpstr>Cântico: A festa da música</vt:lpstr>
      <vt:lpstr>PowerPoint Presentation</vt:lpstr>
      <vt:lpstr>PowerPoint Presentation</vt:lpstr>
      <vt:lpstr>PowerPoint Presentation</vt:lpstr>
      <vt:lpstr>PowerPoint Presentation</vt:lpstr>
      <vt:lpstr>Cântico: A minh’alma descansa em paz</vt:lpstr>
      <vt:lpstr>PowerPoint Presentation</vt:lpstr>
      <vt:lpstr>Cântico: A ti meu Deus</vt:lpstr>
      <vt:lpstr>PowerPoint Presentation</vt:lpstr>
      <vt:lpstr>PowerPoint Presentation</vt:lpstr>
      <vt:lpstr>Cântico: A Ti Senhor meu Deus</vt:lpstr>
      <vt:lpstr>PowerPoint Presentation</vt:lpstr>
      <vt:lpstr>Cântico: A treze de maio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Acreditar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Adeste Fideles</vt:lpstr>
      <vt:lpstr>PowerPoint Presentation</vt:lpstr>
      <vt:lpstr>PowerPoint Presentation</vt:lpstr>
      <vt:lpstr>PowerPoint Presentation</vt:lpstr>
      <vt:lpstr>Cântico: Adoramus te, O Christe</vt:lpstr>
      <vt:lpstr>PowerPoint Presentation</vt:lpstr>
      <vt:lpstr>Cântico: Alegria de Viver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Alegria de ser jovem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Aleluia, já nasceu o Salvador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Ando à procura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Aprendiz de Viajante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Aqui estou Deus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Batiza-me Senhor</vt:lpstr>
      <vt:lpstr>PowerPoint Presentation</vt:lpstr>
      <vt:lpstr>PowerPoint Presentation</vt:lpstr>
      <vt:lpstr>Cântico: Bendiz o Senhor (Bless the Lord, my soul)</vt:lpstr>
      <vt:lpstr>PowerPoint Presentation</vt:lpstr>
      <vt:lpstr>Cântico: Bendizemos o teu nome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Bom Pastor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Braços no 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Caminhar</vt:lpstr>
      <vt:lpstr>PowerPoint Presentation</vt:lpstr>
      <vt:lpstr>PowerPoint Presentation</vt:lpstr>
      <vt:lpstr>Cântico: Caminho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Cantai, rezai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Cantai, todos os povos (Laudate omnes gentes)</vt:lpstr>
      <vt:lpstr>PowerPoint Presentation</vt:lpstr>
      <vt:lpstr>Cântico: Cantarei ao Senhor</vt:lpstr>
      <vt:lpstr>PowerPoint Presentation</vt:lpstr>
      <vt:lpstr>Cântico: Cantarei, cantarei</vt:lpstr>
      <vt:lpstr>PowerPoint Presentation</vt:lpstr>
      <vt:lpstr>PowerPoint Presentation</vt:lpstr>
      <vt:lpstr>PowerPoint Presentation</vt:lpstr>
      <vt:lpstr>PowerPoint Presentation</vt:lpstr>
      <vt:lpstr>Cântico: Como são belos os pés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Confiarei (O Senhor é meu pastor)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Consagração a Nossa Senhora</vt:lpstr>
      <vt:lpstr>PowerPoint Presentation</vt:lpstr>
      <vt:lpstr>PowerPoint Presentation</vt:lpstr>
      <vt:lpstr>PowerPoint Presentation</vt:lpstr>
      <vt:lpstr>Cântico: Construtores de luz</vt:lpstr>
      <vt:lpstr>PowerPoint Presentation</vt:lpstr>
      <vt:lpstr>Cântico: Conta as estrelas do céu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Cristo em mim</vt:lpstr>
      <vt:lpstr>PowerPoint Presentation</vt:lpstr>
      <vt:lpstr>Cântico: Cristo vive, Anuncia-o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Da pacem cordium</vt:lpstr>
      <vt:lpstr>PowerPoint Presentation</vt:lpstr>
      <vt:lpstr>Cântico: Dar mais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De noite iremos em busca</vt:lpstr>
      <vt:lpstr>PowerPoint Presentation</vt:lpstr>
      <vt:lpstr>Cântico: Deixa Deus entrar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Dentro de mim (Minha luz é Jesus)</vt:lpstr>
      <vt:lpstr>PowerPoint Presentation</vt:lpstr>
      <vt:lpstr>PowerPoint Presentation</vt:lpstr>
      <vt:lpstr>PowerPoint Presentation</vt:lpstr>
      <vt:lpstr>PowerPoint Presentation</vt:lpstr>
      <vt:lpstr>Cântico: Deus é amor</vt:lpstr>
      <vt:lpstr>PowerPoint Presentation</vt:lpstr>
      <vt:lpstr>Cântico: Deus está aqui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Deus precisa de ti</vt:lpstr>
      <vt:lpstr>PowerPoint Presentation</vt:lpstr>
      <vt:lpstr>PowerPoint Presentation</vt:lpstr>
      <vt:lpstr>PowerPoint Presentation</vt:lpstr>
      <vt:lpstr>Cântico: Deus não quer a morte do pecador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Dona la pace</vt:lpstr>
      <vt:lpstr>PowerPoint Presentation</vt:lpstr>
      <vt:lpstr>Cântico: Dona Lua</vt:lpstr>
      <vt:lpstr>PowerPoint Presentation</vt:lpstr>
      <vt:lpstr>PowerPoint Presentation</vt:lpstr>
      <vt:lpstr>Cântico: Dou-te um abraço</vt:lpstr>
      <vt:lpstr>PowerPoint Presentation</vt:lpstr>
      <vt:lpstr>Cântico: Dou-vos um mandamento novo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Duc in altum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É impossível eu não crer em Ti</vt:lpstr>
      <vt:lpstr>PowerPoint Presentation</vt:lpstr>
      <vt:lpstr>PowerPoint Presentation</vt:lpstr>
      <vt:lpstr>Cântico: É Natal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É o meu corpo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É tempo amigo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É tempo de ser esperança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Embarca neste porto</vt:lpstr>
      <vt:lpstr>PowerPoint Presentation</vt:lpstr>
      <vt:lpstr>PowerPoint Presentation</vt:lpstr>
      <vt:lpstr>PowerPoint Presentation</vt:lpstr>
      <vt:lpstr>Cântico: Encontra a maré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Maria ensina-me a dizer sim</vt:lpstr>
      <vt:lpstr>PowerPoint Presentation</vt:lpstr>
      <vt:lpstr>PowerPoint Presentation</vt:lpstr>
      <vt:lpstr>PowerPoint Presentation</vt:lpstr>
      <vt:lpstr>PowerPoint Presentation</vt:lpstr>
      <vt:lpstr>Cântico: Ensina-me a viver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Entrega</vt:lpstr>
      <vt:lpstr>PowerPoint Presentation</vt:lpstr>
      <vt:lpstr>PowerPoint Presentation</vt:lpstr>
      <vt:lpstr>PowerPoint Presentation</vt:lpstr>
      <vt:lpstr>PowerPoint Presentation</vt:lpstr>
      <vt:lpstr>Cântico: Ergue-te ao sol</vt:lpstr>
      <vt:lpstr>PowerPoint Presentation</vt:lpstr>
      <vt:lpstr>PowerPoint Presentation</vt:lpstr>
      <vt:lpstr>PowerPoint Presentation</vt:lpstr>
      <vt:lpstr>Cântico: És a minha vida</vt:lpstr>
      <vt:lpstr>PowerPoint Presentation</vt:lpstr>
      <vt:lpstr>PowerPoint Presentation</vt:lpstr>
      <vt:lpstr>PowerPoint Presentation</vt:lpstr>
      <vt:lpstr>PowerPoint Presentation</vt:lpstr>
      <vt:lpstr>Cântico: Espírito Santo sopro de vida</vt:lpstr>
      <vt:lpstr>PowerPoint Presentation</vt:lpstr>
      <vt:lpstr>PowerPoint Presentation</vt:lpstr>
      <vt:lpstr>PowerPoint Presentation</vt:lpstr>
      <vt:lpstr>PowerPoint Presentation</vt:lpstr>
      <vt:lpstr>Cântico: Esta é a festa da juventude</vt:lpstr>
      <vt:lpstr>PowerPoint Presentation</vt:lpstr>
      <vt:lpstr>Cântico: Estávamos perdidos</vt:lpstr>
      <vt:lpstr>PowerPoint Presentation</vt:lpstr>
      <vt:lpstr>PowerPoint Presentation</vt:lpstr>
      <vt:lpstr>PowerPoint Presentation</vt:lpstr>
      <vt:lpstr>Cântico: Estrela Polar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Eu sou feliz porque o meu Cristo quer</vt:lpstr>
      <vt:lpstr>PowerPoint Presentation</vt:lpstr>
      <vt:lpstr>Cântico: Faz o que Deus espera de 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Fé a arder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Fogo de Deus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Fonte inesgotável</vt:lpstr>
      <vt:lpstr>PowerPoint Presentation</vt:lpstr>
      <vt:lpstr>PowerPoint Presentation</vt:lpstr>
      <vt:lpstr>Cântico: Fui Judeu com o Judeu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Glória in excelsis Deo</vt:lpstr>
      <vt:lpstr>PowerPoint Presentation</vt:lpstr>
      <vt:lpstr>PowerPoint Presentation</vt:lpstr>
      <vt:lpstr>PowerPoint Presentation</vt:lpstr>
      <vt:lpstr>PowerPoint Presentation</vt:lpstr>
      <vt:lpstr>Cântico: Graças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Grita comigo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Guiado pela mão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Há pressa no 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Impele a tua própria canoa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In manus tuas Pater</vt:lpstr>
      <vt:lpstr>PowerPoint Presentation</vt:lpstr>
      <vt:lpstr>Cântico: Inunda o meu ser</vt:lpstr>
      <vt:lpstr>PowerPoint Presentation</vt:lpstr>
      <vt:lpstr>PowerPoint Presentation</vt:lpstr>
      <vt:lpstr>PowerPoint Presentation</vt:lpstr>
      <vt:lpstr>PowerPoint Presentation</vt:lpstr>
      <vt:lpstr>Cântico: Jesus Cristo mora aqui</vt:lpstr>
      <vt:lpstr>PowerPoint Presentation</vt:lpstr>
      <vt:lpstr>PowerPoint Presentation</vt:lpstr>
      <vt:lpstr>PowerPoint Presentation</vt:lpstr>
      <vt:lpstr>Cântico: Jesus, filho de Deus (Jesus, remember me)</vt:lpstr>
      <vt:lpstr>PowerPoint Presentation</vt:lpstr>
      <vt:lpstr>Cântico: Jovem ergue o teu lema</vt:lpstr>
      <vt:lpstr>PowerPoint Presentation</vt:lpstr>
      <vt:lpstr>PowerPoint Presentation</vt:lpstr>
      <vt:lpstr>PowerPoint Presentation</vt:lpstr>
      <vt:lpstr>Cântico: Levanta-te que está chegando</vt:lpstr>
      <vt:lpstr>PowerPoint Presentation</vt:lpstr>
      <vt:lpstr>PowerPoint Presentation</vt:lpstr>
      <vt:lpstr>PowerPoint Presentation</vt:lpstr>
      <vt:lpstr>Cântico: Logo que nasceu</vt:lpstr>
      <vt:lpstr>PowerPoint Presentation</vt:lpstr>
      <vt:lpstr>PowerPoint Presentation</vt:lpstr>
      <vt:lpstr>Cântico: Louvado sejas, ó meu Senhor</vt:lpstr>
      <vt:lpstr>PowerPoint Presentation</vt:lpstr>
      <vt:lpstr>PowerPoint Presentation</vt:lpstr>
      <vt:lpstr>PowerPoint Presentation</vt:lpstr>
      <vt:lpstr>PowerPoint Presentation</vt:lpstr>
      <vt:lpstr>Cântico: Luz terna e suave</vt:lpstr>
      <vt:lpstr>PowerPoint Presentation</vt:lpstr>
      <vt:lpstr>PowerPoint Presentation</vt:lpstr>
      <vt:lpstr>PowerPoint Presentation</vt:lpstr>
      <vt:lpstr>PowerPoint Presentation</vt:lpstr>
      <vt:lpstr>Cântico: Mãe de toda a Igreja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Mãe, o meu dia chegou ao fim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Mãe, olha para mim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Magnificat</vt:lpstr>
      <vt:lpstr>PowerPoint Presentation</vt:lpstr>
      <vt:lpstr>Cântico: Maravilhas fez em mim</vt:lpstr>
      <vt:lpstr>PowerPoint Presentation</vt:lpstr>
      <vt:lpstr>PowerPoint Presentation</vt:lpstr>
      <vt:lpstr>PowerPoint Presentation</vt:lpstr>
      <vt:lpstr>PowerPoint Presentation</vt:lpstr>
      <vt:lpstr>Cântico: Maria de Nazaré</vt:lpstr>
      <vt:lpstr>PowerPoint Presentation</vt:lpstr>
      <vt:lpstr>PowerPoint Presentation</vt:lpstr>
      <vt:lpstr>PowerPoint Presentation</vt:lpstr>
      <vt:lpstr>PowerPoint Presentation</vt:lpstr>
      <vt:lpstr>Cântico: Maria, um sorriso</vt:lpstr>
      <vt:lpstr>PowerPoint Presentation</vt:lpstr>
      <vt:lpstr>PowerPoint Presentation</vt:lpstr>
      <vt:lpstr>Cântico: Meu bom mestre</vt:lpstr>
      <vt:lpstr>PowerPoint Presentation</vt:lpstr>
      <vt:lpstr>Cântico: Minha força és tu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 Misericordias domini</vt:lpstr>
      <vt:lpstr>PowerPoint Presentation</vt:lpstr>
      <vt:lpstr>Cântico:  Missão</vt:lpstr>
      <vt:lpstr>PowerPoint Presentation</vt:lpstr>
      <vt:lpstr>PowerPoint Presentation</vt:lpstr>
      <vt:lpstr>Cântico:  Momentos</vt:lpstr>
      <vt:lpstr>PowerPoint Presentation</vt:lpstr>
      <vt:lpstr>PowerPoint Presentation</vt:lpstr>
      <vt:lpstr>PowerPoint Presentation</vt:lpstr>
      <vt:lpstr>PowerPoint Presentation</vt:lpstr>
      <vt:lpstr>Cântico:  Nada nos separará</vt:lpstr>
      <vt:lpstr>PowerPoint Presentation</vt:lpstr>
      <vt:lpstr>Cântico:  Nada te turbe</vt:lpstr>
      <vt:lpstr>PowerPoint Presentation</vt:lpstr>
      <vt:lpstr>Cântico:  Nada temo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 Não adores</vt:lpstr>
      <vt:lpstr>PowerPoint Presentation</vt:lpstr>
      <vt:lpstr>PowerPoint Presentation</vt:lpstr>
      <vt:lpstr>PowerPoint Presentation</vt:lpstr>
      <vt:lpstr>Cântico:  Não sei como louvar-te</vt:lpstr>
      <vt:lpstr>PowerPoint Presentation</vt:lpstr>
      <vt:lpstr>PowerPoint Presentation</vt:lpstr>
      <vt:lpstr>PowerPoint Presentation</vt:lpstr>
      <vt:lpstr>PowerPoint Presentation</vt:lpstr>
      <vt:lpstr>Cântico: Ninguém te ama como eu</vt:lpstr>
      <vt:lpstr>PowerPoint Presentation</vt:lpstr>
      <vt:lpstr>PowerPoint Presentation</vt:lpstr>
      <vt:lpstr>PowerPoint Presentation</vt:lpstr>
      <vt:lpstr>Cântico: Nos amou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Noite feliz</vt:lpstr>
      <vt:lpstr>PowerPoint Presentation</vt:lpstr>
      <vt:lpstr>PowerPoint Presentation</vt:lpstr>
      <vt:lpstr>PowerPoint Presentation</vt:lpstr>
      <vt:lpstr>Cântico: Nunca mais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 reino de Deus (The kingdom of God)</vt:lpstr>
      <vt:lpstr>PowerPoint Presentation</vt:lpstr>
      <vt:lpstr>Cântico: O Senhor é a minha força</vt:lpstr>
      <vt:lpstr>PowerPoint Presentation</vt:lpstr>
      <vt:lpstr>Cântico: O Senhor é meu Pastor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 sonho é…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 verbo de Deus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 vinhateiro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Obrigado</vt:lpstr>
      <vt:lpstr>PowerPoint Presentation</vt:lpstr>
      <vt:lpstr>PowerPoint Presentation</vt:lpstr>
      <vt:lpstr>PowerPoint Presentation</vt:lpstr>
      <vt:lpstr>PowerPoint Presentation</vt:lpstr>
      <vt:lpstr>Cântico: Oceans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Oh Senhor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Onde Deus te levar</vt:lpstr>
      <vt:lpstr>PowerPoint Presentation</vt:lpstr>
      <vt:lpstr>PowerPoint Presentation</vt:lpstr>
      <vt:lpstr>PowerPoint Presentation</vt:lpstr>
      <vt:lpstr>PowerPoint Presentation</vt:lpstr>
      <vt:lpstr>Cântico: Onde está o teu irmão</vt:lpstr>
      <vt:lpstr>PowerPoint Presentation</vt:lpstr>
      <vt:lpstr>PowerPoint Presentation</vt:lpstr>
      <vt:lpstr>PowerPoint Presentation</vt:lpstr>
      <vt:lpstr>Cântico: Oração</vt:lpstr>
      <vt:lpstr>PowerPoint Presentation</vt:lpstr>
      <vt:lpstr>Cântico: Oração de São Francisco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Oração de Santo Inácio</vt:lpstr>
      <vt:lpstr>PowerPoint Presentation</vt:lpstr>
      <vt:lpstr>PowerPoint Presentation</vt:lpstr>
      <vt:lpstr>Cântico: Oração de São Pedro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Pão do Céu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Partilhai a riqueza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Parábola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Passa por mim</vt:lpstr>
      <vt:lpstr>PowerPoint Presentation</vt:lpstr>
      <vt:lpstr>PowerPoint Presentation</vt:lpstr>
      <vt:lpstr>PowerPoint Presentation</vt:lpstr>
      <vt:lpstr>PowerPoint Presentation</vt:lpstr>
      <vt:lpstr>Cântico: Passo a passo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Paz Senhor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Pedacinho de Deus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Pedaços de um sonho</vt:lpstr>
      <vt:lpstr>PowerPoint Presentation</vt:lpstr>
      <vt:lpstr>PowerPoint Presentation</vt:lpstr>
      <vt:lpstr>PowerPoint Presentation</vt:lpstr>
      <vt:lpstr>Cântico: Pegadas na areia</vt:lpstr>
      <vt:lpstr>PowerPoint Presentation</vt:lpstr>
      <vt:lpstr>PowerPoint Presentation</vt:lpstr>
      <vt:lpstr>PowerPoint Presentation</vt:lpstr>
      <vt:lpstr>PowerPoint Presentation</vt:lpstr>
      <vt:lpstr>Cântico: Peregrino do infinito</vt:lpstr>
      <vt:lpstr>PowerPoint Presentation</vt:lpstr>
      <vt:lpstr>PowerPoint Presentation</vt:lpstr>
      <vt:lpstr>PowerPoint Presentation</vt:lpstr>
      <vt:lpstr>PowerPoint Presentation</vt:lpstr>
      <vt:lpstr>Cântico: Permanece junto de mim</vt:lpstr>
      <vt:lpstr>PowerPoint Presentation</vt:lpstr>
      <vt:lpstr>Cântico: Queira eu o que Deus quer</vt:lpstr>
      <vt:lpstr>PowerPoint Presentation</vt:lpstr>
      <vt:lpstr>Cântico: Quem perde a sua vida por mim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Quero louvar-te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Quero ser como tu</vt:lpstr>
      <vt:lpstr>PowerPoint Presentation</vt:lpstr>
      <vt:lpstr>Cântico: Quimera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Recebe Senhor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Reino de amor</vt:lpstr>
      <vt:lpstr>PowerPoint Presentation</vt:lpstr>
      <vt:lpstr>PowerPoint Presentation</vt:lpstr>
      <vt:lpstr>Cântico: Renasce em mim</vt:lpstr>
      <vt:lpstr>PowerPoint Presentation</vt:lpstr>
      <vt:lpstr>PowerPoint Presentation</vt:lpstr>
      <vt:lpstr>PowerPoint Presentation</vt:lpstr>
      <vt:lpstr>PowerPoint Presentation</vt:lpstr>
      <vt:lpstr>Cântico: Ressuscitou, Aleluia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Sabor da maçã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Se vos amardes uns aos outros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Senhor eu agradeço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Senhor Jesus tu és luz do mundo</vt:lpstr>
      <vt:lpstr>PowerPoint Presentation</vt:lpstr>
      <vt:lpstr>Cântico: Senhor, meu Deus</vt:lpstr>
      <vt:lpstr>PowerPoint Presentation</vt:lpstr>
      <vt:lpstr>PowerPoint Presentation</vt:lpstr>
      <vt:lpstr>PowerPoint Presentation</vt:lpstr>
      <vt:lpstr>PowerPoint Presentation</vt:lpstr>
      <vt:lpstr>Cântico: Só Deus basta</vt:lpstr>
      <vt:lpstr>PowerPoint Presentation</vt:lpstr>
      <vt:lpstr>PowerPoint Presentation</vt:lpstr>
      <vt:lpstr>Cântico: Somos um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Somos testemunhas</vt:lpstr>
      <vt:lpstr>PowerPoint Presentation</vt:lpstr>
      <vt:lpstr>PowerPoint Presentation</vt:lpstr>
      <vt:lpstr>PowerPoint Presentation</vt:lpstr>
      <vt:lpstr>PowerPoint Presentation</vt:lpstr>
      <vt:lpstr>Cântico: Sozinho eu não posso mais</vt:lpstr>
      <vt:lpstr>PowerPoint Presentation</vt:lpstr>
      <vt:lpstr>PowerPoint Presentation</vt:lpstr>
      <vt:lpstr>PowerPoint Presentation</vt:lpstr>
      <vt:lpstr>Cântico: Tão perto de mim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Tela branca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Teu seguidor</vt:lpstr>
      <vt:lpstr>PowerPoint Presentation</vt:lpstr>
      <vt:lpstr>PowerPoint Presentation</vt:lpstr>
      <vt:lpstr>Cântico: Toma a tua cruz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Tomo este Pão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Tudo por um sorriso</vt:lpstr>
      <vt:lpstr>PowerPoint Presentation</vt:lpstr>
      <vt:lpstr>PowerPoint Presentation</vt:lpstr>
      <vt:lpstr>PowerPoint Presentation</vt:lpstr>
      <vt:lpstr>Cântico: Tu és a água viva</vt:lpstr>
      <vt:lpstr>PowerPoint Presentation</vt:lpstr>
      <vt:lpstr>PowerPoint Presentation</vt:lpstr>
      <vt:lpstr>Cântico: Tu és fonte de vida</vt:lpstr>
      <vt:lpstr>PowerPoint Presentation</vt:lpstr>
      <vt:lpstr>Cântico: Ubi caritas</vt:lpstr>
      <vt:lpstr>PowerPoint Presentation</vt:lpstr>
      <vt:lpstr>Cântico: Um milénio nas mãos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Um quadro melhor</vt:lpstr>
      <vt:lpstr>PowerPoint Presentation</vt:lpstr>
      <vt:lpstr>PowerPoint Presentation</vt:lpstr>
      <vt:lpstr>PowerPoint Presentation</vt:lpstr>
      <vt:lpstr>PowerPoint Presentation</vt:lpstr>
      <vt:lpstr>Cântico: Vamos todos com Maria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Vasos de barro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Vede Senhor</vt:lpstr>
      <vt:lpstr>PowerPoint Presentation</vt:lpstr>
      <vt:lpstr>PowerPoint Presentation</vt:lpstr>
      <vt:lpstr>PowerPoint Presentation</vt:lpstr>
      <vt:lpstr>Cântico: Vem daí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Vem espírito de amor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Vem Espírito Santo</vt:lpstr>
      <vt:lpstr>PowerPoint Presentation</vt:lpstr>
      <vt:lpstr>PowerPoint Presentation</vt:lpstr>
      <vt:lpstr>PowerPoint Presentation</vt:lpstr>
      <vt:lpstr>PowerPoint Presentation</vt:lpstr>
      <vt:lpstr>Cântico: Vem e verás</vt:lpstr>
      <vt:lpstr>PowerPoint Presentation</vt:lpstr>
      <vt:lpstr>PowerPoint Presentation</vt:lpstr>
      <vt:lpstr>PowerPoint Presentation</vt:lpstr>
      <vt:lpstr>Cântico: Vem viver em nós, Senhor</vt:lpstr>
      <vt:lpstr>PowerPoint Presentation</vt:lpstr>
      <vt:lpstr>Cântico: Via de amor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Vim aqui</vt:lpstr>
      <vt:lpstr>PowerPoint Presentation</vt:lpstr>
      <vt:lpstr>PowerPoint Presentation</vt:lpstr>
      <vt:lpstr>Cântico: Vim buscar-te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Vinde e Louvai-O</vt:lpstr>
      <vt:lpstr>PowerPoint Presentation</vt:lpstr>
      <vt:lpstr>PowerPoint Presentation</vt:lpstr>
      <vt:lpstr>PowerPoint Presentation</vt:lpstr>
      <vt:lpstr>PowerPoint Presentation</vt:lpstr>
      <vt:lpstr>Cântico: Vinde louvar o Senhor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Viver a vida</vt:lpstr>
      <vt:lpstr>PowerPoint Presentation</vt:lpstr>
      <vt:lpstr>PowerPoint Presentation</vt:lpstr>
      <vt:lpstr>PowerPoint Presentation</vt:lpstr>
      <vt:lpstr>PowerPoint Presentation</vt:lpstr>
      <vt:lpstr>Cântico: Voa a grande altitude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Vós sereis os meus amigos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Vou-te mostrar</vt:lpstr>
      <vt:lpstr>PowerPoint Presentation</vt:lpstr>
      <vt:lpstr>PowerPoint Presentation</vt:lpstr>
      <vt:lpstr>PowerPoint Presentation</vt:lpstr>
      <vt:lpstr>PowerPoint Presentation</vt:lpstr>
      <vt:lpstr>Número Total de Cânticos: 176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Senhor tem piedade (arrastado)</vt:lpstr>
      <vt:lpstr>PowerPoint Presentation</vt:lpstr>
      <vt:lpstr>Cântico: Senhor tem piedade de nós (clássico)</vt:lpstr>
      <vt:lpstr>PowerPoint Presentation</vt:lpstr>
      <vt:lpstr>Cântico: Senhor tende piedade</vt:lpstr>
      <vt:lpstr>PowerPoint Presentation</vt:lpstr>
      <vt:lpstr>Cântico: Perdoa Senhor</vt:lpstr>
      <vt:lpstr>PowerPoint Presentation</vt:lpstr>
      <vt:lpstr>PowerPoint Presentation</vt:lpstr>
      <vt:lpstr>PowerPoint Presentation</vt:lpstr>
      <vt:lpstr>Cântico: Senhor tem piedade (Oh Cristo)</vt:lpstr>
      <vt:lpstr>PowerPoint Presentation</vt:lpstr>
      <vt:lpstr>PowerPoint Presentation</vt:lpstr>
      <vt:lpstr>PowerPoint Presentation</vt:lpstr>
      <vt:lpstr>Cântico: Fala Senhor (Mostra Senhor o caminho)</vt:lpstr>
      <vt:lpstr>PowerPoint Presentation</vt:lpstr>
      <vt:lpstr>PowerPoint Presentation</vt:lpstr>
      <vt:lpstr>Cântico: Aleluia Deus está</vt:lpstr>
      <vt:lpstr>PowerPoint Presentation</vt:lpstr>
      <vt:lpstr>Cântico: Aleluia Glória ao Senhor</vt:lpstr>
      <vt:lpstr>PowerPoint Presentation</vt:lpstr>
      <vt:lpstr>Cântico: Aleluia Novo</vt:lpstr>
      <vt:lpstr>PowerPoint Presentation</vt:lpstr>
      <vt:lpstr>Cântico: Aleluia (Leonard Cohen)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Aleluia Taizé</vt:lpstr>
      <vt:lpstr>PowerPoint Presentation</vt:lpstr>
      <vt:lpstr>Cântico: Aleluia, a palavra é Deus em nós </vt:lpstr>
      <vt:lpstr>PowerPoint Presentation</vt:lpstr>
      <vt:lpstr>Cântico: Desde o pronto amanhecer</vt:lpstr>
      <vt:lpstr>PowerPoint Presentation</vt:lpstr>
      <vt:lpstr>PowerPoint Presentation</vt:lpstr>
      <vt:lpstr>Cântico: Jesus Cristo és minha vida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Cântico: Louvor a vós</vt:lpstr>
      <vt:lpstr>PowerPoint Presentation</vt:lpstr>
      <vt:lpstr>Cântico: Sou a vida e a verdade</vt:lpstr>
      <vt:lpstr>PowerPoint Presentation</vt:lpstr>
      <vt:lpstr>PowerPoint Presentation</vt:lpstr>
      <vt:lpstr>Cântico: Santo (Hossana nos Céus)</vt:lpstr>
      <vt:lpstr>PowerPoint Presentation</vt:lpstr>
      <vt:lpstr>PowerPoint Presentation</vt:lpstr>
      <vt:lpstr>Cântico: Santo (Braga)</vt:lpstr>
      <vt:lpstr>PowerPoint Presentation</vt:lpstr>
      <vt:lpstr>PowerPoint Presentation</vt:lpstr>
      <vt:lpstr>Cântico: Santo (Antigo)</vt:lpstr>
      <vt:lpstr>PowerPoint Presentation</vt:lpstr>
      <vt:lpstr>PowerPoint Presentation</vt:lpstr>
      <vt:lpstr>Cântico: Santo (Hossana Hey)</vt:lpstr>
      <vt:lpstr>PowerPoint Presentation</vt:lpstr>
      <vt:lpstr>PowerPoint Presentation</vt:lpstr>
      <vt:lpstr>PowerPoint Presentation</vt:lpstr>
      <vt:lpstr>Cântico: Santo (Jurássico)</vt:lpstr>
      <vt:lpstr>PowerPoint Presentation</vt:lpstr>
      <vt:lpstr>PowerPoint Presentation</vt:lpstr>
      <vt:lpstr>Cântico: Santo (2 vozes)</vt:lpstr>
      <vt:lpstr>PowerPoint Presentation</vt:lpstr>
      <vt:lpstr>PowerPoint Presentation</vt:lpstr>
      <vt:lpstr>PowerPoint Presentation</vt:lpstr>
      <vt:lpstr>Cântico: Pai Nosso Galego</vt:lpstr>
      <vt:lpstr>PowerPoint Presentation</vt:lpstr>
      <vt:lpstr>PowerPoint Presentation</vt:lpstr>
      <vt:lpstr>PowerPoint Presentation</vt:lpstr>
      <vt:lpstr>Cântico: Pai Nosso (Paul Simon)</vt:lpstr>
      <vt:lpstr>PowerPoint Presentation</vt:lpstr>
      <vt:lpstr>PowerPoint Presentation</vt:lpstr>
      <vt:lpstr>Cântico: Cordeiro Clássico</vt:lpstr>
      <vt:lpstr>PowerPoint Presentation</vt:lpstr>
      <vt:lpstr>PowerPoint Presentation</vt:lpstr>
      <vt:lpstr>Cântico: Cordeiro Espanhol</vt:lpstr>
      <vt:lpstr>PowerPoint Presentation</vt:lpstr>
      <vt:lpstr>PowerPoint Presentation</vt:lpstr>
      <vt:lpstr>Cântico: Cordeiro Novo</vt:lpstr>
      <vt:lpstr>PowerPoint Presentation</vt:lpstr>
      <vt:lpstr>PowerPoint Presentation</vt:lpstr>
      <vt:lpstr>Cântico: Cordeiro (2 vozes)</vt:lpstr>
      <vt:lpstr>PowerPoint Presentation</vt:lpstr>
      <vt:lpstr>PowerPoint Presentation</vt:lpstr>
      <vt:lpstr>Cântico: Cordeiro (Paz Senhor)</vt:lpstr>
      <vt:lpstr>PowerPoint Presentation</vt:lpstr>
      <vt:lpstr>PowerPoint Presentation</vt:lpstr>
      <vt:lpstr>Cântico: Cordeiro (Tropical)</vt:lpstr>
      <vt:lpstr>PowerPoint Presentation</vt:lpstr>
      <vt:lpstr>PowerPoint Presentation</vt:lpstr>
      <vt:lpstr>Cântico: Cordeiro (Nós Senhor)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Teresa Gonçalves</dc:creator>
  <cp:lastModifiedBy>Ana Margarida Silva</cp:lastModifiedBy>
  <cp:revision>127</cp:revision>
  <dcterms:created xsi:type="dcterms:W3CDTF">2021-12-20T16:14:30Z</dcterms:created>
  <dcterms:modified xsi:type="dcterms:W3CDTF">2026-10-24T13:45:14Z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Tema do Office:8</vt:lpwstr>
  </property>
  <property fmtid="{D5CDD505-2E9C-101B-9397-08002B2CF9AE}" pid="3" name="ClassificationContentMarkingFooterText">
    <vt:lpwstr>Information classification: Internal</vt:lpwstr>
  </property>
</Properties>
</file>