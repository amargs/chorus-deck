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slides/slide1009.xml" ContentType="application/vnd.openxmlformats-officedocument.presentationml.slide+xml"/>
  <Override PartName="/ppt/slides/slide1010.xml" ContentType="application/vnd.openxmlformats-officedocument.presentationml.slide+xml"/>
  <Override PartName="/ppt/slides/slide1011.xml" ContentType="application/vnd.openxmlformats-officedocument.presentationml.slide+xml"/>
  <Override PartName="/ppt/slides/slide1012.xml" ContentType="application/vnd.openxmlformats-officedocument.presentationml.slide+xml"/>
  <Override PartName="/ppt/slides/slide1013.xml" ContentType="application/vnd.openxmlformats-officedocument.presentationml.slide+xml"/>
  <Override PartName="/ppt/slides/slide1014.xml" ContentType="application/vnd.openxmlformats-officedocument.presentationml.slide+xml"/>
  <Override PartName="/ppt/slides/slide1015.xml" ContentType="application/vnd.openxmlformats-officedocument.presentationml.slide+xml"/>
  <Override PartName="/ppt/slides/slide1016.xml" ContentType="application/vnd.openxmlformats-officedocument.presentationml.slide+xml"/>
  <Override PartName="/ppt/slides/slide1017.xml" ContentType="application/vnd.openxmlformats-officedocument.presentationml.slide+xml"/>
  <Override PartName="/ppt/slides/slide1018.xml" ContentType="application/vnd.openxmlformats-officedocument.presentationml.slide+xml"/>
  <Override PartName="/ppt/slides/slide1019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1022.xml" ContentType="application/vnd.openxmlformats-officedocument.presentationml.slide+xml"/>
  <Override PartName="/ppt/slides/slide1023.xml" ContentType="application/vnd.openxmlformats-officedocument.presentationml.slide+xml"/>
  <Override PartName="/ppt/slides/slide1024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027.xml" ContentType="application/vnd.openxmlformats-officedocument.presentationml.slide+xml"/>
  <Override PartName="/ppt/slides/slide1028.xml" ContentType="application/vnd.openxmlformats-officedocument.presentationml.slide+xml"/>
  <Override PartName="/ppt/slides/slide1029.xml" ContentType="application/vnd.openxmlformats-officedocument.presentationml.slide+xml"/>
  <Override PartName="/ppt/slides/slide1030.xml" ContentType="application/vnd.openxmlformats-officedocument.presentationml.slide+xml"/>
  <Override PartName="/ppt/slides/slide1031.xml" ContentType="application/vnd.openxmlformats-officedocument.presentationml.slide+xml"/>
  <Override PartName="/ppt/slides/slide1032.xml" ContentType="application/vnd.openxmlformats-officedocument.presentationml.slide+xml"/>
  <Override PartName="/ppt/slides/slide1033.xml" ContentType="application/vnd.openxmlformats-officedocument.presentationml.slide+xml"/>
  <Override PartName="/ppt/slides/slide1034.xml" ContentType="application/vnd.openxmlformats-officedocument.presentationml.slide+xml"/>
  <Override PartName="/ppt/slides/slide1035.xml" ContentType="application/vnd.openxmlformats-officedocument.presentationml.slide+xml"/>
  <Override PartName="/ppt/slides/slide1036.xml" ContentType="application/vnd.openxmlformats-officedocument.presentationml.slide+xml"/>
  <Override PartName="/ppt/slides/slide1037.xml" ContentType="application/vnd.openxmlformats-officedocument.presentationml.slide+xml"/>
  <Override PartName="/ppt/slides/slide1038.xml" ContentType="application/vnd.openxmlformats-officedocument.presentationml.slide+xml"/>
  <Override PartName="/ppt/slides/slide1039.xml" ContentType="application/vnd.openxmlformats-officedocument.presentationml.slide+xml"/>
  <Override PartName="/ppt/slides/slide1040.xml" ContentType="application/vnd.openxmlformats-officedocument.presentationml.slide+xml"/>
  <Override PartName="/ppt/slides/slide1041.xml" ContentType="application/vnd.openxmlformats-officedocument.presentationml.slide+xml"/>
  <Override PartName="/ppt/slides/slide1042.xml" ContentType="application/vnd.openxmlformats-officedocument.presentationml.slide+xml"/>
  <Override PartName="/ppt/slides/slide1043.xml" ContentType="application/vnd.openxmlformats-officedocument.presentationml.slide+xml"/>
  <Override PartName="/ppt/slides/slide1044.xml" ContentType="application/vnd.openxmlformats-officedocument.presentationml.slide+xml"/>
  <Override PartName="/ppt/slides/slide1045.xml" ContentType="application/vnd.openxmlformats-officedocument.presentationml.slide+xml"/>
  <Override PartName="/ppt/slides/slide1046.xml" ContentType="application/vnd.openxmlformats-officedocument.presentationml.slide+xml"/>
  <Override PartName="/ppt/slides/slide1047.xml" ContentType="application/vnd.openxmlformats-officedocument.presentationml.slide+xml"/>
  <Override PartName="/ppt/slides/slide1048.xml" ContentType="application/vnd.openxmlformats-officedocument.presentationml.slide+xml"/>
  <Override PartName="/ppt/slides/slide1049.xml" ContentType="application/vnd.openxmlformats-officedocument.presentationml.slide+xml"/>
  <Override PartName="/ppt/slides/slide1050.xml" ContentType="application/vnd.openxmlformats-officedocument.presentationml.slide+xml"/>
  <Override PartName="/ppt/slides/slide1051.xml" ContentType="application/vnd.openxmlformats-officedocument.presentationml.slide+xml"/>
  <Override PartName="/ppt/slides/slide1052.xml" ContentType="application/vnd.openxmlformats-officedocument.presentationml.slide+xml"/>
  <Override PartName="/ppt/slides/slide1053.xml" ContentType="application/vnd.openxmlformats-officedocument.presentationml.slide+xml"/>
  <Override PartName="/ppt/slides/slide1054.xml" ContentType="application/vnd.openxmlformats-officedocument.presentationml.slide+xml"/>
  <Override PartName="/ppt/slides/slide1055.xml" ContentType="application/vnd.openxmlformats-officedocument.presentationml.slide+xml"/>
  <Override PartName="/ppt/slides/slide1056.xml" ContentType="application/vnd.openxmlformats-officedocument.presentationml.slide+xml"/>
  <Override PartName="/ppt/slides/slide1057.xml" ContentType="application/vnd.openxmlformats-officedocument.presentationml.slide+xml"/>
  <Override PartName="/ppt/slides/slide1058.xml" ContentType="application/vnd.openxmlformats-officedocument.presentationml.slide+xml"/>
  <Override PartName="/ppt/slides/slide1059.xml" ContentType="application/vnd.openxmlformats-officedocument.presentationml.slide+xml"/>
  <Override PartName="/ppt/slides/slide1060.xml" ContentType="application/vnd.openxmlformats-officedocument.presentationml.slide+xml"/>
  <Override PartName="/ppt/slides/slide1061.xml" ContentType="application/vnd.openxmlformats-officedocument.presentationml.slide+xml"/>
  <Override PartName="/ppt/slides/slide10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64"/>
  </p:notesMasterIdLst>
  <p:sldIdLst>
    <p:sldId id="260" r:id="rId2"/>
    <p:sldId id="271" r:id="rId3"/>
    <p:sldId id="376" r:id="rId4"/>
    <p:sldId id="377" r:id="rId5"/>
    <p:sldId id="1164" r:id="rId6"/>
    <p:sldId id="1165" r:id="rId7"/>
    <p:sldId id="1166" r:id="rId8"/>
    <p:sldId id="1167" r:id="rId9"/>
    <p:sldId id="1173" r:id="rId10"/>
    <p:sldId id="1161" r:id="rId11"/>
    <p:sldId id="1435" r:id="rId12"/>
    <p:sldId id="1022" r:id="rId13"/>
    <p:sldId id="1434" r:id="rId14"/>
    <p:sldId id="1174" r:id="rId15"/>
    <p:sldId id="259" r:id="rId16"/>
    <p:sldId id="1194" r:id="rId17"/>
    <p:sldId id="1168" r:id="rId18"/>
    <p:sldId id="1169" r:id="rId19"/>
    <p:sldId id="1170" r:id="rId20"/>
    <p:sldId id="1171" r:id="rId21"/>
    <p:sldId id="1172" r:id="rId22"/>
    <p:sldId id="1175" r:id="rId23"/>
    <p:sldId id="1176" r:id="rId24"/>
    <p:sldId id="1178" r:id="rId25"/>
    <p:sldId id="1179" r:id="rId26"/>
    <p:sldId id="1180" r:id="rId27"/>
    <p:sldId id="1181" r:id="rId28"/>
    <p:sldId id="1182" r:id="rId29"/>
    <p:sldId id="1177" r:id="rId30"/>
    <p:sldId id="1077" r:id="rId31"/>
    <p:sldId id="1078" r:id="rId32"/>
    <p:sldId id="1079" r:id="rId33"/>
    <p:sldId id="981" r:id="rId34"/>
    <p:sldId id="1183" r:id="rId35"/>
    <p:sldId id="1163" r:id="rId36"/>
    <p:sldId id="272" r:id="rId37"/>
    <p:sldId id="274" r:id="rId38"/>
    <p:sldId id="273" r:id="rId39"/>
    <p:sldId id="275" r:id="rId40"/>
    <p:sldId id="276" r:id="rId41"/>
    <p:sldId id="277" r:id="rId42"/>
    <p:sldId id="1184" r:id="rId43"/>
    <p:sldId id="1418" r:id="rId44"/>
    <p:sldId id="1419" r:id="rId45"/>
    <p:sldId id="1420" r:id="rId46"/>
    <p:sldId id="1421" r:id="rId47"/>
    <p:sldId id="1422" r:id="rId48"/>
    <p:sldId id="1423" r:id="rId49"/>
    <p:sldId id="1417" r:id="rId50"/>
    <p:sldId id="1185" r:id="rId51"/>
    <p:sldId id="1186" r:id="rId52"/>
    <p:sldId id="1187" r:id="rId53"/>
    <p:sldId id="1188" r:id="rId54"/>
    <p:sldId id="1189" r:id="rId55"/>
    <p:sldId id="1190" r:id="rId56"/>
    <p:sldId id="1191" r:id="rId57"/>
    <p:sldId id="983" r:id="rId58"/>
    <p:sldId id="263" r:id="rId59"/>
    <p:sldId id="264" r:id="rId60"/>
    <p:sldId id="265" r:id="rId61"/>
    <p:sldId id="267" r:id="rId62"/>
    <p:sldId id="268" r:id="rId63"/>
    <p:sldId id="991" r:id="rId64"/>
    <p:sldId id="279" r:id="rId65"/>
    <p:sldId id="280" r:id="rId66"/>
    <p:sldId id="283" r:id="rId67"/>
    <p:sldId id="284" r:id="rId68"/>
    <p:sldId id="285" r:id="rId69"/>
    <p:sldId id="286" r:id="rId70"/>
    <p:sldId id="282" r:id="rId71"/>
    <p:sldId id="1192" r:id="rId72"/>
    <p:sldId id="288" r:id="rId73"/>
    <p:sldId id="289" r:id="rId74"/>
    <p:sldId id="290" r:id="rId75"/>
    <p:sldId id="293" r:id="rId76"/>
    <p:sldId id="294" r:id="rId77"/>
    <p:sldId id="291" r:id="rId78"/>
    <p:sldId id="295" r:id="rId79"/>
    <p:sldId id="296" r:id="rId80"/>
    <p:sldId id="292" r:id="rId81"/>
    <p:sldId id="297" r:id="rId82"/>
    <p:sldId id="329" r:id="rId83"/>
    <p:sldId id="330" r:id="rId84"/>
    <p:sldId id="331" r:id="rId85"/>
    <p:sldId id="1195" r:id="rId86"/>
    <p:sldId id="1196" r:id="rId87"/>
    <p:sldId id="301" r:id="rId88"/>
    <p:sldId id="1197" r:id="rId89"/>
    <p:sldId id="1198" r:id="rId90"/>
    <p:sldId id="1199" r:id="rId91"/>
    <p:sldId id="1200" r:id="rId92"/>
    <p:sldId id="1201" r:id="rId93"/>
    <p:sldId id="1202" r:id="rId94"/>
    <p:sldId id="1203" r:id="rId95"/>
    <p:sldId id="1204" r:id="rId96"/>
    <p:sldId id="1205" r:id="rId97"/>
    <p:sldId id="302" r:id="rId98"/>
    <p:sldId id="304" r:id="rId99"/>
    <p:sldId id="305" r:id="rId100"/>
    <p:sldId id="306" r:id="rId101"/>
    <p:sldId id="307" r:id="rId102"/>
    <p:sldId id="309" r:id="rId103"/>
    <p:sldId id="310" r:id="rId104"/>
    <p:sldId id="308" r:id="rId105"/>
    <p:sldId id="1206" r:id="rId106"/>
    <p:sldId id="1208" r:id="rId107"/>
    <p:sldId id="1209" r:id="rId108"/>
    <p:sldId id="1210" r:id="rId109"/>
    <p:sldId id="1211" r:id="rId110"/>
    <p:sldId id="1212" r:id="rId111"/>
    <p:sldId id="1213" r:id="rId112"/>
    <p:sldId id="1214" r:id="rId113"/>
    <p:sldId id="1215" r:id="rId114"/>
    <p:sldId id="1207" r:id="rId115"/>
    <p:sldId id="311" r:id="rId116"/>
    <p:sldId id="312" r:id="rId117"/>
    <p:sldId id="313" r:id="rId118"/>
    <p:sldId id="314" r:id="rId119"/>
    <p:sldId id="315" r:id="rId120"/>
    <p:sldId id="316" r:id="rId121"/>
    <p:sldId id="317" r:id="rId122"/>
    <p:sldId id="318" r:id="rId123"/>
    <p:sldId id="319" r:id="rId124"/>
    <p:sldId id="320" r:id="rId125"/>
    <p:sldId id="324" r:id="rId126"/>
    <p:sldId id="1126" r:id="rId127"/>
    <p:sldId id="325" r:id="rId128"/>
    <p:sldId id="1127" r:id="rId129"/>
    <p:sldId id="1128" r:id="rId130"/>
    <p:sldId id="326" r:id="rId131"/>
    <p:sldId id="1129" r:id="rId132"/>
    <p:sldId id="327" r:id="rId133"/>
    <p:sldId id="328" r:id="rId134"/>
    <p:sldId id="1125" r:id="rId135"/>
    <p:sldId id="995" r:id="rId136"/>
    <p:sldId id="1216" r:id="rId137"/>
    <p:sldId id="997" r:id="rId138"/>
    <p:sldId id="396" r:id="rId139"/>
    <p:sldId id="398" r:id="rId140"/>
    <p:sldId id="399" r:id="rId141"/>
    <p:sldId id="400" r:id="rId142"/>
    <p:sldId id="397" r:id="rId143"/>
    <p:sldId id="456" r:id="rId144"/>
    <p:sldId id="458" r:id="rId145"/>
    <p:sldId id="459" r:id="rId146"/>
    <p:sldId id="460" r:id="rId147"/>
    <p:sldId id="461" r:id="rId148"/>
    <p:sldId id="462" r:id="rId149"/>
    <p:sldId id="463" r:id="rId150"/>
    <p:sldId id="464" r:id="rId151"/>
    <p:sldId id="457" r:id="rId152"/>
    <p:sldId id="401" r:id="rId153"/>
    <p:sldId id="403" r:id="rId154"/>
    <p:sldId id="404" r:id="rId155"/>
    <p:sldId id="405" r:id="rId156"/>
    <p:sldId id="1028" r:id="rId157"/>
    <p:sldId id="1029" r:id="rId158"/>
    <p:sldId id="408" r:id="rId159"/>
    <p:sldId id="1030" r:id="rId160"/>
    <p:sldId id="1031" r:id="rId161"/>
    <p:sldId id="402" r:id="rId162"/>
    <p:sldId id="1217" r:id="rId163"/>
    <p:sldId id="1219" r:id="rId164"/>
    <p:sldId id="1220" r:id="rId165"/>
    <p:sldId id="1218" r:id="rId166"/>
    <p:sldId id="758" r:id="rId167"/>
    <p:sldId id="761" r:id="rId168"/>
    <p:sldId id="760" r:id="rId169"/>
    <p:sldId id="762" r:id="rId170"/>
    <p:sldId id="763" r:id="rId171"/>
    <p:sldId id="764" r:id="rId172"/>
    <p:sldId id="765" r:id="rId173"/>
    <p:sldId id="766" r:id="rId174"/>
    <p:sldId id="767" r:id="rId175"/>
    <p:sldId id="768" r:id="rId176"/>
    <p:sldId id="759" r:id="rId177"/>
    <p:sldId id="715" r:id="rId178"/>
    <p:sldId id="714" r:id="rId179"/>
    <p:sldId id="355" r:id="rId180"/>
    <p:sldId id="357" r:id="rId181"/>
    <p:sldId id="358" r:id="rId182"/>
    <p:sldId id="359" r:id="rId183"/>
    <p:sldId id="360" r:id="rId184"/>
    <p:sldId id="356" r:id="rId185"/>
    <p:sldId id="998" r:id="rId186"/>
    <p:sldId id="999" r:id="rId187"/>
    <p:sldId id="547" r:id="rId188"/>
    <p:sldId id="549" r:id="rId189"/>
    <p:sldId id="550" r:id="rId190"/>
    <p:sldId id="551" r:id="rId191"/>
    <p:sldId id="552" r:id="rId192"/>
    <p:sldId id="553" r:id="rId193"/>
    <p:sldId id="554" r:id="rId194"/>
    <p:sldId id="555" r:id="rId195"/>
    <p:sldId id="556" r:id="rId196"/>
    <p:sldId id="548" r:id="rId197"/>
    <p:sldId id="1221" r:id="rId198"/>
    <p:sldId id="1222" r:id="rId199"/>
    <p:sldId id="581" r:id="rId200"/>
    <p:sldId id="583" r:id="rId201"/>
    <p:sldId id="584" r:id="rId202"/>
    <p:sldId id="585" r:id="rId203"/>
    <p:sldId id="586" r:id="rId204"/>
    <p:sldId id="582" r:id="rId205"/>
    <p:sldId id="1038" r:id="rId206"/>
    <p:sldId id="1003" r:id="rId207"/>
    <p:sldId id="361" r:id="rId208"/>
    <p:sldId id="363" r:id="rId209"/>
    <p:sldId id="364" r:id="rId210"/>
    <p:sldId id="365" r:id="rId211"/>
    <p:sldId id="366" r:id="rId212"/>
    <p:sldId id="362" r:id="rId213"/>
    <p:sldId id="587" r:id="rId214"/>
    <p:sldId id="589" r:id="rId215"/>
    <p:sldId id="590" r:id="rId216"/>
    <p:sldId id="1229" r:id="rId217"/>
    <p:sldId id="526" r:id="rId218"/>
    <p:sldId id="528" r:id="rId219"/>
    <p:sldId id="529" r:id="rId220"/>
    <p:sldId id="530" r:id="rId221"/>
    <p:sldId id="531" r:id="rId222"/>
    <p:sldId id="527" r:id="rId223"/>
    <p:sldId id="1223" r:id="rId224"/>
    <p:sldId id="1224" r:id="rId225"/>
    <p:sldId id="1225" r:id="rId226"/>
    <p:sldId id="1227" r:id="rId227"/>
    <p:sldId id="1226" r:id="rId228"/>
    <p:sldId id="484" r:id="rId229"/>
    <p:sldId id="1228" r:id="rId230"/>
    <p:sldId id="591" r:id="rId231"/>
    <p:sldId id="593" r:id="rId232"/>
    <p:sldId id="594" r:id="rId233"/>
    <p:sldId id="595" r:id="rId234"/>
    <p:sldId id="596" r:id="rId235"/>
    <p:sldId id="592" r:id="rId236"/>
    <p:sldId id="1230" r:id="rId237"/>
    <p:sldId id="1232" r:id="rId238"/>
    <p:sldId id="1233" r:id="rId239"/>
    <p:sldId id="1234" r:id="rId240"/>
    <p:sldId id="1235" r:id="rId241"/>
    <p:sldId id="1236" r:id="rId242"/>
    <p:sldId id="1237" r:id="rId243"/>
    <p:sldId id="1238" r:id="rId244"/>
    <p:sldId id="1231" r:id="rId245"/>
    <p:sldId id="597" r:id="rId246"/>
    <p:sldId id="1239" r:id="rId247"/>
    <p:sldId id="598" r:id="rId248"/>
    <p:sldId id="1240" r:id="rId249"/>
    <p:sldId id="1241" r:id="rId250"/>
    <p:sldId id="1242" r:id="rId251"/>
    <p:sldId id="1243" r:id="rId252"/>
    <p:sldId id="1244" r:id="rId253"/>
    <p:sldId id="985" r:id="rId254"/>
    <p:sldId id="423" r:id="rId255"/>
    <p:sldId id="425" r:id="rId256"/>
    <p:sldId id="426" r:id="rId257"/>
    <p:sldId id="1431" r:id="rId258"/>
    <p:sldId id="428" r:id="rId259"/>
    <p:sldId id="1432" r:id="rId260"/>
    <p:sldId id="430" r:id="rId261"/>
    <p:sldId id="1433" r:id="rId262"/>
    <p:sldId id="424" r:id="rId263"/>
    <p:sldId id="649" r:id="rId264"/>
    <p:sldId id="650" r:id="rId265"/>
    <p:sldId id="651" r:id="rId266"/>
    <p:sldId id="652" r:id="rId267"/>
    <p:sldId id="653" r:id="rId268"/>
    <p:sldId id="654" r:id="rId269"/>
    <p:sldId id="648" r:id="rId270"/>
    <p:sldId id="662" r:id="rId271"/>
    <p:sldId id="664" r:id="rId272"/>
    <p:sldId id="666" r:id="rId273"/>
    <p:sldId id="665" r:id="rId274"/>
    <p:sldId id="667" r:id="rId275"/>
    <p:sldId id="668" r:id="rId276"/>
    <p:sldId id="663" r:id="rId277"/>
    <p:sldId id="769" r:id="rId278"/>
    <p:sldId id="771" r:id="rId279"/>
    <p:sldId id="772" r:id="rId280"/>
    <p:sldId id="770" r:id="rId281"/>
    <p:sldId id="773" r:id="rId282"/>
    <p:sldId id="775" r:id="rId283"/>
    <p:sldId id="776" r:id="rId284"/>
    <p:sldId id="777" r:id="rId285"/>
    <p:sldId id="778" r:id="rId286"/>
    <p:sldId id="779" r:id="rId287"/>
    <p:sldId id="780" r:id="rId288"/>
    <p:sldId id="774" r:id="rId289"/>
    <p:sldId id="1245" r:id="rId290"/>
    <p:sldId id="1247" r:id="rId291"/>
    <p:sldId id="1248" r:id="rId292"/>
    <p:sldId id="1249" r:id="rId293"/>
    <p:sldId id="1246" r:id="rId294"/>
    <p:sldId id="1424" r:id="rId295"/>
    <p:sldId id="1426" r:id="rId296"/>
    <p:sldId id="1427" r:id="rId297"/>
    <p:sldId id="1428" r:id="rId298"/>
    <p:sldId id="1429" r:id="rId299"/>
    <p:sldId id="1430" r:id="rId300"/>
    <p:sldId id="1425" r:id="rId301"/>
    <p:sldId id="781" r:id="rId302"/>
    <p:sldId id="783" r:id="rId303"/>
    <p:sldId id="784" r:id="rId304"/>
    <p:sldId id="785" r:id="rId305"/>
    <p:sldId id="782" r:id="rId306"/>
    <p:sldId id="786" r:id="rId307"/>
    <p:sldId id="788" r:id="rId308"/>
    <p:sldId id="789" r:id="rId309"/>
    <p:sldId id="787" r:id="rId310"/>
    <p:sldId id="374" r:id="rId311"/>
    <p:sldId id="380" r:id="rId312"/>
    <p:sldId id="381" r:id="rId313"/>
    <p:sldId id="382" r:id="rId314"/>
    <p:sldId id="375" r:id="rId315"/>
    <p:sldId id="521" r:id="rId316"/>
    <p:sldId id="523" r:id="rId317"/>
    <p:sldId id="524" r:id="rId318"/>
    <p:sldId id="525" r:id="rId319"/>
    <p:sldId id="522" r:id="rId320"/>
    <p:sldId id="1156" r:id="rId321"/>
    <p:sldId id="1157" r:id="rId322"/>
    <p:sldId id="599" r:id="rId323"/>
    <p:sldId id="601" r:id="rId324"/>
    <p:sldId id="602" r:id="rId325"/>
    <p:sldId id="600" r:id="rId326"/>
    <p:sldId id="655" r:id="rId327"/>
    <p:sldId id="657" r:id="rId328"/>
    <p:sldId id="658" r:id="rId329"/>
    <p:sldId id="659" r:id="rId330"/>
    <p:sldId id="660" r:id="rId331"/>
    <p:sldId id="661" r:id="rId332"/>
    <p:sldId id="656" r:id="rId333"/>
    <p:sldId id="1250" r:id="rId334"/>
    <p:sldId id="1251" r:id="rId335"/>
    <p:sldId id="790" r:id="rId336"/>
    <p:sldId id="802" r:id="rId337"/>
    <p:sldId id="803" r:id="rId338"/>
    <p:sldId id="804" r:id="rId339"/>
    <p:sldId id="806" r:id="rId340"/>
    <p:sldId id="791" r:id="rId341"/>
    <p:sldId id="807" r:id="rId342"/>
    <p:sldId id="809" r:id="rId343"/>
    <p:sldId id="810" r:id="rId344"/>
    <p:sldId id="811" r:id="rId345"/>
    <p:sldId id="812" r:id="rId346"/>
    <p:sldId id="813" r:id="rId347"/>
    <p:sldId id="814" r:id="rId348"/>
    <p:sldId id="808" r:id="rId349"/>
    <p:sldId id="815" r:id="rId350"/>
    <p:sldId id="817" r:id="rId351"/>
    <p:sldId id="818" r:id="rId352"/>
    <p:sldId id="819" r:id="rId353"/>
    <p:sldId id="820" r:id="rId354"/>
    <p:sldId id="821" r:id="rId355"/>
    <p:sldId id="816" r:id="rId356"/>
    <p:sldId id="669" r:id="rId357"/>
    <p:sldId id="671" r:id="rId358"/>
    <p:sldId id="670" r:id="rId359"/>
    <p:sldId id="672" r:id="rId360"/>
    <p:sldId id="674" r:id="rId361"/>
    <p:sldId id="675" r:id="rId362"/>
    <p:sldId id="677" r:id="rId363"/>
    <p:sldId id="822" r:id="rId364"/>
    <p:sldId id="678" r:id="rId365"/>
    <p:sldId id="823" r:id="rId366"/>
    <p:sldId id="673" r:id="rId367"/>
    <p:sldId id="720" r:id="rId368"/>
    <p:sldId id="721" r:id="rId369"/>
    <p:sldId id="722" r:id="rId370"/>
    <p:sldId id="723" r:id="rId371"/>
    <p:sldId id="719" r:id="rId372"/>
    <p:sldId id="1252" r:id="rId373"/>
    <p:sldId id="1253" r:id="rId374"/>
    <p:sldId id="1254" r:id="rId375"/>
    <p:sldId id="1255" r:id="rId376"/>
    <p:sldId id="1257" r:id="rId377"/>
    <p:sldId id="1258" r:id="rId378"/>
    <p:sldId id="1256" r:id="rId379"/>
    <p:sldId id="1259" r:id="rId380"/>
    <p:sldId id="1260" r:id="rId381"/>
    <p:sldId id="825" r:id="rId382"/>
    <p:sldId id="704" r:id="rId383"/>
    <p:sldId id="705" r:id="rId384"/>
    <p:sldId id="706" r:id="rId385"/>
    <p:sldId id="707" r:id="rId386"/>
    <p:sldId id="708" r:id="rId387"/>
    <p:sldId id="703" r:id="rId388"/>
    <p:sldId id="486" r:id="rId389"/>
    <p:sldId id="488" r:id="rId390"/>
    <p:sldId id="489" r:id="rId391"/>
    <p:sldId id="490" r:id="rId392"/>
    <p:sldId id="491" r:id="rId393"/>
    <p:sldId id="487" r:id="rId394"/>
    <p:sldId id="826" r:id="rId395"/>
    <p:sldId id="828" r:id="rId396"/>
    <p:sldId id="829" r:id="rId397"/>
    <p:sldId id="830" r:id="rId398"/>
    <p:sldId id="831" r:id="rId399"/>
    <p:sldId id="832" r:id="rId400"/>
    <p:sldId id="833" r:id="rId401"/>
    <p:sldId id="834" r:id="rId402"/>
    <p:sldId id="827" r:id="rId403"/>
    <p:sldId id="724" r:id="rId404"/>
    <p:sldId id="726" r:id="rId405"/>
    <p:sldId id="727" r:id="rId406"/>
    <p:sldId id="728" r:id="rId407"/>
    <p:sldId id="729" r:id="rId408"/>
    <p:sldId id="725" r:id="rId409"/>
    <p:sldId id="1261" r:id="rId410"/>
    <p:sldId id="1262" r:id="rId411"/>
    <p:sldId id="835" r:id="rId412"/>
    <p:sldId id="837" r:id="rId413"/>
    <p:sldId id="838" r:id="rId414"/>
    <p:sldId id="839" r:id="rId415"/>
    <p:sldId id="836" r:id="rId416"/>
    <p:sldId id="1263" r:id="rId417"/>
    <p:sldId id="1265" r:id="rId418"/>
    <p:sldId id="1266" r:id="rId419"/>
    <p:sldId id="1267" r:id="rId420"/>
    <p:sldId id="1268" r:id="rId421"/>
    <p:sldId id="1269" r:id="rId422"/>
    <p:sldId id="1270" r:id="rId423"/>
    <p:sldId id="1264" r:id="rId424"/>
    <p:sldId id="508" r:id="rId425"/>
    <p:sldId id="510" r:id="rId426"/>
    <p:sldId id="511" r:id="rId427"/>
    <p:sldId id="509" r:id="rId428"/>
    <p:sldId id="1271" r:id="rId429"/>
    <p:sldId id="1009" r:id="rId430"/>
    <p:sldId id="512" r:id="rId431"/>
    <p:sldId id="514" r:id="rId432"/>
    <p:sldId id="515" r:id="rId433"/>
    <p:sldId id="513" r:id="rId434"/>
    <p:sldId id="532" r:id="rId435"/>
    <p:sldId id="533" r:id="rId436"/>
    <p:sldId id="535" r:id="rId437"/>
    <p:sldId id="534" r:id="rId438"/>
    <p:sldId id="1272" r:id="rId439"/>
    <p:sldId id="1273" r:id="rId440"/>
    <p:sldId id="987" r:id="rId441"/>
    <p:sldId id="603" r:id="rId442"/>
    <p:sldId id="730" r:id="rId443"/>
    <p:sldId id="731" r:id="rId444"/>
    <p:sldId id="732" r:id="rId445"/>
    <p:sldId id="604" r:id="rId446"/>
    <p:sldId id="849" r:id="rId447"/>
    <p:sldId id="851" r:id="rId448"/>
    <p:sldId id="852" r:id="rId449"/>
    <p:sldId id="853" r:id="rId450"/>
    <p:sldId id="850" r:id="rId451"/>
    <p:sldId id="1274" r:id="rId452"/>
    <p:sldId id="1276" r:id="rId453"/>
    <p:sldId id="1277" r:id="rId454"/>
    <p:sldId id="1278" r:id="rId455"/>
    <p:sldId id="1279" r:id="rId456"/>
    <p:sldId id="1275" r:id="rId457"/>
    <p:sldId id="1280" r:id="rId458"/>
    <p:sldId id="1282" r:id="rId459"/>
    <p:sldId id="1283" r:id="rId460"/>
    <p:sldId id="1284" r:id="rId461"/>
    <p:sldId id="1285" r:id="rId462"/>
    <p:sldId id="1287" r:id="rId463"/>
    <p:sldId id="1286" r:id="rId464"/>
    <p:sldId id="1281" r:id="rId465"/>
    <p:sldId id="1288" r:id="rId466"/>
    <p:sldId id="1290" r:id="rId467"/>
    <p:sldId id="1291" r:id="rId468"/>
    <p:sldId id="1292" r:id="rId469"/>
    <p:sldId id="1293" r:id="rId470"/>
    <p:sldId id="1295" r:id="rId471"/>
    <p:sldId id="1294" r:id="rId472"/>
    <p:sldId id="1289" r:id="rId473"/>
    <p:sldId id="1296" r:id="rId474"/>
    <p:sldId id="1011" r:id="rId475"/>
    <p:sldId id="854" r:id="rId476"/>
    <p:sldId id="1140" r:id="rId477"/>
    <p:sldId id="856" r:id="rId478"/>
    <p:sldId id="1141" r:id="rId479"/>
    <p:sldId id="855" r:id="rId480"/>
    <p:sldId id="733" r:id="rId481"/>
    <p:sldId id="735" r:id="rId482"/>
    <p:sldId id="736" r:id="rId483"/>
    <p:sldId id="737" r:id="rId484"/>
    <p:sldId id="734" r:id="rId485"/>
    <p:sldId id="643" r:id="rId486"/>
    <p:sldId id="645" r:id="rId487"/>
    <p:sldId id="644" r:id="rId488"/>
    <p:sldId id="738" r:id="rId489"/>
    <p:sldId id="739" r:id="rId490"/>
    <p:sldId id="857" r:id="rId491"/>
    <p:sldId id="859" r:id="rId492"/>
    <p:sldId id="860" r:id="rId493"/>
    <p:sldId id="861" r:id="rId494"/>
    <p:sldId id="862" r:id="rId495"/>
    <p:sldId id="863" r:id="rId496"/>
    <p:sldId id="858" r:id="rId497"/>
    <p:sldId id="1297" r:id="rId498"/>
    <p:sldId id="1013" r:id="rId499"/>
    <p:sldId id="864" r:id="rId500"/>
    <p:sldId id="866" r:id="rId501"/>
    <p:sldId id="865" r:id="rId502"/>
    <p:sldId id="1298" r:id="rId503"/>
    <p:sldId id="1300" r:id="rId504"/>
    <p:sldId id="1301" r:id="rId505"/>
    <p:sldId id="1302" r:id="rId506"/>
    <p:sldId id="1299" r:id="rId507"/>
    <p:sldId id="867" r:id="rId508"/>
    <p:sldId id="868" r:id="rId509"/>
    <p:sldId id="740" r:id="rId510"/>
    <p:sldId id="1303" r:id="rId511"/>
    <p:sldId id="869" r:id="rId512"/>
    <p:sldId id="871" r:id="rId513"/>
    <p:sldId id="876" r:id="rId514"/>
    <p:sldId id="872" r:id="rId515"/>
    <p:sldId id="873" r:id="rId516"/>
    <p:sldId id="874" r:id="rId517"/>
    <p:sldId id="875" r:id="rId518"/>
    <p:sldId id="741" r:id="rId519"/>
    <p:sldId id="432" r:id="rId520"/>
    <p:sldId id="434" r:id="rId521"/>
    <p:sldId id="435" r:id="rId522"/>
    <p:sldId id="433" r:id="rId523"/>
    <p:sldId id="570" r:id="rId524"/>
    <p:sldId id="572" r:id="rId525"/>
    <p:sldId id="573" r:id="rId526"/>
    <p:sldId id="574" r:id="rId527"/>
    <p:sldId id="571" r:id="rId528"/>
    <p:sldId id="448" r:id="rId529"/>
    <p:sldId id="450" r:id="rId530"/>
    <p:sldId id="801" r:id="rId531"/>
    <p:sldId id="878" r:id="rId532"/>
    <p:sldId id="877" r:id="rId533"/>
    <p:sldId id="879" r:id="rId534"/>
    <p:sldId id="880" r:id="rId535"/>
    <p:sldId id="881" r:id="rId536"/>
    <p:sldId id="882" r:id="rId537"/>
    <p:sldId id="883" r:id="rId538"/>
    <p:sldId id="1304" r:id="rId539"/>
    <p:sldId id="1305" r:id="rId540"/>
    <p:sldId id="1306" r:id="rId541"/>
    <p:sldId id="1307" r:id="rId542"/>
    <p:sldId id="449" r:id="rId543"/>
    <p:sldId id="1308" r:id="rId544"/>
    <p:sldId id="1310" r:id="rId545"/>
    <p:sldId id="1311" r:id="rId546"/>
    <p:sldId id="1313" r:id="rId547"/>
    <p:sldId id="1314" r:id="rId548"/>
    <p:sldId id="1312" r:id="rId549"/>
    <p:sldId id="1309" r:id="rId550"/>
    <p:sldId id="1316" r:id="rId551"/>
    <p:sldId id="1017" r:id="rId552"/>
    <p:sldId id="646" r:id="rId553"/>
    <p:sldId id="1315" r:id="rId554"/>
    <p:sldId id="575" r:id="rId555"/>
    <p:sldId id="577" r:id="rId556"/>
    <p:sldId id="578" r:id="rId557"/>
    <p:sldId id="579" r:id="rId558"/>
    <p:sldId id="580" r:id="rId559"/>
    <p:sldId id="576" r:id="rId560"/>
    <p:sldId id="478" r:id="rId561"/>
    <p:sldId id="480" r:id="rId562"/>
    <p:sldId id="481" r:id="rId563"/>
    <p:sldId id="482" r:id="rId564"/>
    <p:sldId id="483" r:id="rId565"/>
    <p:sldId id="479" r:id="rId566"/>
    <p:sldId id="1317" r:id="rId567"/>
    <p:sldId id="1319" r:id="rId568"/>
    <p:sldId id="1320" r:id="rId569"/>
    <p:sldId id="1321" r:id="rId570"/>
    <p:sldId id="1323" r:id="rId571"/>
    <p:sldId id="1322" r:id="rId572"/>
    <p:sldId id="1318" r:id="rId573"/>
    <p:sldId id="383" r:id="rId574"/>
    <p:sldId id="385" r:id="rId575"/>
    <p:sldId id="386" r:id="rId576"/>
    <p:sldId id="387" r:id="rId577"/>
    <p:sldId id="388" r:id="rId578"/>
    <p:sldId id="389" r:id="rId579"/>
    <p:sldId id="384" r:id="rId580"/>
    <p:sldId id="893" r:id="rId581"/>
    <p:sldId id="894" r:id="rId582"/>
    <p:sldId id="895" r:id="rId583"/>
    <p:sldId id="896" r:id="rId584"/>
    <p:sldId id="892" r:id="rId585"/>
    <p:sldId id="884" r:id="rId586"/>
    <p:sldId id="886" r:id="rId587"/>
    <p:sldId id="887" r:id="rId588"/>
    <p:sldId id="888" r:id="rId589"/>
    <p:sldId id="889" r:id="rId590"/>
    <p:sldId id="890" r:id="rId591"/>
    <p:sldId id="885" r:id="rId592"/>
    <p:sldId id="1324" r:id="rId593"/>
    <p:sldId id="1326" r:id="rId594"/>
    <p:sldId id="1327" r:id="rId595"/>
    <p:sldId id="1329" r:id="rId596"/>
    <p:sldId id="1328" r:id="rId597"/>
    <p:sldId id="1325" r:id="rId598"/>
    <p:sldId id="639" r:id="rId599"/>
    <p:sldId id="640" r:id="rId600"/>
    <p:sldId id="641" r:id="rId601"/>
    <p:sldId id="642" r:id="rId602"/>
    <p:sldId id="638" r:id="rId603"/>
    <p:sldId id="1330" r:id="rId604"/>
    <p:sldId id="1331" r:id="rId605"/>
    <p:sldId id="1332" r:id="rId606"/>
    <p:sldId id="898" r:id="rId607"/>
    <p:sldId id="353" r:id="rId608"/>
    <p:sldId id="354" r:id="rId609"/>
    <p:sldId id="900" r:id="rId610"/>
    <p:sldId id="902" r:id="rId611"/>
    <p:sldId id="903" r:id="rId612"/>
    <p:sldId id="904" r:id="rId613"/>
    <p:sldId id="905" r:id="rId614"/>
    <p:sldId id="906" r:id="rId615"/>
    <p:sldId id="901" r:id="rId616"/>
    <p:sldId id="797" r:id="rId617"/>
    <p:sldId id="798" r:id="rId618"/>
    <p:sldId id="796" r:id="rId619"/>
    <p:sldId id="907" r:id="rId620"/>
    <p:sldId id="909" r:id="rId621"/>
    <p:sldId id="910" r:id="rId622"/>
    <p:sldId id="911" r:id="rId623"/>
    <p:sldId id="912" r:id="rId624"/>
    <p:sldId id="913" r:id="rId625"/>
    <p:sldId id="908" r:id="rId626"/>
    <p:sldId id="626" r:id="rId627"/>
    <p:sldId id="627" r:id="rId628"/>
    <p:sldId id="628" r:id="rId629"/>
    <p:sldId id="629" r:id="rId630"/>
    <p:sldId id="630" r:id="rId631"/>
    <p:sldId id="631" r:id="rId632"/>
    <p:sldId id="632" r:id="rId633"/>
    <p:sldId id="633" r:id="rId634"/>
    <p:sldId id="634" r:id="rId635"/>
    <p:sldId id="635" r:id="rId636"/>
    <p:sldId id="636" r:id="rId637"/>
    <p:sldId id="637" r:id="rId638"/>
    <p:sldId id="625" r:id="rId639"/>
    <p:sldId id="367" r:id="rId640"/>
    <p:sldId id="369" r:id="rId641"/>
    <p:sldId id="370" r:id="rId642"/>
    <p:sldId id="371" r:id="rId643"/>
    <p:sldId id="372" r:id="rId644"/>
    <p:sldId id="373" r:id="rId645"/>
    <p:sldId id="368" r:id="rId646"/>
    <p:sldId id="1335" r:id="rId647"/>
    <p:sldId id="1336" r:id="rId648"/>
    <p:sldId id="1337" r:id="rId649"/>
    <p:sldId id="1338" r:id="rId650"/>
    <p:sldId id="1339" r:id="rId651"/>
    <p:sldId id="1340" r:id="rId652"/>
    <p:sldId id="1334" r:id="rId653"/>
    <p:sldId id="336" r:id="rId654"/>
    <p:sldId id="337" r:id="rId655"/>
    <p:sldId id="338" r:id="rId656"/>
    <p:sldId id="339" r:id="rId657"/>
    <p:sldId id="340" r:id="rId658"/>
    <p:sldId id="921" r:id="rId659"/>
    <p:sldId id="923" r:id="rId660"/>
    <p:sldId id="924" r:id="rId661"/>
    <p:sldId id="925" r:id="rId662"/>
    <p:sldId id="926" r:id="rId663"/>
    <p:sldId id="927" r:id="rId664"/>
    <p:sldId id="928" r:id="rId665"/>
    <p:sldId id="922" r:id="rId666"/>
    <p:sldId id="543" r:id="rId667"/>
    <p:sldId id="545" r:id="rId668"/>
    <p:sldId id="546" r:id="rId669"/>
    <p:sldId id="1341" r:id="rId670"/>
    <p:sldId id="1343" r:id="rId671"/>
    <p:sldId id="1342" r:id="rId672"/>
    <p:sldId id="544" r:id="rId673"/>
    <p:sldId id="436" r:id="rId674"/>
    <p:sldId id="438" r:id="rId675"/>
    <p:sldId id="439" r:id="rId676"/>
    <p:sldId id="440" r:id="rId677"/>
    <p:sldId id="441" r:id="rId678"/>
    <p:sldId id="442" r:id="rId679"/>
    <p:sldId id="437" r:id="rId680"/>
    <p:sldId id="929" r:id="rId681"/>
    <p:sldId id="931" r:id="rId682"/>
    <p:sldId id="932" r:id="rId683"/>
    <p:sldId id="930" r:id="rId684"/>
    <p:sldId id="933" r:id="rId685"/>
    <p:sldId id="935" r:id="rId686"/>
    <p:sldId id="936" r:id="rId687"/>
    <p:sldId id="937" r:id="rId688"/>
    <p:sldId id="934" r:id="rId689"/>
    <p:sldId id="443" r:id="rId690"/>
    <p:sldId id="445" r:id="rId691"/>
    <p:sldId id="446" r:id="rId692"/>
    <p:sldId id="447" r:id="rId693"/>
    <p:sldId id="444" r:id="rId694"/>
    <p:sldId id="1124" r:id="rId695"/>
    <p:sldId id="1019" r:id="rId696"/>
    <p:sldId id="1046" r:id="rId697"/>
    <p:sldId id="941" r:id="rId698"/>
    <p:sldId id="1047" r:id="rId699"/>
    <p:sldId id="1048" r:id="rId700"/>
    <p:sldId id="1049" r:id="rId701"/>
    <p:sldId id="1050" r:id="rId702"/>
    <p:sldId id="1051" r:id="rId703"/>
    <p:sldId id="1436" r:id="rId704"/>
    <p:sldId id="943" r:id="rId705"/>
    <p:sldId id="390" r:id="rId706"/>
    <p:sldId id="392" r:id="rId707"/>
    <p:sldId id="393" r:id="rId708"/>
    <p:sldId id="394" r:id="rId709"/>
    <p:sldId id="395" r:id="rId710"/>
    <p:sldId id="391" r:id="rId711"/>
    <p:sldId id="742" r:id="rId712"/>
    <p:sldId id="743" r:id="rId713"/>
    <p:sldId id="501" r:id="rId714"/>
    <p:sldId id="503" r:id="rId715"/>
    <p:sldId id="504" r:id="rId716"/>
    <p:sldId id="505" r:id="rId717"/>
    <p:sldId id="506" r:id="rId718"/>
    <p:sldId id="507" r:id="rId719"/>
    <p:sldId id="502" r:id="rId720"/>
    <p:sldId id="492" r:id="rId721"/>
    <p:sldId id="494" r:id="rId722"/>
    <p:sldId id="1130" r:id="rId723"/>
    <p:sldId id="495" r:id="rId724"/>
    <p:sldId id="1131" r:id="rId725"/>
    <p:sldId id="496" r:id="rId726"/>
    <p:sldId id="1132" r:id="rId727"/>
    <p:sldId id="493" r:id="rId728"/>
    <p:sldId id="1344" r:id="rId729"/>
    <p:sldId id="1345" r:id="rId730"/>
    <p:sldId id="945" r:id="rId731"/>
    <p:sldId id="1053" r:id="rId732"/>
    <p:sldId id="1054" r:id="rId733"/>
    <p:sldId id="1055" r:id="rId734"/>
    <p:sldId id="1056" r:id="rId735"/>
    <p:sldId id="939" r:id="rId736"/>
    <p:sldId id="1346" r:id="rId737"/>
    <p:sldId id="1348" r:id="rId738"/>
    <p:sldId id="1349" r:id="rId739"/>
    <p:sldId id="1350" r:id="rId740"/>
    <p:sldId id="1351" r:id="rId741"/>
    <p:sldId id="1352" r:id="rId742"/>
    <p:sldId id="1353" r:id="rId743"/>
    <p:sldId id="1354" r:id="rId744"/>
    <p:sldId id="1356" r:id="rId745"/>
    <p:sldId id="1355" r:id="rId746"/>
    <p:sldId id="1347" r:id="rId747"/>
    <p:sldId id="1357" r:id="rId748"/>
    <p:sldId id="1359" r:id="rId749"/>
    <p:sldId id="1360" r:id="rId750"/>
    <p:sldId id="1361" r:id="rId751"/>
    <p:sldId id="1362" r:id="rId752"/>
    <p:sldId id="1363" r:id="rId753"/>
    <p:sldId id="1358" r:id="rId754"/>
    <p:sldId id="1364" r:id="rId755"/>
    <p:sldId id="1365" r:id="rId756"/>
    <p:sldId id="1366" r:id="rId757"/>
    <p:sldId id="1367" r:id="rId758"/>
    <p:sldId id="1368" r:id="rId759"/>
    <p:sldId id="1370" r:id="rId760"/>
    <p:sldId id="1369" r:id="rId761"/>
    <p:sldId id="1372" r:id="rId762"/>
    <p:sldId id="1371" r:id="rId763"/>
    <p:sldId id="1374" r:id="rId764"/>
    <p:sldId id="1373" r:id="rId765"/>
    <p:sldId id="947" r:id="rId766"/>
    <p:sldId id="465" r:id="rId767"/>
    <p:sldId id="1133" r:id="rId768"/>
    <p:sldId id="467" r:id="rId769"/>
    <p:sldId id="468" r:id="rId770"/>
    <p:sldId id="1134" r:id="rId771"/>
    <p:sldId id="469" r:id="rId772"/>
    <p:sldId id="1135" r:id="rId773"/>
    <p:sldId id="470" r:id="rId774"/>
    <p:sldId id="1136" r:id="rId775"/>
    <p:sldId id="471" r:id="rId776"/>
    <p:sldId id="1137" r:id="rId777"/>
    <p:sldId id="472" r:id="rId778"/>
    <p:sldId id="1138" r:id="rId779"/>
    <p:sldId id="473" r:id="rId780"/>
    <p:sldId id="1139" r:id="rId781"/>
    <p:sldId id="466" r:id="rId782"/>
    <p:sldId id="1039" r:id="rId783"/>
    <p:sldId id="1021" r:id="rId784"/>
    <p:sldId id="948" r:id="rId785"/>
    <p:sldId id="949" r:id="rId786"/>
    <p:sldId id="1375" r:id="rId787"/>
    <p:sldId id="1376" r:id="rId788"/>
    <p:sldId id="950" r:id="rId789"/>
    <p:sldId id="951" r:id="rId790"/>
    <p:sldId id="1040" r:id="rId791"/>
    <p:sldId id="1041" r:id="rId792"/>
    <p:sldId id="1042" r:id="rId793"/>
    <p:sldId id="1043" r:id="rId794"/>
    <p:sldId id="1044" r:id="rId795"/>
    <p:sldId id="1045" r:id="rId796"/>
    <p:sldId id="953" r:id="rId797"/>
    <p:sldId id="516" r:id="rId798"/>
    <p:sldId id="518" r:id="rId799"/>
    <p:sldId id="519" r:id="rId800"/>
    <p:sldId id="520" r:id="rId801"/>
    <p:sldId id="955" r:id="rId802"/>
    <p:sldId id="615" r:id="rId803"/>
    <p:sldId id="617" r:id="rId804"/>
    <p:sldId id="618" r:id="rId805"/>
    <p:sldId id="619" r:id="rId806"/>
    <p:sldId id="1377" r:id="rId807"/>
    <p:sldId id="1378" r:id="rId808"/>
    <p:sldId id="1379" r:id="rId809"/>
    <p:sldId id="1380" r:id="rId810"/>
    <p:sldId id="1381" r:id="rId811"/>
    <p:sldId id="1383" r:id="rId812"/>
    <p:sldId id="1382" r:id="rId813"/>
    <p:sldId id="957" r:id="rId814"/>
    <p:sldId id="1107" r:id="rId815"/>
    <p:sldId id="1108" r:id="rId816"/>
    <p:sldId id="1109" r:id="rId817"/>
    <p:sldId id="1110" r:id="rId818"/>
    <p:sldId id="1113" r:id="rId819"/>
    <p:sldId id="1111" r:id="rId820"/>
    <p:sldId id="1112" r:id="rId821"/>
    <p:sldId id="959" r:id="rId822"/>
    <p:sldId id="964" r:id="rId823"/>
    <p:sldId id="965" r:id="rId824"/>
    <p:sldId id="961" r:id="rId825"/>
    <p:sldId id="1057" r:id="rId826"/>
    <p:sldId id="1058" r:id="rId827"/>
    <p:sldId id="1059" r:id="rId828"/>
    <p:sldId id="1060" r:id="rId829"/>
    <p:sldId id="1061" r:id="rId830"/>
    <p:sldId id="963" r:id="rId831"/>
    <p:sldId id="341" r:id="rId832"/>
    <p:sldId id="342" r:id="rId833"/>
    <p:sldId id="343" r:id="rId834"/>
    <p:sldId id="344" r:id="rId835"/>
    <p:sldId id="345" r:id="rId836"/>
    <p:sldId id="346" r:id="rId837"/>
    <p:sldId id="347" r:id="rId838"/>
    <p:sldId id="348" r:id="rId839"/>
    <p:sldId id="349" r:id="rId840"/>
    <p:sldId id="350" r:id="rId841"/>
    <p:sldId id="351" r:id="rId842"/>
    <p:sldId id="352" r:id="rId843"/>
    <p:sldId id="474" r:id="rId844"/>
    <p:sldId id="476" r:id="rId845"/>
    <p:sldId id="477" r:id="rId846"/>
    <p:sldId id="475" r:id="rId847"/>
    <p:sldId id="1415" r:id="rId848"/>
    <p:sldId id="1416" r:id="rId849"/>
    <p:sldId id="967" r:id="rId850"/>
    <p:sldId id="1384" r:id="rId851"/>
    <p:sldId id="1023" r:id="rId852"/>
    <p:sldId id="1385" r:id="rId853"/>
    <p:sldId id="1025" r:id="rId854"/>
    <p:sldId id="751" r:id="rId855"/>
    <p:sldId id="753" r:id="rId856"/>
    <p:sldId id="754" r:id="rId857"/>
    <p:sldId id="755" r:id="rId858"/>
    <p:sldId id="756" r:id="rId859"/>
    <p:sldId id="757" r:id="rId860"/>
    <p:sldId id="752" r:id="rId861"/>
    <p:sldId id="451" r:id="rId862"/>
    <p:sldId id="453" r:id="rId863"/>
    <p:sldId id="454" r:id="rId864"/>
    <p:sldId id="455" r:id="rId865"/>
    <p:sldId id="452" r:id="rId866"/>
    <p:sldId id="744" r:id="rId867"/>
    <p:sldId id="746" r:id="rId868"/>
    <p:sldId id="747" r:id="rId869"/>
    <p:sldId id="748" r:id="rId870"/>
    <p:sldId id="749" r:id="rId871"/>
    <p:sldId id="750" r:id="rId872"/>
    <p:sldId id="745" r:id="rId873"/>
    <p:sldId id="1062" r:id="rId874"/>
    <p:sldId id="1063" r:id="rId875"/>
    <p:sldId id="1064" r:id="rId876"/>
    <p:sldId id="1065" r:id="rId877"/>
    <p:sldId id="1066" r:id="rId878"/>
    <p:sldId id="1067" r:id="rId879"/>
    <p:sldId id="969" r:id="rId880"/>
    <p:sldId id="497" r:id="rId881"/>
    <p:sldId id="499" r:id="rId882"/>
    <p:sldId id="500" r:id="rId883"/>
    <p:sldId id="498" r:id="rId884"/>
    <p:sldId id="1068" r:id="rId885"/>
    <p:sldId id="1069" r:id="rId886"/>
    <p:sldId id="1070" r:id="rId887"/>
    <p:sldId id="1071" r:id="rId888"/>
    <p:sldId id="1072" r:id="rId889"/>
    <p:sldId id="1073" r:id="rId890"/>
    <p:sldId id="1074" r:id="rId891"/>
    <p:sldId id="1075" r:id="rId892"/>
    <p:sldId id="1076" r:id="rId893"/>
    <p:sldId id="971" r:id="rId894"/>
    <p:sldId id="1032" r:id="rId895"/>
    <p:sldId id="1033" r:id="rId896"/>
    <p:sldId id="1034" r:id="rId897"/>
    <p:sldId id="1035" r:id="rId898"/>
    <p:sldId id="1036" r:id="rId899"/>
    <p:sldId id="1037" r:id="rId900"/>
    <p:sldId id="973" r:id="rId901"/>
    <p:sldId id="1388" r:id="rId902"/>
    <p:sldId id="1389" r:id="rId903"/>
    <p:sldId id="1391" r:id="rId904"/>
    <p:sldId id="1392" r:id="rId905"/>
    <p:sldId id="1390" r:id="rId906"/>
    <p:sldId id="332" r:id="rId907"/>
    <p:sldId id="333" r:id="rId908"/>
    <p:sldId id="334" r:id="rId909"/>
    <p:sldId id="335" r:id="rId910"/>
    <p:sldId id="1393" r:id="rId911"/>
    <p:sldId id="977" r:id="rId912"/>
    <p:sldId id="562" r:id="rId913"/>
    <p:sldId id="564" r:id="rId914"/>
    <p:sldId id="565" r:id="rId915"/>
    <p:sldId id="566" r:id="rId916"/>
    <p:sldId id="567" r:id="rId917"/>
    <p:sldId id="568" r:id="rId918"/>
    <p:sldId id="569" r:id="rId919"/>
    <p:sldId id="563" r:id="rId920"/>
    <p:sldId id="1122" r:id="rId921"/>
    <p:sldId id="1123" r:id="rId922"/>
    <p:sldId id="1121" r:id="rId923"/>
    <p:sldId id="1394" r:id="rId924"/>
    <p:sldId id="1395" r:id="rId925"/>
    <p:sldId id="1396" r:id="rId926"/>
    <p:sldId id="1397" r:id="rId927"/>
    <p:sldId id="1398" r:id="rId928"/>
    <p:sldId id="1399" r:id="rId929"/>
    <p:sldId id="1400" r:id="rId930"/>
    <p:sldId id="979" r:id="rId931"/>
    <p:sldId id="559" r:id="rId932"/>
    <p:sldId id="557" r:id="rId933"/>
    <p:sldId id="560" r:id="rId934"/>
    <p:sldId id="561" r:id="rId935"/>
    <p:sldId id="558" r:id="rId936"/>
    <p:sldId id="1401" r:id="rId937"/>
    <p:sldId id="1403" r:id="rId938"/>
    <p:sldId id="1406" r:id="rId939"/>
    <p:sldId id="1404" r:id="rId940"/>
    <p:sldId id="1407" r:id="rId941"/>
    <p:sldId id="1405" r:id="rId942"/>
    <p:sldId id="1408" r:id="rId943"/>
    <p:sldId id="1402" r:id="rId944"/>
    <p:sldId id="411" r:id="rId945"/>
    <p:sldId id="413" r:id="rId946"/>
    <p:sldId id="414" r:id="rId947"/>
    <p:sldId id="415" r:id="rId948"/>
    <p:sldId id="412" r:id="rId949"/>
    <p:sldId id="416" r:id="rId950"/>
    <p:sldId id="418" r:id="rId951"/>
    <p:sldId id="419" r:id="rId952"/>
    <p:sldId id="420" r:id="rId953"/>
    <p:sldId id="421" r:id="rId954"/>
    <p:sldId id="422" r:id="rId955"/>
    <p:sldId id="417" r:id="rId956"/>
    <p:sldId id="536" r:id="rId957"/>
    <p:sldId id="538" r:id="rId958"/>
    <p:sldId id="539" r:id="rId959"/>
    <p:sldId id="540" r:id="rId960"/>
    <p:sldId id="541" r:id="rId961"/>
    <p:sldId id="542" r:id="rId962"/>
    <p:sldId id="537" r:id="rId963"/>
    <p:sldId id="1100" r:id="rId964"/>
    <p:sldId id="1409" r:id="rId965"/>
    <p:sldId id="1411" r:id="rId966"/>
    <p:sldId id="1410" r:id="rId967"/>
    <p:sldId id="1412" r:id="rId968"/>
    <p:sldId id="379" r:id="rId969"/>
    <p:sldId id="605" r:id="rId970"/>
    <p:sldId id="690" r:id="rId971"/>
    <p:sldId id="1115" r:id="rId972"/>
    <p:sldId id="1114" r:id="rId973"/>
    <p:sldId id="691" r:id="rId974"/>
    <p:sldId id="1118" r:id="rId975"/>
    <p:sldId id="1119" r:id="rId976"/>
    <p:sldId id="680" r:id="rId977"/>
    <p:sldId id="682" r:id="rId978"/>
    <p:sldId id="683" r:id="rId979"/>
    <p:sldId id="681" r:id="rId980"/>
    <p:sldId id="606" r:id="rId981"/>
    <p:sldId id="607" r:id="rId982"/>
    <p:sldId id="608" r:id="rId983"/>
    <p:sldId id="609" r:id="rId984"/>
    <p:sldId id="717" r:id="rId985"/>
    <p:sldId id="718" r:id="rId986"/>
    <p:sldId id="685" r:id="rId987"/>
    <p:sldId id="692" r:id="rId988"/>
    <p:sldId id="620" r:id="rId989"/>
    <p:sldId id="1116" r:id="rId990"/>
    <p:sldId id="1117" r:id="rId991"/>
    <p:sldId id="710" r:id="rId992"/>
    <p:sldId id="709" r:id="rId993"/>
    <p:sldId id="1150" r:id="rId994"/>
    <p:sldId id="1152" r:id="rId995"/>
    <p:sldId id="1153" r:id="rId996"/>
    <p:sldId id="1154" r:id="rId997"/>
    <p:sldId id="1155" r:id="rId998"/>
    <p:sldId id="1151" r:id="rId999"/>
    <p:sldId id="610" r:id="rId1000"/>
    <p:sldId id="843" r:id="rId1001"/>
    <p:sldId id="1142" r:id="rId1002"/>
    <p:sldId id="1143" r:id="rId1003"/>
    <p:sldId id="1158" r:id="rId1004"/>
    <p:sldId id="1160" r:id="rId1005"/>
    <p:sldId id="1159" r:id="rId1006"/>
    <p:sldId id="1144" r:id="rId1007"/>
    <p:sldId id="1145" r:id="rId1008"/>
    <p:sldId id="1146" r:id="rId1009"/>
    <p:sldId id="1147" r:id="rId1010"/>
    <p:sldId id="1148" r:id="rId1011"/>
    <p:sldId id="799" r:id="rId1012"/>
    <p:sldId id="1149" r:id="rId1013"/>
    <p:sldId id="684" r:id="rId1014"/>
    <p:sldId id="686" r:id="rId1015"/>
    <p:sldId id="842" r:id="rId1016"/>
    <p:sldId id="694" r:id="rId1017"/>
    <p:sldId id="696" r:id="rId1018"/>
    <p:sldId id="695" r:id="rId1019"/>
    <p:sldId id="712" r:id="rId1020"/>
    <p:sldId id="713" r:id="rId1021"/>
    <p:sldId id="711" r:id="rId1022"/>
    <p:sldId id="614" r:id="rId1023"/>
    <p:sldId id="621" r:id="rId1024"/>
    <p:sldId id="622" r:id="rId1025"/>
    <p:sldId id="1104" r:id="rId1026"/>
    <p:sldId id="1105" r:id="rId1027"/>
    <p:sldId id="1106" r:id="rId1028"/>
    <p:sldId id="1103" r:id="rId1029"/>
    <p:sldId id="687" r:id="rId1030"/>
    <p:sldId id="689" r:id="rId1031"/>
    <p:sldId id="688" r:id="rId1032"/>
    <p:sldId id="792" r:id="rId1033"/>
    <p:sldId id="794" r:id="rId1034"/>
    <p:sldId id="795" r:id="rId1035"/>
    <p:sldId id="793" r:id="rId1036"/>
    <p:sldId id="1093" r:id="rId1037"/>
    <p:sldId id="1095" r:id="rId1038"/>
    <p:sldId id="1096" r:id="rId1039"/>
    <p:sldId id="1094" r:id="rId1040"/>
    <p:sldId id="1097" r:id="rId1041"/>
    <p:sldId id="1099" r:id="rId1042"/>
    <p:sldId id="1098" r:id="rId1043"/>
    <p:sldId id="1080" r:id="rId1044"/>
    <p:sldId id="1082" r:id="rId1045"/>
    <p:sldId id="1081" r:id="rId1046"/>
    <p:sldId id="697" r:id="rId1047"/>
    <p:sldId id="698" r:id="rId1048"/>
    <p:sldId id="699" r:id="rId1049"/>
    <p:sldId id="701" r:id="rId1050"/>
    <p:sldId id="702" r:id="rId1051"/>
    <p:sldId id="1083" r:id="rId1052"/>
    <p:sldId id="1084" r:id="rId1053"/>
    <p:sldId id="1086" r:id="rId1054"/>
    <p:sldId id="1085" r:id="rId1055"/>
    <p:sldId id="623" r:id="rId1056"/>
    <p:sldId id="624" r:id="rId1057"/>
    <p:sldId id="700" r:id="rId1058"/>
    <p:sldId id="1087" r:id="rId1059"/>
    <p:sldId id="1088" r:id="rId1060"/>
    <p:sldId id="1090" r:id="rId1061"/>
    <p:sldId id="1089" r:id="rId1062"/>
    <p:sldId id="1091" r:id="rId10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C472E6B1-10B4-4AE0-8E91-1D94EF56CC21}">
          <p14:sldIdLst>
            <p14:sldId id="260"/>
            <p14:sldId id="271"/>
            <p14:sldId id="376"/>
            <p14:sldId id="377"/>
            <p14:sldId id="1164"/>
            <p14:sldId id="1165"/>
            <p14:sldId id="1166"/>
            <p14:sldId id="1167"/>
            <p14:sldId id="1173"/>
            <p14:sldId id="1161"/>
            <p14:sldId id="1435"/>
            <p14:sldId id="1022"/>
            <p14:sldId id="1434"/>
            <p14:sldId id="1174"/>
            <p14:sldId id="259"/>
            <p14:sldId id="1194"/>
            <p14:sldId id="1168"/>
            <p14:sldId id="1169"/>
            <p14:sldId id="1170"/>
            <p14:sldId id="1171"/>
            <p14:sldId id="1172"/>
            <p14:sldId id="1175"/>
            <p14:sldId id="1176"/>
            <p14:sldId id="1178"/>
            <p14:sldId id="1179"/>
            <p14:sldId id="1180"/>
            <p14:sldId id="1181"/>
            <p14:sldId id="1182"/>
            <p14:sldId id="1177"/>
            <p14:sldId id="1077"/>
            <p14:sldId id="1078"/>
            <p14:sldId id="1079"/>
            <p14:sldId id="981"/>
            <p14:sldId id="1183"/>
            <p14:sldId id="1163"/>
            <p14:sldId id="272"/>
            <p14:sldId id="274"/>
            <p14:sldId id="273"/>
            <p14:sldId id="275"/>
            <p14:sldId id="276"/>
            <p14:sldId id="277"/>
            <p14:sldId id="1184"/>
            <p14:sldId id="1418"/>
            <p14:sldId id="1419"/>
            <p14:sldId id="1420"/>
            <p14:sldId id="1421"/>
            <p14:sldId id="1422"/>
            <p14:sldId id="1423"/>
            <p14:sldId id="1417"/>
            <p14:sldId id="1185"/>
            <p14:sldId id="1186"/>
            <p14:sldId id="1187"/>
            <p14:sldId id="1188"/>
            <p14:sldId id="1189"/>
            <p14:sldId id="1190"/>
            <p14:sldId id="1191"/>
            <p14:sldId id="983"/>
            <p14:sldId id="263"/>
            <p14:sldId id="264"/>
            <p14:sldId id="265"/>
            <p14:sldId id="267"/>
            <p14:sldId id="268"/>
            <p14:sldId id="991"/>
            <p14:sldId id="279"/>
            <p14:sldId id="280"/>
            <p14:sldId id="283"/>
            <p14:sldId id="284"/>
            <p14:sldId id="285"/>
            <p14:sldId id="286"/>
            <p14:sldId id="282"/>
            <p14:sldId id="1192"/>
            <p14:sldId id="288"/>
            <p14:sldId id="289"/>
            <p14:sldId id="290"/>
            <p14:sldId id="293"/>
            <p14:sldId id="294"/>
            <p14:sldId id="291"/>
            <p14:sldId id="295"/>
            <p14:sldId id="296"/>
            <p14:sldId id="292"/>
            <p14:sldId id="297"/>
            <p14:sldId id="329"/>
            <p14:sldId id="330"/>
            <p14:sldId id="331"/>
            <p14:sldId id="1195"/>
            <p14:sldId id="1196"/>
            <p14:sldId id="301"/>
            <p14:sldId id="1197"/>
            <p14:sldId id="1198"/>
            <p14:sldId id="1199"/>
            <p14:sldId id="1200"/>
            <p14:sldId id="1201"/>
            <p14:sldId id="1202"/>
            <p14:sldId id="1203"/>
            <p14:sldId id="1204"/>
            <p14:sldId id="1205"/>
            <p14:sldId id="302"/>
            <p14:sldId id="304"/>
            <p14:sldId id="305"/>
            <p14:sldId id="306"/>
            <p14:sldId id="307"/>
            <p14:sldId id="309"/>
            <p14:sldId id="310"/>
            <p14:sldId id="308"/>
            <p14:sldId id="1206"/>
            <p14:sldId id="1208"/>
            <p14:sldId id="1209"/>
            <p14:sldId id="1210"/>
            <p14:sldId id="1211"/>
            <p14:sldId id="1212"/>
            <p14:sldId id="1213"/>
            <p14:sldId id="1214"/>
            <p14:sldId id="1215"/>
            <p14:sldId id="1207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4"/>
            <p14:sldId id="1126"/>
            <p14:sldId id="325"/>
            <p14:sldId id="1127"/>
            <p14:sldId id="1128"/>
            <p14:sldId id="326"/>
            <p14:sldId id="1129"/>
            <p14:sldId id="327"/>
            <p14:sldId id="328"/>
            <p14:sldId id="1125"/>
            <p14:sldId id="995"/>
            <p14:sldId id="1216"/>
            <p14:sldId id="997"/>
            <p14:sldId id="396"/>
            <p14:sldId id="398"/>
            <p14:sldId id="399"/>
            <p14:sldId id="400"/>
            <p14:sldId id="397"/>
            <p14:sldId id="456"/>
            <p14:sldId id="458"/>
            <p14:sldId id="459"/>
            <p14:sldId id="460"/>
            <p14:sldId id="461"/>
            <p14:sldId id="462"/>
            <p14:sldId id="463"/>
            <p14:sldId id="464"/>
            <p14:sldId id="457"/>
            <p14:sldId id="401"/>
            <p14:sldId id="403"/>
            <p14:sldId id="404"/>
            <p14:sldId id="405"/>
            <p14:sldId id="1028"/>
            <p14:sldId id="1029"/>
            <p14:sldId id="408"/>
            <p14:sldId id="1030"/>
            <p14:sldId id="1031"/>
            <p14:sldId id="402"/>
            <p14:sldId id="1217"/>
            <p14:sldId id="1219"/>
            <p14:sldId id="1220"/>
            <p14:sldId id="1218"/>
            <p14:sldId id="758"/>
            <p14:sldId id="761"/>
            <p14:sldId id="760"/>
            <p14:sldId id="762"/>
            <p14:sldId id="763"/>
            <p14:sldId id="764"/>
            <p14:sldId id="765"/>
            <p14:sldId id="766"/>
            <p14:sldId id="767"/>
            <p14:sldId id="768"/>
            <p14:sldId id="759"/>
            <p14:sldId id="715"/>
            <p14:sldId id="714"/>
            <p14:sldId id="355"/>
            <p14:sldId id="357"/>
            <p14:sldId id="358"/>
            <p14:sldId id="359"/>
            <p14:sldId id="360"/>
            <p14:sldId id="356"/>
            <p14:sldId id="998"/>
            <p14:sldId id="999"/>
            <p14:sldId id="547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48"/>
            <p14:sldId id="1221"/>
            <p14:sldId id="1222"/>
            <p14:sldId id="581"/>
            <p14:sldId id="583"/>
            <p14:sldId id="584"/>
            <p14:sldId id="585"/>
            <p14:sldId id="586"/>
            <p14:sldId id="582"/>
            <p14:sldId id="1038"/>
            <p14:sldId id="1003"/>
            <p14:sldId id="361"/>
            <p14:sldId id="363"/>
            <p14:sldId id="364"/>
            <p14:sldId id="365"/>
            <p14:sldId id="366"/>
            <p14:sldId id="362"/>
            <p14:sldId id="587"/>
            <p14:sldId id="589"/>
            <p14:sldId id="590"/>
            <p14:sldId id="1229"/>
            <p14:sldId id="526"/>
            <p14:sldId id="528"/>
            <p14:sldId id="529"/>
            <p14:sldId id="530"/>
            <p14:sldId id="531"/>
            <p14:sldId id="527"/>
            <p14:sldId id="1223"/>
            <p14:sldId id="1224"/>
            <p14:sldId id="1225"/>
            <p14:sldId id="1227"/>
            <p14:sldId id="1226"/>
            <p14:sldId id="484"/>
            <p14:sldId id="1228"/>
            <p14:sldId id="591"/>
            <p14:sldId id="593"/>
            <p14:sldId id="594"/>
            <p14:sldId id="595"/>
            <p14:sldId id="596"/>
            <p14:sldId id="592"/>
            <p14:sldId id="1230"/>
            <p14:sldId id="1232"/>
            <p14:sldId id="1233"/>
            <p14:sldId id="1234"/>
            <p14:sldId id="1235"/>
            <p14:sldId id="1236"/>
            <p14:sldId id="1237"/>
            <p14:sldId id="1238"/>
            <p14:sldId id="1231"/>
            <p14:sldId id="597"/>
            <p14:sldId id="1239"/>
            <p14:sldId id="598"/>
            <p14:sldId id="1240"/>
            <p14:sldId id="1241"/>
            <p14:sldId id="1242"/>
            <p14:sldId id="1243"/>
            <p14:sldId id="1244"/>
            <p14:sldId id="985"/>
            <p14:sldId id="423"/>
            <p14:sldId id="425"/>
            <p14:sldId id="426"/>
            <p14:sldId id="1431"/>
            <p14:sldId id="428"/>
            <p14:sldId id="1432"/>
            <p14:sldId id="430"/>
            <p14:sldId id="1433"/>
            <p14:sldId id="424"/>
            <p14:sldId id="649"/>
            <p14:sldId id="650"/>
            <p14:sldId id="651"/>
            <p14:sldId id="652"/>
            <p14:sldId id="653"/>
            <p14:sldId id="654"/>
            <p14:sldId id="648"/>
            <p14:sldId id="662"/>
            <p14:sldId id="664"/>
            <p14:sldId id="666"/>
            <p14:sldId id="665"/>
            <p14:sldId id="667"/>
            <p14:sldId id="668"/>
            <p14:sldId id="663"/>
            <p14:sldId id="769"/>
            <p14:sldId id="771"/>
            <p14:sldId id="772"/>
            <p14:sldId id="770"/>
            <p14:sldId id="773"/>
            <p14:sldId id="775"/>
            <p14:sldId id="776"/>
            <p14:sldId id="777"/>
            <p14:sldId id="778"/>
            <p14:sldId id="779"/>
            <p14:sldId id="780"/>
            <p14:sldId id="774"/>
            <p14:sldId id="1245"/>
            <p14:sldId id="1247"/>
            <p14:sldId id="1248"/>
            <p14:sldId id="1249"/>
            <p14:sldId id="1246"/>
            <p14:sldId id="1424"/>
            <p14:sldId id="1426"/>
            <p14:sldId id="1427"/>
            <p14:sldId id="1428"/>
            <p14:sldId id="1429"/>
            <p14:sldId id="1430"/>
            <p14:sldId id="1425"/>
            <p14:sldId id="781"/>
            <p14:sldId id="783"/>
            <p14:sldId id="784"/>
            <p14:sldId id="785"/>
            <p14:sldId id="782"/>
            <p14:sldId id="786"/>
            <p14:sldId id="788"/>
            <p14:sldId id="789"/>
            <p14:sldId id="787"/>
            <p14:sldId id="374"/>
            <p14:sldId id="380"/>
            <p14:sldId id="381"/>
            <p14:sldId id="382"/>
            <p14:sldId id="375"/>
            <p14:sldId id="521"/>
            <p14:sldId id="523"/>
            <p14:sldId id="524"/>
            <p14:sldId id="525"/>
            <p14:sldId id="522"/>
            <p14:sldId id="1156"/>
            <p14:sldId id="1157"/>
            <p14:sldId id="599"/>
            <p14:sldId id="601"/>
            <p14:sldId id="602"/>
            <p14:sldId id="600"/>
            <p14:sldId id="655"/>
            <p14:sldId id="657"/>
            <p14:sldId id="658"/>
            <p14:sldId id="659"/>
            <p14:sldId id="660"/>
            <p14:sldId id="661"/>
            <p14:sldId id="656"/>
            <p14:sldId id="1250"/>
            <p14:sldId id="1251"/>
            <p14:sldId id="790"/>
            <p14:sldId id="802"/>
            <p14:sldId id="803"/>
            <p14:sldId id="804"/>
            <p14:sldId id="806"/>
            <p14:sldId id="791"/>
            <p14:sldId id="807"/>
            <p14:sldId id="809"/>
            <p14:sldId id="810"/>
            <p14:sldId id="811"/>
            <p14:sldId id="812"/>
            <p14:sldId id="813"/>
            <p14:sldId id="814"/>
            <p14:sldId id="808"/>
            <p14:sldId id="815"/>
            <p14:sldId id="817"/>
            <p14:sldId id="818"/>
            <p14:sldId id="819"/>
            <p14:sldId id="820"/>
            <p14:sldId id="821"/>
            <p14:sldId id="816"/>
            <p14:sldId id="669"/>
            <p14:sldId id="671"/>
            <p14:sldId id="670"/>
            <p14:sldId id="672"/>
            <p14:sldId id="674"/>
            <p14:sldId id="675"/>
            <p14:sldId id="677"/>
            <p14:sldId id="822"/>
            <p14:sldId id="678"/>
            <p14:sldId id="823"/>
            <p14:sldId id="673"/>
            <p14:sldId id="720"/>
            <p14:sldId id="721"/>
            <p14:sldId id="722"/>
            <p14:sldId id="723"/>
            <p14:sldId id="719"/>
            <p14:sldId id="1252"/>
            <p14:sldId id="1253"/>
            <p14:sldId id="1254"/>
            <p14:sldId id="1255"/>
            <p14:sldId id="1257"/>
            <p14:sldId id="1258"/>
            <p14:sldId id="1256"/>
            <p14:sldId id="1259"/>
            <p14:sldId id="1260"/>
            <p14:sldId id="825"/>
            <p14:sldId id="704"/>
            <p14:sldId id="705"/>
            <p14:sldId id="706"/>
            <p14:sldId id="707"/>
            <p14:sldId id="708"/>
            <p14:sldId id="703"/>
            <p14:sldId id="486"/>
            <p14:sldId id="488"/>
            <p14:sldId id="489"/>
            <p14:sldId id="490"/>
            <p14:sldId id="491"/>
            <p14:sldId id="487"/>
            <p14:sldId id="826"/>
            <p14:sldId id="828"/>
            <p14:sldId id="829"/>
            <p14:sldId id="830"/>
            <p14:sldId id="831"/>
            <p14:sldId id="832"/>
            <p14:sldId id="833"/>
            <p14:sldId id="834"/>
            <p14:sldId id="827"/>
            <p14:sldId id="724"/>
            <p14:sldId id="726"/>
            <p14:sldId id="727"/>
            <p14:sldId id="728"/>
            <p14:sldId id="729"/>
            <p14:sldId id="725"/>
            <p14:sldId id="1261"/>
            <p14:sldId id="1262"/>
            <p14:sldId id="835"/>
            <p14:sldId id="837"/>
            <p14:sldId id="838"/>
            <p14:sldId id="839"/>
            <p14:sldId id="836"/>
            <p14:sldId id="1263"/>
            <p14:sldId id="1265"/>
            <p14:sldId id="1266"/>
            <p14:sldId id="1267"/>
            <p14:sldId id="1268"/>
            <p14:sldId id="1269"/>
            <p14:sldId id="1270"/>
            <p14:sldId id="1264"/>
            <p14:sldId id="508"/>
            <p14:sldId id="510"/>
            <p14:sldId id="511"/>
            <p14:sldId id="509"/>
            <p14:sldId id="1271"/>
            <p14:sldId id="1009"/>
            <p14:sldId id="512"/>
            <p14:sldId id="514"/>
            <p14:sldId id="515"/>
            <p14:sldId id="513"/>
            <p14:sldId id="532"/>
            <p14:sldId id="533"/>
            <p14:sldId id="535"/>
            <p14:sldId id="534"/>
            <p14:sldId id="1272"/>
            <p14:sldId id="1273"/>
            <p14:sldId id="987"/>
            <p14:sldId id="603"/>
            <p14:sldId id="730"/>
            <p14:sldId id="731"/>
            <p14:sldId id="732"/>
            <p14:sldId id="604"/>
            <p14:sldId id="849"/>
            <p14:sldId id="851"/>
            <p14:sldId id="852"/>
            <p14:sldId id="853"/>
            <p14:sldId id="850"/>
            <p14:sldId id="1274"/>
            <p14:sldId id="1276"/>
            <p14:sldId id="1277"/>
            <p14:sldId id="1278"/>
            <p14:sldId id="1279"/>
            <p14:sldId id="1275"/>
            <p14:sldId id="1280"/>
            <p14:sldId id="1282"/>
            <p14:sldId id="1283"/>
            <p14:sldId id="1284"/>
            <p14:sldId id="1285"/>
            <p14:sldId id="1287"/>
            <p14:sldId id="1286"/>
            <p14:sldId id="1281"/>
            <p14:sldId id="1288"/>
            <p14:sldId id="1290"/>
            <p14:sldId id="1291"/>
            <p14:sldId id="1292"/>
            <p14:sldId id="1293"/>
            <p14:sldId id="1295"/>
            <p14:sldId id="1294"/>
            <p14:sldId id="1289"/>
            <p14:sldId id="1296"/>
            <p14:sldId id="1011"/>
            <p14:sldId id="854"/>
            <p14:sldId id="1140"/>
            <p14:sldId id="856"/>
            <p14:sldId id="1141"/>
            <p14:sldId id="855"/>
            <p14:sldId id="733"/>
            <p14:sldId id="735"/>
            <p14:sldId id="736"/>
            <p14:sldId id="737"/>
            <p14:sldId id="734"/>
            <p14:sldId id="643"/>
            <p14:sldId id="645"/>
            <p14:sldId id="644"/>
            <p14:sldId id="738"/>
            <p14:sldId id="739"/>
            <p14:sldId id="857"/>
            <p14:sldId id="859"/>
            <p14:sldId id="860"/>
            <p14:sldId id="861"/>
            <p14:sldId id="862"/>
            <p14:sldId id="863"/>
            <p14:sldId id="858"/>
            <p14:sldId id="1297"/>
            <p14:sldId id="1013"/>
            <p14:sldId id="864"/>
            <p14:sldId id="866"/>
            <p14:sldId id="865"/>
            <p14:sldId id="1298"/>
            <p14:sldId id="1300"/>
            <p14:sldId id="1301"/>
            <p14:sldId id="1302"/>
            <p14:sldId id="1299"/>
            <p14:sldId id="867"/>
            <p14:sldId id="868"/>
            <p14:sldId id="740"/>
            <p14:sldId id="1303"/>
            <p14:sldId id="869"/>
            <p14:sldId id="871"/>
            <p14:sldId id="876"/>
            <p14:sldId id="872"/>
            <p14:sldId id="873"/>
            <p14:sldId id="874"/>
            <p14:sldId id="875"/>
            <p14:sldId id="741"/>
            <p14:sldId id="432"/>
            <p14:sldId id="434"/>
            <p14:sldId id="435"/>
            <p14:sldId id="433"/>
            <p14:sldId id="570"/>
            <p14:sldId id="572"/>
            <p14:sldId id="573"/>
            <p14:sldId id="574"/>
            <p14:sldId id="571"/>
            <p14:sldId id="448"/>
            <p14:sldId id="450"/>
            <p14:sldId id="801"/>
            <p14:sldId id="878"/>
            <p14:sldId id="877"/>
            <p14:sldId id="879"/>
            <p14:sldId id="880"/>
            <p14:sldId id="881"/>
            <p14:sldId id="882"/>
            <p14:sldId id="883"/>
            <p14:sldId id="1304"/>
            <p14:sldId id="1305"/>
            <p14:sldId id="1306"/>
            <p14:sldId id="1307"/>
            <p14:sldId id="449"/>
            <p14:sldId id="1308"/>
            <p14:sldId id="1310"/>
            <p14:sldId id="1311"/>
            <p14:sldId id="1313"/>
            <p14:sldId id="1314"/>
            <p14:sldId id="1312"/>
            <p14:sldId id="1309"/>
            <p14:sldId id="1316"/>
            <p14:sldId id="1017"/>
            <p14:sldId id="646"/>
            <p14:sldId id="1315"/>
            <p14:sldId id="575"/>
            <p14:sldId id="577"/>
            <p14:sldId id="578"/>
            <p14:sldId id="579"/>
            <p14:sldId id="580"/>
            <p14:sldId id="576"/>
            <p14:sldId id="478"/>
            <p14:sldId id="480"/>
            <p14:sldId id="481"/>
            <p14:sldId id="482"/>
            <p14:sldId id="483"/>
            <p14:sldId id="479"/>
            <p14:sldId id="1317"/>
            <p14:sldId id="1319"/>
            <p14:sldId id="1320"/>
            <p14:sldId id="1321"/>
            <p14:sldId id="1323"/>
            <p14:sldId id="1322"/>
            <p14:sldId id="1318"/>
            <p14:sldId id="383"/>
            <p14:sldId id="385"/>
            <p14:sldId id="386"/>
            <p14:sldId id="387"/>
            <p14:sldId id="388"/>
            <p14:sldId id="389"/>
            <p14:sldId id="384"/>
            <p14:sldId id="893"/>
            <p14:sldId id="894"/>
            <p14:sldId id="895"/>
            <p14:sldId id="896"/>
            <p14:sldId id="892"/>
            <p14:sldId id="884"/>
            <p14:sldId id="886"/>
            <p14:sldId id="887"/>
            <p14:sldId id="888"/>
            <p14:sldId id="889"/>
            <p14:sldId id="890"/>
            <p14:sldId id="885"/>
            <p14:sldId id="1324"/>
            <p14:sldId id="1326"/>
            <p14:sldId id="1327"/>
            <p14:sldId id="1329"/>
            <p14:sldId id="1328"/>
            <p14:sldId id="1325"/>
            <p14:sldId id="639"/>
            <p14:sldId id="640"/>
            <p14:sldId id="641"/>
            <p14:sldId id="642"/>
            <p14:sldId id="638"/>
            <p14:sldId id="1330"/>
            <p14:sldId id="1331"/>
            <p14:sldId id="1332"/>
            <p14:sldId id="898"/>
            <p14:sldId id="353"/>
            <p14:sldId id="354"/>
            <p14:sldId id="900"/>
            <p14:sldId id="902"/>
            <p14:sldId id="903"/>
            <p14:sldId id="904"/>
            <p14:sldId id="905"/>
            <p14:sldId id="906"/>
            <p14:sldId id="901"/>
            <p14:sldId id="797"/>
            <p14:sldId id="798"/>
            <p14:sldId id="796"/>
            <p14:sldId id="907"/>
            <p14:sldId id="909"/>
            <p14:sldId id="910"/>
            <p14:sldId id="911"/>
            <p14:sldId id="912"/>
            <p14:sldId id="913"/>
            <p14:sldId id="908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25"/>
            <p14:sldId id="367"/>
            <p14:sldId id="369"/>
            <p14:sldId id="370"/>
            <p14:sldId id="371"/>
            <p14:sldId id="372"/>
            <p14:sldId id="373"/>
            <p14:sldId id="368"/>
            <p14:sldId id="1335"/>
            <p14:sldId id="1336"/>
            <p14:sldId id="1337"/>
            <p14:sldId id="1338"/>
            <p14:sldId id="1339"/>
            <p14:sldId id="1340"/>
            <p14:sldId id="1334"/>
            <p14:sldId id="336"/>
            <p14:sldId id="337"/>
            <p14:sldId id="338"/>
            <p14:sldId id="339"/>
            <p14:sldId id="340"/>
            <p14:sldId id="921"/>
            <p14:sldId id="923"/>
            <p14:sldId id="924"/>
            <p14:sldId id="925"/>
            <p14:sldId id="926"/>
            <p14:sldId id="927"/>
            <p14:sldId id="928"/>
            <p14:sldId id="922"/>
            <p14:sldId id="543"/>
            <p14:sldId id="545"/>
            <p14:sldId id="546"/>
            <p14:sldId id="1341"/>
            <p14:sldId id="1343"/>
            <p14:sldId id="1342"/>
            <p14:sldId id="544"/>
            <p14:sldId id="436"/>
            <p14:sldId id="438"/>
            <p14:sldId id="439"/>
            <p14:sldId id="440"/>
            <p14:sldId id="441"/>
            <p14:sldId id="442"/>
            <p14:sldId id="437"/>
            <p14:sldId id="929"/>
            <p14:sldId id="931"/>
            <p14:sldId id="932"/>
            <p14:sldId id="930"/>
            <p14:sldId id="933"/>
            <p14:sldId id="935"/>
            <p14:sldId id="936"/>
            <p14:sldId id="937"/>
            <p14:sldId id="934"/>
            <p14:sldId id="443"/>
            <p14:sldId id="445"/>
            <p14:sldId id="446"/>
            <p14:sldId id="447"/>
            <p14:sldId id="444"/>
            <p14:sldId id="1124"/>
            <p14:sldId id="1019"/>
            <p14:sldId id="1046"/>
            <p14:sldId id="941"/>
            <p14:sldId id="1047"/>
            <p14:sldId id="1048"/>
            <p14:sldId id="1049"/>
            <p14:sldId id="1050"/>
            <p14:sldId id="1051"/>
            <p14:sldId id="1436"/>
            <p14:sldId id="943"/>
            <p14:sldId id="390"/>
            <p14:sldId id="392"/>
            <p14:sldId id="393"/>
            <p14:sldId id="394"/>
            <p14:sldId id="395"/>
            <p14:sldId id="391"/>
            <p14:sldId id="742"/>
            <p14:sldId id="743"/>
            <p14:sldId id="501"/>
            <p14:sldId id="503"/>
            <p14:sldId id="504"/>
            <p14:sldId id="505"/>
            <p14:sldId id="506"/>
            <p14:sldId id="507"/>
            <p14:sldId id="502"/>
            <p14:sldId id="492"/>
            <p14:sldId id="494"/>
            <p14:sldId id="1130"/>
            <p14:sldId id="495"/>
            <p14:sldId id="1131"/>
            <p14:sldId id="496"/>
            <p14:sldId id="1132"/>
            <p14:sldId id="493"/>
            <p14:sldId id="1344"/>
            <p14:sldId id="1345"/>
            <p14:sldId id="945"/>
            <p14:sldId id="1053"/>
            <p14:sldId id="1054"/>
            <p14:sldId id="1055"/>
            <p14:sldId id="1056"/>
            <p14:sldId id="939"/>
            <p14:sldId id="1346"/>
            <p14:sldId id="1348"/>
            <p14:sldId id="1349"/>
            <p14:sldId id="1350"/>
            <p14:sldId id="1351"/>
            <p14:sldId id="1352"/>
            <p14:sldId id="1353"/>
            <p14:sldId id="1354"/>
            <p14:sldId id="1356"/>
            <p14:sldId id="1355"/>
            <p14:sldId id="1347"/>
            <p14:sldId id="1357"/>
            <p14:sldId id="1359"/>
            <p14:sldId id="1360"/>
            <p14:sldId id="1361"/>
            <p14:sldId id="1362"/>
            <p14:sldId id="1363"/>
            <p14:sldId id="1358"/>
            <p14:sldId id="1364"/>
            <p14:sldId id="1365"/>
            <p14:sldId id="1366"/>
            <p14:sldId id="1367"/>
            <p14:sldId id="1368"/>
            <p14:sldId id="1370"/>
            <p14:sldId id="1369"/>
            <p14:sldId id="1372"/>
            <p14:sldId id="1371"/>
            <p14:sldId id="1374"/>
            <p14:sldId id="1373"/>
            <p14:sldId id="947"/>
            <p14:sldId id="465"/>
            <p14:sldId id="1133"/>
            <p14:sldId id="467"/>
            <p14:sldId id="468"/>
            <p14:sldId id="1134"/>
            <p14:sldId id="469"/>
            <p14:sldId id="1135"/>
            <p14:sldId id="470"/>
            <p14:sldId id="1136"/>
            <p14:sldId id="471"/>
            <p14:sldId id="1137"/>
            <p14:sldId id="472"/>
            <p14:sldId id="1138"/>
            <p14:sldId id="473"/>
            <p14:sldId id="1139"/>
            <p14:sldId id="466"/>
            <p14:sldId id="1039"/>
            <p14:sldId id="1021"/>
            <p14:sldId id="948"/>
            <p14:sldId id="949"/>
            <p14:sldId id="1375"/>
            <p14:sldId id="1376"/>
            <p14:sldId id="950"/>
            <p14:sldId id="951"/>
            <p14:sldId id="1040"/>
            <p14:sldId id="1041"/>
            <p14:sldId id="1042"/>
            <p14:sldId id="1043"/>
            <p14:sldId id="1044"/>
            <p14:sldId id="1045"/>
            <p14:sldId id="953"/>
            <p14:sldId id="516"/>
            <p14:sldId id="518"/>
            <p14:sldId id="519"/>
            <p14:sldId id="520"/>
            <p14:sldId id="955"/>
            <p14:sldId id="615"/>
            <p14:sldId id="617"/>
            <p14:sldId id="618"/>
            <p14:sldId id="619"/>
            <p14:sldId id="1377"/>
            <p14:sldId id="1378"/>
            <p14:sldId id="1379"/>
            <p14:sldId id="1380"/>
            <p14:sldId id="1381"/>
            <p14:sldId id="1383"/>
            <p14:sldId id="1382"/>
            <p14:sldId id="957"/>
            <p14:sldId id="1107"/>
            <p14:sldId id="1108"/>
            <p14:sldId id="1109"/>
            <p14:sldId id="1110"/>
            <p14:sldId id="1113"/>
            <p14:sldId id="1111"/>
            <p14:sldId id="1112"/>
            <p14:sldId id="959"/>
            <p14:sldId id="964"/>
            <p14:sldId id="965"/>
            <p14:sldId id="961"/>
            <p14:sldId id="1057"/>
            <p14:sldId id="1058"/>
            <p14:sldId id="1059"/>
            <p14:sldId id="1060"/>
            <p14:sldId id="1061"/>
            <p14:sldId id="963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474"/>
            <p14:sldId id="476"/>
            <p14:sldId id="477"/>
            <p14:sldId id="475"/>
            <p14:sldId id="1415"/>
            <p14:sldId id="1416"/>
            <p14:sldId id="967"/>
            <p14:sldId id="1384"/>
            <p14:sldId id="1023"/>
            <p14:sldId id="1385"/>
            <p14:sldId id="1025"/>
            <p14:sldId id="751"/>
            <p14:sldId id="753"/>
            <p14:sldId id="754"/>
            <p14:sldId id="755"/>
            <p14:sldId id="756"/>
            <p14:sldId id="757"/>
            <p14:sldId id="752"/>
            <p14:sldId id="451"/>
            <p14:sldId id="453"/>
            <p14:sldId id="454"/>
            <p14:sldId id="455"/>
            <p14:sldId id="452"/>
            <p14:sldId id="744"/>
            <p14:sldId id="746"/>
            <p14:sldId id="747"/>
            <p14:sldId id="748"/>
            <p14:sldId id="749"/>
            <p14:sldId id="750"/>
            <p14:sldId id="745"/>
            <p14:sldId id="1062"/>
            <p14:sldId id="1063"/>
            <p14:sldId id="1064"/>
            <p14:sldId id="1065"/>
            <p14:sldId id="1066"/>
            <p14:sldId id="1067"/>
            <p14:sldId id="969"/>
            <p14:sldId id="497"/>
            <p14:sldId id="499"/>
            <p14:sldId id="500"/>
            <p14:sldId id="498"/>
            <p14:sldId id="1068"/>
            <p14:sldId id="1069"/>
            <p14:sldId id="1070"/>
            <p14:sldId id="1071"/>
            <p14:sldId id="1072"/>
            <p14:sldId id="1073"/>
            <p14:sldId id="1074"/>
            <p14:sldId id="1075"/>
            <p14:sldId id="1076"/>
            <p14:sldId id="971"/>
            <p14:sldId id="1032"/>
            <p14:sldId id="1033"/>
            <p14:sldId id="1034"/>
            <p14:sldId id="1035"/>
            <p14:sldId id="1036"/>
            <p14:sldId id="1037"/>
            <p14:sldId id="973"/>
            <p14:sldId id="1388"/>
            <p14:sldId id="1389"/>
            <p14:sldId id="1391"/>
            <p14:sldId id="1392"/>
            <p14:sldId id="1390"/>
            <p14:sldId id="332"/>
            <p14:sldId id="333"/>
            <p14:sldId id="334"/>
            <p14:sldId id="335"/>
            <p14:sldId id="1393"/>
            <p14:sldId id="977"/>
            <p14:sldId id="562"/>
            <p14:sldId id="564"/>
            <p14:sldId id="565"/>
            <p14:sldId id="566"/>
            <p14:sldId id="567"/>
            <p14:sldId id="568"/>
            <p14:sldId id="569"/>
            <p14:sldId id="563"/>
            <p14:sldId id="1122"/>
            <p14:sldId id="1123"/>
            <p14:sldId id="1121"/>
            <p14:sldId id="1394"/>
            <p14:sldId id="1395"/>
            <p14:sldId id="1396"/>
            <p14:sldId id="1397"/>
            <p14:sldId id="1398"/>
            <p14:sldId id="1399"/>
            <p14:sldId id="1400"/>
            <p14:sldId id="979"/>
            <p14:sldId id="559"/>
            <p14:sldId id="557"/>
            <p14:sldId id="560"/>
            <p14:sldId id="561"/>
            <p14:sldId id="558"/>
            <p14:sldId id="1401"/>
            <p14:sldId id="1403"/>
            <p14:sldId id="1406"/>
            <p14:sldId id="1404"/>
            <p14:sldId id="1407"/>
            <p14:sldId id="1405"/>
            <p14:sldId id="1408"/>
            <p14:sldId id="1402"/>
            <p14:sldId id="411"/>
            <p14:sldId id="413"/>
            <p14:sldId id="414"/>
            <p14:sldId id="415"/>
            <p14:sldId id="412"/>
            <p14:sldId id="416"/>
            <p14:sldId id="418"/>
            <p14:sldId id="419"/>
            <p14:sldId id="420"/>
            <p14:sldId id="421"/>
            <p14:sldId id="422"/>
            <p14:sldId id="417"/>
            <p14:sldId id="536"/>
            <p14:sldId id="538"/>
            <p14:sldId id="539"/>
            <p14:sldId id="540"/>
            <p14:sldId id="541"/>
            <p14:sldId id="542"/>
            <p14:sldId id="537"/>
            <p14:sldId id="1100"/>
            <p14:sldId id="1409"/>
            <p14:sldId id="1411"/>
            <p14:sldId id="1410"/>
            <p14:sldId id="1412"/>
            <p14:sldId id="379"/>
            <p14:sldId id="605"/>
            <p14:sldId id="690"/>
            <p14:sldId id="1115"/>
            <p14:sldId id="1114"/>
            <p14:sldId id="691"/>
            <p14:sldId id="1118"/>
            <p14:sldId id="1119"/>
            <p14:sldId id="680"/>
            <p14:sldId id="682"/>
            <p14:sldId id="683"/>
            <p14:sldId id="681"/>
            <p14:sldId id="606"/>
            <p14:sldId id="607"/>
            <p14:sldId id="608"/>
            <p14:sldId id="609"/>
            <p14:sldId id="717"/>
            <p14:sldId id="718"/>
            <p14:sldId id="685"/>
            <p14:sldId id="692"/>
            <p14:sldId id="620"/>
            <p14:sldId id="1116"/>
            <p14:sldId id="1117"/>
            <p14:sldId id="710"/>
            <p14:sldId id="709"/>
            <p14:sldId id="1150"/>
            <p14:sldId id="1152"/>
            <p14:sldId id="1153"/>
            <p14:sldId id="1154"/>
            <p14:sldId id="1155"/>
            <p14:sldId id="1151"/>
            <p14:sldId id="610"/>
            <p14:sldId id="843"/>
            <p14:sldId id="1142"/>
            <p14:sldId id="1143"/>
            <p14:sldId id="1158"/>
            <p14:sldId id="1160"/>
            <p14:sldId id="1159"/>
            <p14:sldId id="1144"/>
            <p14:sldId id="1145"/>
            <p14:sldId id="1146"/>
            <p14:sldId id="1147"/>
            <p14:sldId id="1148"/>
            <p14:sldId id="799"/>
            <p14:sldId id="1149"/>
            <p14:sldId id="684"/>
            <p14:sldId id="686"/>
            <p14:sldId id="842"/>
            <p14:sldId id="694"/>
            <p14:sldId id="696"/>
            <p14:sldId id="695"/>
            <p14:sldId id="712"/>
          </p14:sldIdLst>
        </p14:section>
        <p14:section name="Secção Sem Título" id="{E553154C-C23D-4252-8D93-0A87BCBD97F8}">
          <p14:sldIdLst>
            <p14:sldId id="713"/>
            <p14:sldId id="711"/>
            <p14:sldId id="614"/>
            <p14:sldId id="621"/>
            <p14:sldId id="622"/>
            <p14:sldId id="1104"/>
            <p14:sldId id="1105"/>
            <p14:sldId id="1106"/>
            <p14:sldId id="1103"/>
            <p14:sldId id="687"/>
            <p14:sldId id="689"/>
            <p14:sldId id="688"/>
            <p14:sldId id="792"/>
            <p14:sldId id="794"/>
            <p14:sldId id="795"/>
            <p14:sldId id="793"/>
            <p14:sldId id="1093"/>
            <p14:sldId id="1095"/>
            <p14:sldId id="1096"/>
            <p14:sldId id="1094"/>
          </p14:sldIdLst>
        </p14:section>
        <p14:section name="Secção Sem Título" id="{1778C08C-8DA3-485B-8FC5-D10DECA496EF}">
          <p14:sldIdLst>
            <p14:sldId id="1097"/>
            <p14:sldId id="1099"/>
            <p14:sldId id="1098"/>
            <p14:sldId id="1080"/>
            <p14:sldId id="1082"/>
            <p14:sldId id="1081"/>
            <p14:sldId id="697"/>
            <p14:sldId id="698"/>
            <p14:sldId id="699"/>
            <p14:sldId id="701"/>
            <p14:sldId id="702"/>
            <p14:sldId id="1083"/>
            <p14:sldId id="1084"/>
            <p14:sldId id="1086"/>
            <p14:sldId id="1085"/>
            <p14:sldId id="623"/>
            <p14:sldId id="624"/>
            <p14:sldId id="700"/>
            <p14:sldId id="1087"/>
            <p14:sldId id="1088"/>
            <p14:sldId id="1090"/>
            <p14:sldId id="1089"/>
            <p14:sldId id="10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39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89578" autoAdjust="0"/>
  </p:normalViewPr>
  <p:slideViewPr>
    <p:cSldViewPr snapToGrid="0">
      <p:cViewPr varScale="1">
        <p:scale>
          <a:sx n="123" d="100"/>
          <a:sy n="123" d="100"/>
        </p:scale>
        <p:origin x="116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slide" Target="slides/slide20.xml"/><Relationship Id="rId170" Type="http://schemas.openxmlformats.org/officeDocument/2006/relationships/slide" Target="slides/slide169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682" Type="http://schemas.openxmlformats.org/officeDocument/2006/relationships/slide" Target="slides/slide681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42" Type="http://schemas.openxmlformats.org/officeDocument/2006/relationships/slide" Target="slides/slide541.xml"/><Relationship Id="rId987" Type="http://schemas.openxmlformats.org/officeDocument/2006/relationships/slide" Target="slides/slide986.xml"/><Relationship Id="rId402" Type="http://schemas.openxmlformats.org/officeDocument/2006/relationships/slide" Target="slides/slide401.xml"/><Relationship Id="rId847" Type="http://schemas.openxmlformats.org/officeDocument/2006/relationships/slide" Target="slides/slide846.xml"/><Relationship Id="rId1032" Type="http://schemas.openxmlformats.org/officeDocument/2006/relationships/slide" Target="slides/slide1031.xml"/><Relationship Id="rId707" Type="http://schemas.openxmlformats.org/officeDocument/2006/relationships/slide" Target="slides/slide706.xml"/><Relationship Id="rId914" Type="http://schemas.openxmlformats.org/officeDocument/2006/relationships/slide" Target="slides/slide913.xml"/><Relationship Id="rId43" Type="http://schemas.openxmlformats.org/officeDocument/2006/relationships/slide" Target="slides/slide42.xml"/><Relationship Id="rId192" Type="http://schemas.openxmlformats.org/officeDocument/2006/relationships/slide" Target="slides/slide191.xml"/><Relationship Id="rId497" Type="http://schemas.openxmlformats.org/officeDocument/2006/relationships/slide" Target="slides/slide496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217" Type="http://schemas.openxmlformats.org/officeDocument/2006/relationships/slide" Target="slides/slide216.xml"/><Relationship Id="rId564" Type="http://schemas.openxmlformats.org/officeDocument/2006/relationships/slide" Target="slides/slide563.xml"/><Relationship Id="rId771" Type="http://schemas.openxmlformats.org/officeDocument/2006/relationships/slide" Target="slides/slide770.xml"/><Relationship Id="rId869" Type="http://schemas.openxmlformats.org/officeDocument/2006/relationships/slide" Target="slides/slide868.xml"/><Relationship Id="rId424" Type="http://schemas.openxmlformats.org/officeDocument/2006/relationships/slide" Target="slides/slide423.xml"/><Relationship Id="rId631" Type="http://schemas.openxmlformats.org/officeDocument/2006/relationships/slide" Target="slides/slide630.xml"/><Relationship Id="rId729" Type="http://schemas.openxmlformats.org/officeDocument/2006/relationships/slide" Target="slides/slide728.xml"/><Relationship Id="rId1054" Type="http://schemas.openxmlformats.org/officeDocument/2006/relationships/slide" Target="slides/slide1053.xml"/><Relationship Id="rId270" Type="http://schemas.openxmlformats.org/officeDocument/2006/relationships/slide" Target="slides/slide269.xml"/><Relationship Id="rId936" Type="http://schemas.openxmlformats.org/officeDocument/2006/relationships/slide" Target="slides/slide93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575" Type="http://schemas.openxmlformats.org/officeDocument/2006/relationships/slide" Target="slides/slide574.xml"/><Relationship Id="rId782" Type="http://schemas.openxmlformats.org/officeDocument/2006/relationships/slide" Target="slides/slide781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642" Type="http://schemas.openxmlformats.org/officeDocument/2006/relationships/slide" Target="slides/slide641.xml"/><Relationship Id="rId1065" Type="http://schemas.openxmlformats.org/officeDocument/2006/relationships/presProps" Target="presProps.xml"/><Relationship Id="rId281" Type="http://schemas.openxmlformats.org/officeDocument/2006/relationships/slide" Target="slides/slide280.xml"/><Relationship Id="rId502" Type="http://schemas.openxmlformats.org/officeDocument/2006/relationships/slide" Target="slides/slide501.xml"/><Relationship Id="rId947" Type="http://schemas.openxmlformats.org/officeDocument/2006/relationships/slide" Target="slides/slide946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586" Type="http://schemas.openxmlformats.org/officeDocument/2006/relationships/slide" Target="slides/slide585.xml"/><Relationship Id="rId793" Type="http://schemas.openxmlformats.org/officeDocument/2006/relationships/slide" Target="slides/slide792.xml"/><Relationship Id="rId807" Type="http://schemas.openxmlformats.org/officeDocument/2006/relationships/slide" Target="slides/slide806.xml"/><Relationship Id="rId7" Type="http://schemas.openxmlformats.org/officeDocument/2006/relationships/slide" Target="slides/slide6.xml"/><Relationship Id="rId239" Type="http://schemas.openxmlformats.org/officeDocument/2006/relationships/slide" Target="slides/slide238.xml"/><Relationship Id="rId446" Type="http://schemas.openxmlformats.org/officeDocument/2006/relationships/slide" Target="slides/slide445.xml"/><Relationship Id="rId653" Type="http://schemas.openxmlformats.org/officeDocument/2006/relationships/slide" Target="slides/slide652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860" Type="http://schemas.openxmlformats.org/officeDocument/2006/relationships/slide" Target="slides/slide859.xml"/><Relationship Id="rId958" Type="http://schemas.openxmlformats.org/officeDocument/2006/relationships/slide" Target="slides/slide957.xml"/><Relationship Id="rId87" Type="http://schemas.openxmlformats.org/officeDocument/2006/relationships/slide" Target="slides/slide86.xml"/><Relationship Id="rId513" Type="http://schemas.openxmlformats.org/officeDocument/2006/relationships/slide" Target="slides/slide512.xml"/><Relationship Id="rId597" Type="http://schemas.openxmlformats.org/officeDocument/2006/relationships/slide" Target="slides/slide596.xml"/><Relationship Id="rId720" Type="http://schemas.openxmlformats.org/officeDocument/2006/relationships/slide" Target="slides/slide719.xml"/><Relationship Id="rId818" Type="http://schemas.openxmlformats.org/officeDocument/2006/relationships/slide" Target="slides/slide817.xml"/><Relationship Id="rId152" Type="http://schemas.openxmlformats.org/officeDocument/2006/relationships/slide" Target="slides/slide151.xml"/><Relationship Id="rId457" Type="http://schemas.openxmlformats.org/officeDocument/2006/relationships/slide" Target="slides/slide456.xml"/><Relationship Id="rId1003" Type="http://schemas.openxmlformats.org/officeDocument/2006/relationships/slide" Target="slides/slide1002.xml"/><Relationship Id="rId664" Type="http://schemas.openxmlformats.org/officeDocument/2006/relationships/slide" Target="slides/slide663.xml"/><Relationship Id="rId871" Type="http://schemas.openxmlformats.org/officeDocument/2006/relationships/slide" Target="slides/slide870.xml"/><Relationship Id="rId969" Type="http://schemas.openxmlformats.org/officeDocument/2006/relationships/slide" Target="slides/slide968.xml"/><Relationship Id="rId14" Type="http://schemas.openxmlformats.org/officeDocument/2006/relationships/slide" Target="slides/slide13.xml"/><Relationship Id="rId317" Type="http://schemas.openxmlformats.org/officeDocument/2006/relationships/slide" Target="slides/slide316.xml"/><Relationship Id="rId524" Type="http://schemas.openxmlformats.org/officeDocument/2006/relationships/slide" Target="slides/slide523.xml"/><Relationship Id="rId731" Type="http://schemas.openxmlformats.org/officeDocument/2006/relationships/slide" Target="slides/slide730.xml"/><Relationship Id="rId98" Type="http://schemas.openxmlformats.org/officeDocument/2006/relationships/slide" Target="slides/slide97.xml"/><Relationship Id="rId163" Type="http://schemas.openxmlformats.org/officeDocument/2006/relationships/slide" Target="slides/slide162.xml"/><Relationship Id="rId370" Type="http://schemas.openxmlformats.org/officeDocument/2006/relationships/slide" Target="slides/slide369.xml"/><Relationship Id="rId829" Type="http://schemas.openxmlformats.org/officeDocument/2006/relationships/slide" Target="slides/slide828.xml"/><Relationship Id="rId1014" Type="http://schemas.openxmlformats.org/officeDocument/2006/relationships/slide" Target="slides/slide1013.xml"/><Relationship Id="rId230" Type="http://schemas.openxmlformats.org/officeDocument/2006/relationships/slide" Target="slides/slide229.xml"/><Relationship Id="rId468" Type="http://schemas.openxmlformats.org/officeDocument/2006/relationships/slide" Target="slides/slide467.xml"/><Relationship Id="rId675" Type="http://schemas.openxmlformats.org/officeDocument/2006/relationships/slide" Target="slides/slide674.xml"/><Relationship Id="rId882" Type="http://schemas.openxmlformats.org/officeDocument/2006/relationships/slide" Target="slides/slide881.xml"/><Relationship Id="rId25" Type="http://schemas.openxmlformats.org/officeDocument/2006/relationships/slide" Target="slides/slide24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742" Type="http://schemas.openxmlformats.org/officeDocument/2006/relationships/slide" Target="slides/slide74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602" Type="http://schemas.openxmlformats.org/officeDocument/2006/relationships/slide" Target="slides/slide601.xml"/><Relationship Id="rId1025" Type="http://schemas.openxmlformats.org/officeDocument/2006/relationships/slide" Target="slides/slide1024.xml"/><Relationship Id="rId241" Type="http://schemas.openxmlformats.org/officeDocument/2006/relationships/slide" Target="slides/slide240.xml"/><Relationship Id="rId479" Type="http://schemas.openxmlformats.org/officeDocument/2006/relationships/slide" Target="slides/slide478.xml"/><Relationship Id="rId686" Type="http://schemas.openxmlformats.org/officeDocument/2006/relationships/slide" Target="slides/slide685.xml"/><Relationship Id="rId893" Type="http://schemas.openxmlformats.org/officeDocument/2006/relationships/slide" Target="slides/slide892.xml"/><Relationship Id="rId907" Type="http://schemas.openxmlformats.org/officeDocument/2006/relationships/slide" Target="slides/slide906.xml"/><Relationship Id="rId36" Type="http://schemas.openxmlformats.org/officeDocument/2006/relationships/slide" Target="slides/slide35.xml"/><Relationship Id="rId339" Type="http://schemas.openxmlformats.org/officeDocument/2006/relationships/slide" Target="slides/slide338.xml"/><Relationship Id="rId546" Type="http://schemas.openxmlformats.org/officeDocument/2006/relationships/slide" Target="slides/slide545.xml"/><Relationship Id="rId753" Type="http://schemas.openxmlformats.org/officeDocument/2006/relationships/slide" Target="slides/slide752.xml"/><Relationship Id="rId101" Type="http://schemas.openxmlformats.org/officeDocument/2006/relationships/slide" Target="slides/slide100.xml"/><Relationship Id="rId185" Type="http://schemas.openxmlformats.org/officeDocument/2006/relationships/slide" Target="slides/slide184.xml"/><Relationship Id="rId406" Type="http://schemas.openxmlformats.org/officeDocument/2006/relationships/slide" Target="slides/slide405.xml"/><Relationship Id="rId960" Type="http://schemas.openxmlformats.org/officeDocument/2006/relationships/slide" Target="slides/slide959.xml"/><Relationship Id="rId1036" Type="http://schemas.openxmlformats.org/officeDocument/2006/relationships/slide" Target="slides/slide1035.xml"/><Relationship Id="rId392" Type="http://schemas.openxmlformats.org/officeDocument/2006/relationships/slide" Target="slides/slide391.xml"/><Relationship Id="rId613" Type="http://schemas.openxmlformats.org/officeDocument/2006/relationships/slide" Target="slides/slide612.xml"/><Relationship Id="rId697" Type="http://schemas.openxmlformats.org/officeDocument/2006/relationships/slide" Target="slides/slide696.xml"/><Relationship Id="rId820" Type="http://schemas.openxmlformats.org/officeDocument/2006/relationships/slide" Target="slides/slide819.xml"/><Relationship Id="rId918" Type="http://schemas.openxmlformats.org/officeDocument/2006/relationships/slide" Target="slides/slide917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112" Type="http://schemas.openxmlformats.org/officeDocument/2006/relationships/slide" Target="slides/slide111.xml"/><Relationship Id="rId557" Type="http://schemas.openxmlformats.org/officeDocument/2006/relationships/slide" Target="slides/slide556.xml"/><Relationship Id="rId764" Type="http://schemas.openxmlformats.org/officeDocument/2006/relationships/slide" Target="slides/slide763.xml"/><Relationship Id="rId971" Type="http://schemas.openxmlformats.org/officeDocument/2006/relationships/slide" Target="slides/slide970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624" Type="http://schemas.openxmlformats.org/officeDocument/2006/relationships/slide" Target="slides/slide623.xml"/><Relationship Id="rId831" Type="http://schemas.openxmlformats.org/officeDocument/2006/relationships/slide" Target="slides/slide830.xml"/><Relationship Id="rId1047" Type="http://schemas.openxmlformats.org/officeDocument/2006/relationships/slide" Target="slides/slide1046.xml"/><Relationship Id="rId263" Type="http://schemas.openxmlformats.org/officeDocument/2006/relationships/slide" Target="slides/slide262.xml"/><Relationship Id="rId470" Type="http://schemas.openxmlformats.org/officeDocument/2006/relationships/slide" Target="slides/slide469.xml"/><Relationship Id="rId929" Type="http://schemas.openxmlformats.org/officeDocument/2006/relationships/slide" Target="slides/slide928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568" Type="http://schemas.openxmlformats.org/officeDocument/2006/relationships/slide" Target="slides/slide567.xml"/><Relationship Id="rId775" Type="http://schemas.openxmlformats.org/officeDocument/2006/relationships/slide" Target="slides/slide774.xml"/><Relationship Id="rId982" Type="http://schemas.openxmlformats.org/officeDocument/2006/relationships/slide" Target="slides/slide981.xml"/><Relationship Id="rId428" Type="http://schemas.openxmlformats.org/officeDocument/2006/relationships/slide" Target="slides/slide427.xml"/><Relationship Id="rId635" Type="http://schemas.openxmlformats.org/officeDocument/2006/relationships/slide" Target="slides/slide634.xml"/><Relationship Id="rId842" Type="http://schemas.openxmlformats.org/officeDocument/2006/relationships/slide" Target="slides/slide841.xml"/><Relationship Id="rId1058" Type="http://schemas.openxmlformats.org/officeDocument/2006/relationships/slide" Target="slides/slide1057.xml"/><Relationship Id="rId274" Type="http://schemas.openxmlformats.org/officeDocument/2006/relationships/slide" Target="slides/slide273.xml"/><Relationship Id="rId481" Type="http://schemas.openxmlformats.org/officeDocument/2006/relationships/slide" Target="slides/slide480.xml"/><Relationship Id="rId702" Type="http://schemas.openxmlformats.org/officeDocument/2006/relationships/slide" Target="slides/slide701.xml"/><Relationship Id="rId69" Type="http://schemas.openxmlformats.org/officeDocument/2006/relationships/slide" Target="slides/slide68.xml"/><Relationship Id="rId134" Type="http://schemas.openxmlformats.org/officeDocument/2006/relationships/slide" Target="slides/slide133.xml"/><Relationship Id="rId579" Type="http://schemas.openxmlformats.org/officeDocument/2006/relationships/slide" Target="slides/slide578.xml"/><Relationship Id="rId786" Type="http://schemas.openxmlformats.org/officeDocument/2006/relationships/slide" Target="slides/slide785.xml"/><Relationship Id="rId993" Type="http://schemas.openxmlformats.org/officeDocument/2006/relationships/slide" Target="slides/slide992.xml"/><Relationship Id="rId341" Type="http://schemas.openxmlformats.org/officeDocument/2006/relationships/slide" Target="slides/slide340.xml"/><Relationship Id="rId439" Type="http://schemas.openxmlformats.org/officeDocument/2006/relationships/slide" Target="slides/slide438.xml"/><Relationship Id="rId646" Type="http://schemas.openxmlformats.org/officeDocument/2006/relationships/slide" Target="slides/slide645.xml"/><Relationship Id="rId201" Type="http://schemas.openxmlformats.org/officeDocument/2006/relationships/slide" Target="slides/slide200.xml"/><Relationship Id="rId285" Type="http://schemas.openxmlformats.org/officeDocument/2006/relationships/slide" Target="slides/slide284.xml"/><Relationship Id="rId506" Type="http://schemas.openxmlformats.org/officeDocument/2006/relationships/slide" Target="slides/slide505.xml"/><Relationship Id="rId853" Type="http://schemas.openxmlformats.org/officeDocument/2006/relationships/slide" Target="slides/slide852.xml"/><Relationship Id="rId492" Type="http://schemas.openxmlformats.org/officeDocument/2006/relationships/slide" Target="slides/slide491.xml"/><Relationship Id="rId713" Type="http://schemas.openxmlformats.org/officeDocument/2006/relationships/slide" Target="slides/slide712.xml"/><Relationship Id="rId797" Type="http://schemas.openxmlformats.org/officeDocument/2006/relationships/slide" Target="slides/slide796.xml"/><Relationship Id="rId920" Type="http://schemas.openxmlformats.org/officeDocument/2006/relationships/slide" Target="slides/slide919.xml"/><Relationship Id="rId145" Type="http://schemas.openxmlformats.org/officeDocument/2006/relationships/slide" Target="slides/slide144.xml"/><Relationship Id="rId352" Type="http://schemas.openxmlformats.org/officeDocument/2006/relationships/slide" Target="slides/slide351.xml"/><Relationship Id="rId212" Type="http://schemas.openxmlformats.org/officeDocument/2006/relationships/slide" Target="slides/slide211.xml"/><Relationship Id="rId657" Type="http://schemas.openxmlformats.org/officeDocument/2006/relationships/slide" Target="slides/slide656.xml"/><Relationship Id="rId864" Type="http://schemas.openxmlformats.org/officeDocument/2006/relationships/slide" Target="slides/slide863.xml"/><Relationship Id="rId296" Type="http://schemas.openxmlformats.org/officeDocument/2006/relationships/slide" Target="slides/slide295.xml"/><Relationship Id="rId517" Type="http://schemas.openxmlformats.org/officeDocument/2006/relationships/slide" Target="slides/slide516.xml"/><Relationship Id="rId724" Type="http://schemas.openxmlformats.org/officeDocument/2006/relationships/slide" Target="slides/slide723.xml"/><Relationship Id="rId931" Type="http://schemas.openxmlformats.org/officeDocument/2006/relationships/slide" Target="slides/slide930.xml"/><Relationship Id="rId60" Type="http://schemas.openxmlformats.org/officeDocument/2006/relationships/slide" Target="slides/slide59.xml"/><Relationship Id="rId156" Type="http://schemas.openxmlformats.org/officeDocument/2006/relationships/slide" Target="slides/slide155.xml"/><Relationship Id="rId363" Type="http://schemas.openxmlformats.org/officeDocument/2006/relationships/slide" Target="slides/slide362.xml"/><Relationship Id="rId570" Type="http://schemas.openxmlformats.org/officeDocument/2006/relationships/slide" Target="slides/slide569.xml"/><Relationship Id="rId1007" Type="http://schemas.openxmlformats.org/officeDocument/2006/relationships/slide" Target="slides/slide1006.xml"/><Relationship Id="rId223" Type="http://schemas.openxmlformats.org/officeDocument/2006/relationships/slide" Target="slides/slide222.xml"/><Relationship Id="rId430" Type="http://schemas.openxmlformats.org/officeDocument/2006/relationships/slide" Target="slides/slide429.xml"/><Relationship Id="rId668" Type="http://schemas.openxmlformats.org/officeDocument/2006/relationships/slide" Target="slides/slide667.xml"/><Relationship Id="rId875" Type="http://schemas.openxmlformats.org/officeDocument/2006/relationships/slide" Target="slides/slide874.xml"/><Relationship Id="rId1060" Type="http://schemas.openxmlformats.org/officeDocument/2006/relationships/slide" Target="slides/slide1059.xml"/><Relationship Id="rId18" Type="http://schemas.openxmlformats.org/officeDocument/2006/relationships/slide" Target="slides/slide17.xml"/><Relationship Id="rId528" Type="http://schemas.openxmlformats.org/officeDocument/2006/relationships/slide" Target="slides/slide527.xml"/><Relationship Id="rId735" Type="http://schemas.openxmlformats.org/officeDocument/2006/relationships/slide" Target="slides/slide734.xml"/><Relationship Id="rId942" Type="http://schemas.openxmlformats.org/officeDocument/2006/relationships/slide" Target="slides/slide941.xml"/><Relationship Id="rId167" Type="http://schemas.openxmlformats.org/officeDocument/2006/relationships/slide" Target="slides/slide166.xml"/><Relationship Id="rId374" Type="http://schemas.openxmlformats.org/officeDocument/2006/relationships/slide" Target="slides/slide373.xml"/><Relationship Id="rId581" Type="http://schemas.openxmlformats.org/officeDocument/2006/relationships/slide" Target="slides/slide580.xml"/><Relationship Id="rId1018" Type="http://schemas.openxmlformats.org/officeDocument/2006/relationships/slide" Target="slides/slide1017.xml"/><Relationship Id="rId71" Type="http://schemas.openxmlformats.org/officeDocument/2006/relationships/slide" Target="slides/slide70.xml"/><Relationship Id="rId234" Type="http://schemas.openxmlformats.org/officeDocument/2006/relationships/slide" Target="slides/slide233.xml"/><Relationship Id="rId679" Type="http://schemas.openxmlformats.org/officeDocument/2006/relationships/slide" Target="slides/slide678.xml"/><Relationship Id="rId802" Type="http://schemas.openxmlformats.org/officeDocument/2006/relationships/slide" Target="slides/slide801.xml"/><Relationship Id="rId886" Type="http://schemas.openxmlformats.org/officeDocument/2006/relationships/slide" Target="slides/slide885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41" Type="http://schemas.openxmlformats.org/officeDocument/2006/relationships/slide" Target="slides/slide440.xml"/><Relationship Id="rId539" Type="http://schemas.openxmlformats.org/officeDocument/2006/relationships/slide" Target="slides/slide538.xml"/><Relationship Id="rId746" Type="http://schemas.openxmlformats.org/officeDocument/2006/relationships/slide" Target="slides/slide745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953" Type="http://schemas.openxmlformats.org/officeDocument/2006/relationships/slide" Target="slides/slide952.xml"/><Relationship Id="rId1029" Type="http://schemas.openxmlformats.org/officeDocument/2006/relationships/slide" Target="slides/slide1028.xml"/><Relationship Id="rId82" Type="http://schemas.openxmlformats.org/officeDocument/2006/relationships/slide" Target="slides/slide81.xml"/><Relationship Id="rId385" Type="http://schemas.openxmlformats.org/officeDocument/2006/relationships/slide" Target="slides/slide384.xml"/><Relationship Id="rId592" Type="http://schemas.openxmlformats.org/officeDocument/2006/relationships/slide" Target="slides/slide591.xml"/><Relationship Id="rId606" Type="http://schemas.openxmlformats.org/officeDocument/2006/relationships/slide" Target="slides/slide605.xml"/><Relationship Id="rId813" Type="http://schemas.openxmlformats.org/officeDocument/2006/relationships/slide" Target="slides/slide812.xml"/><Relationship Id="rId245" Type="http://schemas.openxmlformats.org/officeDocument/2006/relationships/slide" Target="slides/slide244.xml"/><Relationship Id="rId452" Type="http://schemas.openxmlformats.org/officeDocument/2006/relationships/slide" Target="slides/slide451.xml"/><Relationship Id="rId897" Type="http://schemas.openxmlformats.org/officeDocument/2006/relationships/slide" Target="slides/slide896.xml"/><Relationship Id="rId105" Type="http://schemas.openxmlformats.org/officeDocument/2006/relationships/slide" Target="slides/slide104.xml"/><Relationship Id="rId312" Type="http://schemas.openxmlformats.org/officeDocument/2006/relationships/slide" Target="slides/slide311.xml"/><Relationship Id="rId757" Type="http://schemas.openxmlformats.org/officeDocument/2006/relationships/slide" Target="slides/slide756.xml"/><Relationship Id="rId964" Type="http://schemas.openxmlformats.org/officeDocument/2006/relationships/slide" Target="slides/slide963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96" Type="http://schemas.openxmlformats.org/officeDocument/2006/relationships/slide" Target="slides/slide395.xml"/><Relationship Id="rId617" Type="http://schemas.openxmlformats.org/officeDocument/2006/relationships/slide" Target="slides/slide616.xml"/><Relationship Id="rId824" Type="http://schemas.openxmlformats.org/officeDocument/2006/relationships/slide" Target="slides/slide823.xml"/><Relationship Id="rId256" Type="http://schemas.openxmlformats.org/officeDocument/2006/relationships/slide" Target="slides/slide255.xml"/><Relationship Id="rId463" Type="http://schemas.openxmlformats.org/officeDocument/2006/relationships/slide" Target="slides/slide462.xml"/><Relationship Id="rId670" Type="http://schemas.openxmlformats.org/officeDocument/2006/relationships/slide" Target="slides/slide669.xml"/><Relationship Id="rId116" Type="http://schemas.openxmlformats.org/officeDocument/2006/relationships/slide" Target="slides/slide115.xml"/><Relationship Id="rId323" Type="http://schemas.openxmlformats.org/officeDocument/2006/relationships/slide" Target="slides/slide322.xml"/><Relationship Id="rId530" Type="http://schemas.openxmlformats.org/officeDocument/2006/relationships/slide" Target="slides/slide529.xml"/><Relationship Id="rId768" Type="http://schemas.openxmlformats.org/officeDocument/2006/relationships/slide" Target="slides/slide767.xml"/><Relationship Id="rId975" Type="http://schemas.openxmlformats.org/officeDocument/2006/relationships/slide" Target="slides/slide974.xml"/><Relationship Id="rId20" Type="http://schemas.openxmlformats.org/officeDocument/2006/relationships/slide" Target="slides/slide19.xml"/><Relationship Id="rId628" Type="http://schemas.openxmlformats.org/officeDocument/2006/relationships/slide" Target="slides/slide627.xml"/><Relationship Id="rId835" Type="http://schemas.openxmlformats.org/officeDocument/2006/relationships/slide" Target="slides/slide834.xml"/><Relationship Id="rId267" Type="http://schemas.openxmlformats.org/officeDocument/2006/relationships/slide" Target="slides/slide266.xml"/><Relationship Id="rId474" Type="http://schemas.openxmlformats.org/officeDocument/2006/relationships/slide" Target="slides/slide473.xml"/><Relationship Id="rId1020" Type="http://schemas.openxmlformats.org/officeDocument/2006/relationships/slide" Target="slides/slide1019.xml"/><Relationship Id="rId127" Type="http://schemas.openxmlformats.org/officeDocument/2006/relationships/slide" Target="slides/slide126.xml"/><Relationship Id="rId681" Type="http://schemas.openxmlformats.org/officeDocument/2006/relationships/slide" Target="slides/slide680.xml"/><Relationship Id="rId779" Type="http://schemas.openxmlformats.org/officeDocument/2006/relationships/slide" Target="slides/slide778.xml"/><Relationship Id="rId902" Type="http://schemas.openxmlformats.org/officeDocument/2006/relationships/slide" Target="slides/slide901.xml"/><Relationship Id="rId986" Type="http://schemas.openxmlformats.org/officeDocument/2006/relationships/slide" Target="slides/slide985.xml"/><Relationship Id="rId31" Type="http://schemas.openxmlformats.org/officeDocument/2006/relationships/slide" Target="slides/slide30.xml"/><Relationship Id="rId334" Type="http://schemas.openxmlformats.org/officeDocument/2006/relationships/slide" Target="slides/slide333.xml"/><Relationship Id="rId541" Type="http://schemas.openxmlformats.org/officeDocument/2006/relationships/slide" Target="slides/slide540.xml"/><Relationship Id="rId639" Type="http://schemas.openxmlformats.org/officeDocument/2006/relationships/slide" Target="slides/slide638.xml"/><Relationship Id="rId180" Type="http://schemas.openxmlformats.org/officeDocument/2006/relationships/slide" Target="slides/slide179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846" Type="http://schemas.openxmlformats.org/officeDocument/2006/relationships/slide" Target="slides/slide845.xml"/><Relationship Id="rId1031" Type="http://schemas.openxmlformats.org/officeDocument/2006/relationships/slide" Target="slides/slide1030.xml"/><Relationship Id="rId485" Type="http://schemas.openxmlformats.org/officeDocument/2006/relationships/slide" Target="slides/slide484.xml"/><Relationship Id="rId692" Type="http://schemas.openxmlformats.org/officeDocument/2006/relationships/slide" Target="slides/slide691.xml"/><Relationship Id="rId706" Type="http://schemas.openxmlformats.org/officeDocument/2006/relationships/slide" Target="slides/slide705.xml"/><Relationship Id="rId913" Type="http://schemas.openxmlformats.org/officeDocument/2006/relationships/slide" Target="slides/slide912.xml"/><Relationship Id="rId42" Type="http://schemas.openxmlformats.org/officeDocument/2006/relationships/slide" Target="slides/slide41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552" Type="http://schemas.openxmlformats.org/officeDocument/2006/relationships/slide" Target="slides/slide551.xml"/><Relationship Id="rId997" Type="http://schemas.openxmlformats.org/officeDocument/2006/relationships/slide" Target="slides/slide996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412" Type="http://schemas.openxmlformats.org/officeDocument/2006/relationships/slide" Target="slides/slide411.xml"/><Relationship Id="rId857" Type="http://schemas.openxmlformats.org/officeDocument/2006/relationships/slide" Target="slides/slide856.xml"/><Relationship Id="rId1042" Type="http://schemas.openxmlformats.org/officeDocument/2006/relationships/slide" Target="slides/slide1041.xml"/><Relationship Id="rId289" Type="http://schemas.openxmlformats.org/officeDocument/2006/relationships/slide" Target="slides/slide288.xml"/><Relationship Id="rId496" Type="http://schemas.openxmlformats.org/officeDocument/2006/relationships/slide" Target="slides/slide495.xml"/><Relationship Id="rId717" Type="http://schemas.openxmlformats.org/officeDocument/2006/relationships/slide" Target="slides/slide716.xml"/><Relationship Id="rId924" Type="http://schemas.openxmlformats.org/officeDocument/2006/relationships/slide" Target="slides/slide923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56" Type="http://schemas.openxmlformats.org/officeDocument/2006/relationships/slide" Target="slides/slide355.xml"/><Relationship Id="rId563" Type="http://schemas.openxmlformats.org/officeDocument/2006/relationships/slide" Target="slides/slide562.xml"/><Relationship Id="rId770" Type="http://schemas.openxmlformats.org/officeDocument/2006/relationships/slide" Target="slides/slide769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868" Type="http://schemas.openxmlformats.org/officeDocument/2006/relationships/slide" Target="slides/slide867.xml"/><Relationship Id="rId1053" Type="http://schemas.openxmlformats.org/officeDocument/2006/relationships/slide" Target="slides/slide1052.xml"/><Relationship Id="rId630" Type="http://schemas.openxmlformats.org/officeDocument/2006/relationships/slide" Target="slides/slide629.xml"/><Relationship Id="rId728" Type="http://schemas.openxmlformats.org/officeDocument/2006/relationships/slide" Target="slides/slide727.xml"/><Relationship Id="rId935" Type="http://schemas.openxmlformats.org/officeDocument/2006/relationships/slide" Target="slides/slide934.xml"/><Relationship Id="rId64" Type="http://schemas.openxmlformats.org/officeDocument/2006/relationships/slide" Target="slides/slide63.xml"/><Relationship Id="rId367" Type="http://schemas.openxmlformats.org/officeDocument/2006/relationships/slide" Target="slides/slide366.xml"/><Relationship Id="rId574" Type="http://schemas.openxmlformats.org/officeDocument/2006/relationships/slide" Target="slides/slide573.xml"/><Relationship Id="rId227" Type="http://schemas.openxmlformats.org/officeDocument/2006/relationships/slide" Target="slides/slide226.xml"/><Relationship Id="rId781" Type="http://schemas.openxmlformats.org/officeDocument/2006/relationships/slide" Target="slides/slide780.xml"/><Relationship Id="rId879" Type="http://schemas.openxmlformats.org/officeDocument/2006/relationships/slide" Target="slides/slide878.xml"/><Relationship Id="rId434" Type="http://schemas.openxmlformats.org/officeDocument/2006/relationships/slide" Target="slides/slide433.xml"/><Relationship Id="rId641" Type="http://schemas.openxmlformats.org/officeDocument/2006/relationships/slide" Target="slides/slide640.xml"/><Relationship Id="rId739" Type="http://schemas.openxmlformats.org/officeDocument/2006/relationships/slide" Target="slides/slide738.xml"/><Relationship Id="rId1064" Type="http://schemas.openxmlformats.org/officeDocument/2006/relationships/notesMaster" Target="notesMasters/notesMaster1.xml"/><Relationship Id="rId280" Type="http://schemas.openxmlformats.org/officeDocument/2006/relationships/slide" Target="slides/slide279.xml"/><Relationship Id="rId501" Type="http://schemas.openxmlformats.org/officeDocument/2006/relationships/slide" Target="slides/slide500.xml"/><Relationship Id="rId946" Type="http://schemas.openxmlformats.org/officeDocument/2006/relationships/slide" Target="slides/slide945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378" Type="http://schemas.openxmlformats.org/officeDocument/2006/relationships/slide" Target="slides/slide377.xml"/><Relationship Id="rId585" Type="http://schemas.openxmlformats.org/officeDocument/2006/relationships/slide" Target="slides/slide584.xml"/><Relationship Id="rId792" Type="http://schemas.openxmlformats.org/officeDocument/2006/relationships/slide" Target="slides/slide791.xml"/><Relationship Id="rId806" Type="http://schemas.openxmlformats.org/officeDocument/2006/relationships/slide" Target="slides/slide805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652" Type="http://schemas.openxmlformats.org/officeDocument/2006/relationships/slide" Target="slides/slide651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512" Type="http://schemas.openxmlformats.org/officeDocument/2006/relationships/slide" Target="slides/slide511.xml"/><Relationship Id="rId957" Type="http://schemas.openxmlformats.org/officeDocument/2006/relationships/slide" Target="slides/slide956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596" Type="http://schemas.openxmlformats.org/officeDocument/2006/relationships/slide" Target="slides/slide595.xml"/><Relationship Id="rId817" Type="http://schemas.openxmlformats.org/officeDocument/2006/relationships/slide" Target="slides/slide816.xml"/><Relationship Id="rId1002" Type="http://schemas.openxmlformats.org/officeDocument/2006/relationships/slide" Target="slides/slide1001.xml"/><Relationship Id="rId249" Type="http://schemas.openxmlformats.org/officeDocument/2006/relationships/slide" Target="slides/slide248.xml"/><Relationship Id="rId456" Type="http://schemas.openxmlformats.org/officeDocument/2006/relationships/slide" Target="slides/slide455.xml"/><Relationship Id="rId663" Type="http://schemas.openxmlformats.org/officeDocument/2006/relationships/slide" Target="slides/slide662.xml"/><Relationship Id="rId870" Type="http://schemas.openxmlformats.org/officeDocument/2006/relationships/slide" Target="slides/slide869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968" Type="http://schemas.openxmlformats.org/officeDocument/2006/relationships/slide" Target="slides/slide967.xml"/><Relationship Id="rId97" Type="http://schemas.openxmlformats.org/officeDocument/2006/relationships/slide" Target="slides/slide96.xml"/><Relationship Id="rId730" Type="http://schemas.openxmlformats.org/officeDocument/2006/relationships/slide" Target="slides/slide729.xml"/><Relationship Id="rId828" Type="http://schemas.openxmlformats.org/officeDocument/2006/relationships/slide" Target="slides/slide827.xml"/><Relationship Id="rId1013" Type="http://schemas.openxmlformats.org/officeDocument/2006/relationships/slide" Target="slides/slide1012.xml"/><Relationship Id="rId162" Type="http://schemas.openxmlformats.org/officeDocument/2006/relationships/slide" Target="slides/slide161.xml"/><Relationship Id="rId467" Type="http://schemas.openxmlformats.org/officeDocument/2006/relationships/slide" Target="slides/slide466.xml"/><Relationship Id="rId674" Type="http://schemas.openxmlformats.org/officeDocument/2006/relationships/slide" Target="slides/slide673.xml"/><Relationship Id="rId881" Type="http://schemas.openxmlformats.org/officeDocument/2006/relationships/slide" Target="slides/slide880.xml"/><Relationship Id="rId979" Type="http://schemas.openxmlformats.org/officeDocument/2006/relationships/slide" Target="slides/slide978.xml"/><Relationship Id="rId24" Type="http://schemas.openxmlformats.org/officeDocument/2006/relationships/slide" Target="slides/slide23.xml"/><Relationship Id="rId327" Type="http://schemas.openxmlformats.org/officeDocument/2006/relationships/slide" Target="slides/slide326.xml"/><Relationship Id="rId534" Type="http://schemas.openxmlformats.org/officeDocument/2006/relationships/slide" Target="slides/slide533.xml"/><Relationship Id="rId741" Type="http://schemas.openxmlformats.org/officeDocument/2006/relationships/slide" Target="slides/slide740.xml"/><Relationship Id="rId839" Type="http://schemas.openxmlformats.org/officeDocument/2006/relationships/slide" Target="slides/slide838.xml"/><Relationship Id="rId173" Type="http://schemas.openxmlformats.org/officeDocument/2006/relationships/slide" Target="slides/slide172.xml"/><Relationship Id="rId380" Type="http://schemas.openxmlformats.org/officeDocument/2006/relationships/slide" Target="slides/slide379.xml"/><Relationship Id="rId601" Type="http://schemas.openxmlformats.org/officeDocument/2006/relationships/slide" Target="slides/slide600.xml"/><Relationship Id="rId1024" Type="http://schemas.openxmlformats.org/officeDocument/2006/relationships/slide" Target="slides/slide1023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685" Type="http://schemas.openxmlformats.org/officeDocument/2006/relationships/slide" Target="slides/slide684.xml"/><Relationship Id="rId892" Type="http://schemas.openxmlformats.org/officeDocument/2006/relationships/slide" Target="slides/slide891.xml"/><Relationship Id="rId906" Type="http://schemas.openxmlformats.org/officeDocument/2006/relationships/slide" Target="slides/slide905.xml"/><Relationship Id="rId35" Type="http://schemas.openxmlformats.org/officeDocument/2006/relationships/slide" Target="slides/slide34.xml"/><Relationship Id="rId100" Type="http://schemas.openxmlformats.org/officeDocument/2006/relationships/slide" Target="slides/slide99.xml"/><Relationship Id="rId338" Type="http://schemas.openxmlformats.org/officeDocument/2006/relationships/slide" Target="slides/slide337.xml"/><Relationship Id="rId545" Type="http://schemas.openxmlformats.org/officeDocument/2006/relationships/slide" Target="slides/slide544.xml"/><Relationship Id="rId752" Type="http://schemas.openxmlformats.org/officeDocument/2006/relationships/slide" Target="slides/slide75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612" Type="http://schemas.openxmlformats.org/officeDocument/2006/relationships/slide" Target="slides/slide611.xml"/><Relationship Id="rId1035" Type="http://schemas.openxmlformats.org/officeDocument/2006/relationships/slide" Target="slides/slide1034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696" Type="http://schemas.openxmlformats.org/officeDocument/2006/relationships/slide" Target="slides/slide695.xml"/><Relationship Id="rId917" Type="http://schemas.openxmlformats.org/officeDocument/2006/relationships/slide" Target="slides/slide916.xml"/><Relationship Id="rId46" Type="http://schemas.openxmlformats.org/officeDocument/2006/relationships/slide" Target="slides/slide45.xml"/><Relationship Id="rId349" Type="http://schemas.openxmlformats.org/officeDocument/2006/relationships/slide" Target="slides/slide348.xml"/><Relationship Id="rId556" Type="http://schemas.openxmlformats.org/officeDocument/2006/relationships/slide" Target="slides/slide555.xml"/><Relationship Id="rId763" Type="http://schemas.openxmlformats.org/officeDocument/2006/relationships/slide" Target="slides/slide762.xml"/><Relationship Id="rId111" Type="http://schemas.openxmlformats.org/officeDocument/2006/relationships/slide" Target="slides/slide110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416" Type="http://schemas.openxmlformats.org/officeDocument/2006/relationships/slide" Target="slides/slide415.xml"/><Relationship Id="rId970" Type="http://schemas.openxmlformats.org/officeDocument/2006/relationships/slide" Target="slides/slide969.xml"/><Relationship Id="rId1046" Type="http://schemas.openxmlformats.org/officeDocument/2006/relationships/slide" Target="slides/slide1045.xml"/><Relationship Id="rId623" Type="http://schemas.openxmlformats.org/officeDocument/2006/relationships/slide" Target="slides/slide622.xml"/><Relationship Id="rId830" Type="http://schemas.openxmlformats.org/officeDocument/2006/relationships/slide" Target="slides/slide829.xml"/><Relationship Id="rId928" Type="http://schemas.openxmlformats.org/officeDocument/2006/relationships/slide" Target="slides/slide927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567" Type="http://schemas.openxmlformats.org/officeDocument/2006/relationships/slide" Target="slides/slide566.xml"/><Relationship Id="rId122" Type="http://schemas.openxmlformats.org/officeDocument/2006/relationships/slide" Target="slides/slide121.xml"/><Relationship Id="rId774" Type="http://schemas.openxmlformats.org/officeDocument/2006/relationships/slide" Target="slides/slide773.xml"/><Relationship Id="rId981" Type="http://schemas.openxmlformats.org/officeDocument/2006/relationships/slide" Target="slides/slide980.xml"/><Relationship Id="rId1057" Type="http://schemas.openxmlformats.org/officeDocument/2006/relationships/slide" Target="slides/slide1056.xml"/><Relationship Id="rId427" Type="http://schemas.openxmlformats.org/officeDocument/2006/relationships/slide" Target="slides/slide426.xml"/><Relationship Id="rId634" Type="http://schemas.openxmlformats.org/officeDocument/2006/relationships/slide" Target="slides/slide633.xml"/><Relationship Id="rId841" Type="http://schemas.openxmlformats.org/officeDocument/2006/relationships/slide" Target="slides/slide840.xml"/><Relationship Id="rId273" Type="http://schemas.openxmlformats.org/officeDocument/2006/relationships/slide" Target="slides/slide272.xml"/><Relationship Id="rId480" Type="http://schemas.openxmlformats.org/officeDocument/2006/relationships/slide" Target="slides/slide479.xml"/><Relationship Id="rId701" Type="http://schemas.openxmlformats.org/officeDocument/2006/relationships/slide" Target="slides/slide700.xml"/><Relationship Id="rId939" Type="http://schemas.openxmlformats.org/officeDocument/2006/relationships/slide" Target="slides/slide938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340" Type="http://schemas.openxmlformats.org/officeDocument/2006/relationships/slide" Target="slides/slide339.xml"/><Relationship Id="rId578" Type="http://schemas.openxmlformats.org/officeDocument/2006/relationships/slide" Target="slides/slide577.xml"/><Relationship Id="rId785" Type="http://schemas.openxmlformats.org/officeDocument/2006/relationships/slide" Target="slides/slide784.xml"/><Relationship Id="rId992" Type="http://schemas.openxmlformats.org/officeDocument/2006/relationships/slide" Target="slides/slide991.xml"/><Relationship Id="rId200" Type="http://schemas.openxmlformats.org/officeDocument/2006/relationships/slide" Target="slides/slide199.xml"/><Relationship Id="rId438" Type="http://schemas.openxmlformats.org/officeDocument/2006/relationships/slide" Target="slides/slide437.xml"/><Relationship Id="rId645" Type="http://schemas.openxmlformats.org/officeDocument/2006/relationships/slide" Target="slides/slide644.xml"/><Relationship Id="rId852" Type="http://schemas.openxmlformats.org/officeDocument/2006/relationships/slide" Target="slides/slide851.xml"/><Relationship Id="rId1068" Type="http://schemas.openxmlformats.org/officeDocument/2006/relationships/tableStyles" Target="tableStyles.xml"/><Relationship Id="rId284" Type="http://schemas.openxmlformats.org/officeDocument/2006/relationships/slide" Target="slides/slide283.xml"/><Relationship Id="rId491" Type="http://schemas.openxmlformats.org/officeDocument/2006/relationships/slide" Target="slides/slide490.xml"/><Relationship Id="rId505" Type="http://schemas.openxmlformats.org/officeDocument/2006/relationships/slide" Target="slides/slide504.xml"/><Relationship Id="rId712" Type="http://schemas.openxmlformats.org/officeDocument/2006/relationships/slide" Target="slides/slide711.xml"/><Relationship Id="rId79" Type="http://schemas.openxmlformats.org/officeDocument/2006/relationships/slide" Target="slides/slide78.xml"/><Relationship Id="rId144" Type="http://schemas.openxmlformats.org/officeDocument/2006/relationships/slide" Target="slides/slide143.xml"/><Relationship Id="rId589" Type="http://schemas.openxmlformats.org/officeDocument/2006/relationships/slide" Target="slides/slide588.xml"/><Relationship Id="rId796" Type="http://schemas.openxmlformats.org/officeDocument/2006/relationships/slide" Target="slides/slide795.xml"/><Relationship Id="rId351" Type="http://schemas.openxmlformats.org/officeDocument/2006/relationships/slide" Target="slides/slide350.xml"/><Relationship Id="rId449" Type="http://schemas.openxmlformats.org/officeDocument/2006/relationships/slide" Target="slides/slide448.xml"/><Relationship Id="rId656" Type="http://schemas.openxmlformats.org/officeDocument/2006/relationships/slide" Target="slides/slide655.xml"/><Relationship Id="rId863" Type="http://schemas.openxmlformats.org/officeDocument/2006/relationships/slide" Target="slides/slide862.xml"/><Relationship Id="rId211" Type="http://schemas.openxmlformats.org/officeDocument/2006/relationships/slide" Target="slides/slide210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516" Type="http://schemas.openxmlformats.org/officeDocument/2006/relationships/slide" Target="slides/slide515.xml"/><Relationship Id="rId723" Type="http://schemas.openxmlformats.org/officeDocument/2006/relationships/slide" Target="slides/slide722.xml"/><Relationship Id="rId930" Type="http://schemas.openxmlformats.org/officeDocument/2006/relationships/slide" Target="slides/slide929.xml"/><Relationship Id="rId1006" Type="http://schemas.openxmlformats.org/officeDocument/2006/relationships/slide" Target="slides/slide1005.xml"/><Relationship Id="rId155" Type="http://schemas.openxmlformats.org/officeDocument/2006/relationships/slide" Target="slides/slide154.xml"/><Relationship Id="rId362" Type="http://schemas.openxmlformats.org/officeDocument/2006/relationships/slide" Target="slides/slide361.xml"/><Relationship Id="rId222" Type="http://schemas.openxmlformats.org/officeDocument/2006/relationships/slide" Target="slides/slide221.xml"/><Relationship Id="rId667" Type="http://schemas.openxmlformats.org/officeDocument/2006/relationships/slide" Target="slides/slide666.xml"/><Relationship Id="rId874" Type="http://schemas.openxmlformats.org/officeDocument/2006/relationships/slide" Target="slides/slide873.xml"/><Relationship Id="rId17" Type="http://schemas.openxmlformats.org/officeDocument/2006/relationships/slide" Target="slides/slide16.xml"/><Relationship Id="rId527" Type="http://schemas.openxmlformats.org/officeDocument/2006/relationships/slide" Target="slides/slide526.xml"/><Relationship Id="rId734" Type="http://schemas.openxmlformats.org/officeDocument/2006/relationships/slide" Target="slides/slide733.xml"/><Relationship Id="rId941" Type="http://schemas.openxmlformats.org/officeDocument/2006/relationships/slide" Target="slides/slide940.xml"/><Relationship Id="rId70" Type="http://schemas.openxmlformats.org/officeDocument/2006/relationships/slide" Target="slides/slide69.xml"/><Relationship Id="rId166" Type="http://schemas.openxmlformats.org/officeDocument/2006/relationships/slide" Target="slides/slide165.xml"/><Relationship Id="rId373" Type="http://schemas.openxmlformats.org/officeDocument/2006/relationships/slide" Target="slides/slide372.xml"/><Relationship Id="rId580" Type="http://schemas.openxmlformats.org/officeDocument/2006/relationships/slide" Target="slides/slide579.xml"/><Relationship Id="rId801" Type="http://schemas.openxmlformats.org/officeDocument/2006/relationships/slide" Target="slides/slide800.xml"/><Relationship Id="rId1017" Type="http://schemas.openxmlformats.org/officeDocument/2006/relationships/slide" Target="slides/slide1016.xml"/><Relationship Id="rId1" Type="http://schemas.openxmlformats.org/officeDocument/2006/relationships/slideMaster" Target="slideMasters/slideMaster1.xml"/><Relationship Id="rId233" Type="http://schemas.openxmlformats.org/officeDocument/2006/relationships/slide" Target="slides/slide232.xml"/><Relationship Id="rId440" Type="http://schemas.openxmlformats.org/officeDocument/2006/relationships/slide" Target="slides/slide439.xml"/><Relationship Id="rId678" Type="http://schemas.openxmlformats.org/officeDocument/2006/relationships/slide" Target="slides/slide677.xml"/><Relationship Id="rId885" Type="http://schemas.openxmlformats.org/officeDocument/2006/relationships/slide" Target="slides/slide884.xml"/><Relationship Id="rId28" Type="http://schemas.openxmlformats.org/officeDocument/2006/relationships/slide" Target="slides/slide27.xml"/><Relationship Id="rId300" Type="http://schemas.openxmlformats.org/officeDocument/2006/relationships/slide" Target="slides/slide299.xml"/><Relationship Id="rId538" Type="http://schemas.openxmlformats.org/officeDocument/2006/relationships/slide" Target="slides/slide537.xml"/><Relationship Id="rId745" Type="http://schemas.openxmlformats.org/officeDocument/2006/relationships/slide" Target="slides/slide744.xml"/><Relationship Id="rId952" Type="http://schemas.openxmlformats.org/officeDocument/2006/relationships/slide" Target="slides/slide951.xml"/><Relationship Id="rId81" Type="http://schemas.openxmlformats.org/officeDocument/2006/relationships/slide" Target="slides/slide80.xml"/><Relationship Id="rId177" Type="http://schemas.openxmlformats.org/officeDocument/2006/relationships/slide" Target="slides/slide176.xml"/><Relationship Id="rId384" Type="http://schemas.openxmlformats.org/officeDocument/2006/relationships/slide" Target="slides/slide383.xml"/><Relationship Id="rId591" Type="http://schemas.openxmlformats.org/officeDocument/2006/relationships/slide" Target="slides/slide590.xml"/><Relationship Id="rId605" Type="http://schemas.openxmlformats.org/officeDocument/2006/relationships/slide" Target="slides/slide604.xml"/><Relationship Id="rId812" Type="http://schemas.openxmlformats.org/officeDocument/2006/relationships/slide" Target="slides/slide811.xml"/><Relationship Id="rId1028" Type="http://schemas.openxmlformats.org/officeDocument/2006/relationships/slide" Target="slides/slide1027.xml"/><Relationship Id="rId244" Type="http://schemas.openxmlformats.org/officeDocument/2006/relationships/slide" Target="slides/slide243.xml"/><Relationship Id="rId689" Type="http://schemas.openxmlformats.org/officeDocument/2006/relationships/slide" Target="slides/slide688.xml"/><Relationship Id="rId896" Type="http://schemas.openxmlformats.org/officeDocument/2006/relationships/slide" Target="slides/slide895.xml"/><Relationship Id="rId39" Type="http://schemas.openxmlformats.org/officeDocument/2006/relationships/slide" Target="slides/slide38.xml"/><Relationship Id="rId451" Type="http://schemas.openxmlformats.org/officeDocument/2006/relationships/slide" Target="slides/slide450.xml"/><Relationship Id="rId549" Type="http://schemas.openxmlformats.org/officeDocument/2006/relationships/slide" Target="slides/slide548.xml"/><Relationship Id="rId756" Type="http://schemas.openxmlformats.org/officeDocument/2006/relationships/slide" Target="slides/slide755.xml"/><Relationship Id="rId104" Type="http://schemas.openxmlformats.org/officeDocument/2006/relationships/slide" Target="slides/slide103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963" Type="http://schemas.openxmlformats.org/officeDocument/2006/relationships/slide" Target="slides/slide962.xml"/><Relationship Id="rId1039" Type="http://schemas.openxmlformats.org/officeDocument/2006/relationships/slide" Target="slides/slide1038.xml"/><Relationship Id="rId92" Type="http://schemas.openxmlformats.org/officeDocument/2006/relationships/slide" Target="slides/slide91.xml"/><Relationship Id="rId616" Type="http://schemas.openxmlformats.org/officeDocument/2006/relationships/slide" Target="slides/slide615.xml"/><Relationship Id="rId823" Type="http://schemas.openxmlformats.org/officeDocument/2006/relationships/slide" Target="slides/slide822.xml"/><Relationship Id="rId255" Type="http://schemas.openxmlformats.org/officeDocument/2006/relationships/slide" Target="slides/slide254.xml"/><Relationship Id="rId462" Type="http://schemas.openxmlformats.org/officeDocument/2006/relationships/slide" Target="slides/slide461.xml"/><Relationship Id="rId115" Type="http://schemas.openxmlformats.org/officeDocument/2006/relationships/slide" Target="slides/slide114.xml"/><Relationship Id="rId322" Type="http://schemas.openxmlformats.org/officeDocument/2006/relationships/slide" Target="slides/slide321.xml"/><Relationship Id="rId767" Type="http://schemas.openxmlformats.org/officeDocument/2006/relationships/slide" Target="slides/slide766.xml"/><Relationship Id="rId974" Type="http://schemas.openxmlformats.org/officeDocument/2006/relationships/slide" Target="slides/slide973.xml"/><Relationship Id="rId199" Type="http://schemas.openxmlformats.org/officeDocument/2006/relationships/slide" Target="slides/slide198.xml"/><Relationship Id="rId627" Type="http://schemas.openxmlformats.org/officeDocument/2006/relationships/slide" Target="slides/slide626.xml"/><Relationship Id="rId834" Type="http://schemas.openxmlformats.org/officeDocument/2006/relationships/slide" Target="slides/slide833.xml"/><Relationship Id="rId266" Type="http://schemas.openxmlformats.org/officeDocument/2006/relationships/slide" Target="slides/slide265.xml"/><Relationship Id="rId473" Type="http://schemas.openxmlformats.org/officeDocument/2006/relationships/slide" Target="slides/slide472.xml"/><Relationship Id="rId680" Type="http://schemas.openxmlformats.org/officeDocument/2006/relationships/slide" Target="slides/slide679.xml"/><Relationship Id="rId901" Type="http://schemas.openxmlformats.org/officeDocument/2006/relationships/slide" Target="slides/slide900.xml"/><Relationship Id="rId30" Type="http://schemas.openxmlformats.org/officeDocument/2006/relationships/slide" Target="slides/slide29.xml"/><Relationship Id="rId126" Type="http://schemas.openxmlformats.org/officeDocument/2006/relationships/slide" Target="slides/slide125.xml"/><Relationship Id="rId333" Type="http://schemas.openxmlformats.org/officeDocument/2006/relationships/slide" Target="slides/slide332.xml"/><Relationship Id="rId540" Type="http://schemas.openxmlformats.org/officeDocument/2006/relationships/slide" Target="slides/slide539.xml"/><Relationship Id="rId778" Type="http://schemas.openxmlformats.org/officeDocument/2006/relationships/slide" Target="slides/slide777.xml"/><Relationship Id="rId985" Type="http://schemas.openxmlformats.org/officeDocument/2006/relationships/slide" Target="slides/slide984.xml"/><Relationship Id="rId638" Type="http://schemas.openxmlformats.org/officeDocument/2006/relationships/slide" Target="slides/slide637.xml"/><Relationship Id="rId845" Type="http://schemas.openxmlformats.org/officeDocument/2006/relationships/slide" Target="slides/slide844.xml"/><Relationship Id="rId1030" Type="http://schemas.openxmlformats.org/officeDocument/2006/relationships/slide" Target="slides/slide1029.xml"/><Relationship Id="rId277" Type="http://schemas.openxmlformats.org/officeDocument/2006/relationships/slide" Target="slides/slide276.xml"/><Relationship Id="rId400" Type="http://schemas.openxmlformats.org/officeDocument/2006/relationships/slide" Target="slides/slide399.xml"/><Relationship Id="rId484" Type="http://schemas.openxmlformats.org/officeDocument/2006/relationships/slide" Target="slides/slide483.xml"/><Relationship Id="rId705" Type="http://schemas.openxmlformats.org/officeDocument/2006/relationships/slide" Target="slides/slide704.xml"/><Relationship Id="rId137" Type="http://schemas.openxmlformats.org/officeDocument/2006/relationships/slide" Target="slides/slide136.xml"/><Relationship Id="rId344" Type="http://schemas.openxmlformats.org/officeDocument/2006/relationships/slide" Target="slides/slide343.xml"/><Relationship Id="rId691" Type="http://schemas.openxmlformats.org/officeDocument/2006/relationships/slide" Target="slides/slide690.xml"/><Relationship Id="rId789" Type="http://schemas.openxmlformats.org/officeDocument/2006/relationships/slide" Target="slides/slide788.xml"/><Relationship Id="rId912" Type="http://schemas.openxmlformats.org/officeDocument/2006/relationships/slide" Target="slides/slide911.xml"/><Relationship Id="rId996" Type="http://schemas.openxmlformats.org/officeDocument/2006/relationships/slide" Target="slides/slide995.xml"/><Relationship Id="rId41" Type="http://schemas.openxmlformats.org/officeDocument/2006/relationships/slide" Target="slides/slide40.xml"/><Relationship Id="rId551" Type="http://schemas.openxmlformats.org/officeDocument/2006/relationships/slide" Target="slides/slide550.xml"/><Relationship Id="rId649" Type="http://schemas.openxmlformats.org/officeDocument/2006/relationships/slide" Target="slides/slide648.xml"/><Relationship Id="rId856" Type="http://schemas.openxmlformats.org/officeDocument/2006/relationships/slide" Target="slides/slide855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509" Type="http://schemas.openxmlformats.org/officeDocument/2006/relationships/slide" Target="slides/slide508.xml"/><Relationship Id="rId1041" Type="http://schemas.openxmlformats.org/officeDocument/2006/relationships/slide" Target="slides/slide1040.xml"/><Relationship Id="rId495" Type="http://schemas.openxmlformats.org/officeDocument/2006/relationships/slide" Target="slides/slide494.xml"/><Relationship Id="rId716" Type="http://schemas.openxmlformats.org/officeDocument/2006/relationships/slide" Target="slides/slide715.xml"/><Relationship Id="rId923" Type="http://schemas.openxmlformats.org/officeDocument/2006/relationships/slide" Target="slides/slide922.xml"/><Relationship Id="rId52" Type="http://schemas.openxmlformats.org/officeDocument/2006/relationships/slide" Target="slides/slide51.xml"/><Relationship Id="rId148" Type="http://schemas.openxmlformats.org/officeDocument/2006/relationships/slide" Target="slides/slide147.xml"/><Relationship Id="rId355" Type="http://schemas.openxmlformats.org/officeDocument/2006/relationships/slide" Target="slides/slide354.xml"/><Relationship Id="rId562" Type="http://schemas.openxmlformats.org/officeDocument/2006/relationships/slide" Target="slides/slide561.xml"/><Relationship Id="rId215" Type="http://schemas.openxmlformats.org/officeDocument/2006/relationships/slide" Target="slides/slide214.xml"/><Relationship Id="rId422" Type="http://schemas.openxmlformats.org/officeDocument/2006/relationships/slide" Target="slides/slide421.xml"/><Relationship Id="rId867" Type="http://schemas.openxmlformats.org/officeDocument/2006/relationships/slide" Target="slides/slide866.xml"/><Relationship Id="rId1052" Type="http://schemas.openxmlformats.org/officeDocument/2006/relationships/slide" Target="slides/slide1051.xml"/><Relationship Id="rId299" Type="http://schemas.openxmlformats.org/officeDocument/2006/relationships/slide" Target="slides/slide298.xml"/><Relationship Id="rId727" Type="http://schemas.openxmlformats.org/officeDocument/2006/relationships/slide" Target="slides/slide726.xml"/><Relationship Id="rId934" Type="http://schemas.openxmlformats.org/officeDocument/2006/relationships/slide" Target="slides/slide933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66" Type="http://schemas.openxmlformats.org/officeDocument/2006/relationships/slide" Target="slides/slide365.xml"/><Relationship Id="rId573" Type="http://schemas.openxmlformats.org/officeDocument/2006/relationships/slide" Target="slides/slide572.xml"/><Relationship Id="rId780" Type="http://schemas.openxmlformats.org/officeDocument/2006/relationships/slide" Target="slides/slide779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878" Type="http://schemas.openxmlformats.org/officeDocument/2006/relationships/slide" Target="slides/slide877.xml"/><Relationship Id="rId1063" Type="http://schemas.openxmlformats.org/officeDocument/2006/relationships/slide" Target="slides/slide1062.xml"/><Relationship Id="rId640" Type="http://schemas.openxmlformats.org/officeDocument/2006/relationships/slide" Target="slides/slide639.xml"/><Relationship Id="rId738" Type="http://schemas.openxmlformats.org/officeDocument/2006/relationships/slide" Target="slides/slide737.xml"/><Relationship Id="rId945" Type="http://schemas.openxmlformats.org/officeDocument/2006/relationships/slide" Target="slides/slide944.xml"/><Relationship Id="rId74" Type="http://schemas.openxmlformats.org/officeDocument/2006/relationships/slide" Target="slides/slide73.xml"/><Relationship Id="rId377" Type="http://schemas.openxmlformats.org/officeDocument/2006/relationships/slide" Target="slides/slide376.xml"/><Relationship Id="rId500" Type="http://schemas.openxmlformats.org/officeDocument/2006/relationships/slide" Target="slides/slide499.xml"/><Relationship Id="rId584" Type="http://schemas.openxmlformats.org/officeDocument/2006/relationships/slide" Target="slides/slide583.xml"/><Relationship Id="rId805" Type="http://schemas.openxmlformats.org/officeDocument/2006/relationships/slide" Target="slides/slide804.xml"/><Relationship Id="rId5" Type="http://schemas.openxmlformats.org/officeDocument/2006/relationships/slide" Target="slides/slide4.xml"/><Relationship Id="rId237" Type="http://schemas.openxmlformats.org/officeDocument/2006/relationships/slide" Target="slides/slide236.xml"/><Relationship Id="rId791" Type="http://schemas.openxmlformats.org/officeDocument/2006/relationships/slide" Target="slides/slide790.xml"/><Relationship Id="rId889" Type="http://schemas.openxmlformats.org/officeDocument/2006/relationships/slide" Target="slides/slide888.xml"/><Relationship Id="rId444" Type="http://schemas.openxmlformats.org/officeDocument/2006/relationships/slide" Target="slides/slide443.xml"/><Relationship Id="rId651" Type="http://schemas.openxmlformats.org/officeDocument/2006/relationships/slide" Target="slides/slide650.xml"/><Relationship Id="rId749" Type="http://schemas.openxmlformats.org/officeDocument/2006/relationships/slide" Target="slides/slide74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88" Type="http://schemas.openxmlformats.org/officeDocument/2006/relationships/slide" Target="slides/slide387.xml"/><Relationship Id="rId511" Type="http://schemas.openxmlformats.org/officeDocument/2006/relationships/slide" Target="slides/slide510.xml"/><Relationship Id="rId609" Type="http://schemas.openxmlformats.org/officeDocument/2006/relationships/slide" Target="slides/slide608.xml"/><Relationship Id="rId956" Type="http://schemas.openxmlformats.org/officeDocument/2006/relationships/slide" Target="slides/slide955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595" Type="http://schemas.openxmlformats.org/officeDocument/2006/relationships/slide" Target="slides/slide594.xml"/><Relationship Id="rId816" Type="http://schemas.openxmlformats.org/officeDocument/2006/relationships/slide" Target="slides/slide815.xml"/><Relationship Id="rId1001" Type="http://schemas.openxmlformats.org/officeDocument/2006/relationships/slide" Target="slides/slide1000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662" Type="http://schemas.openxmlformats.org/officeDocument/2006/relationships/slide" Target="slides/slide661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22" Type="http://schemas.openxmlformats.org/officeDocument/2006/relationships/slide" Target="slides/slide521.xml"/><Relationship Id="rId967" Type="http://schemas.openxmlformats.org/officeDocument/2006/relationships/slide" Target="slides/slide966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399" Type="http://schemas.openxmlformats.org/officeDocument/2006/relationships/slide" Target="slides/slide398.xml"/><Relationship Id="rId827" Type="http://schemas.openxmlformats.org/officeDocument/2006/relationships/slide" Target="slides/slide826.xml"/><Relationship Id="rId1012" Type="http://schemas.openxmlformats.org/officeDocument/2006/relationships/slide" Target="slides/slide1011.xml"/><Relationship Id="rId259" Type="http://schemas.openxmlformats.org/officeDocument/2006/relationships/slide" Target="slides/slide258.xml"/><Relationship Id="rId466" Type="http://schemas.openxmlformats.org/officeDocument/2006/relationships/slide" Target="slides/slide465.xml"/><Relationship Id="rId673" Type="http://schemas.openxmlformats.org/officeDocument/2006/relationships/slide" Target="slides/slide672.xml"/><Relationship Id="rId880" Type="http://schemas.openxmlformats.org/officeDocument/2006/relationships/slide" Target="slides/slide879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978" Type="http://schemas.openxmlformats.org/officeDocument/2006/relationships/slide" Target="slides/slide977.xml"/><Relationship Id="rId740" Type="http://schemas.openxmlformats.org/officeDocument/2006/relationships/slide" Target="slides/slide739.xml"/><Relationship Id="rId838" Type="http://schemas.openxmlformats.org/officeDocument/2006/relationships/slide" Target="slides/slide837.xml"/><Relationship Id="rId1023" Type="http://schemas.openxmlformats.org/officeDocument/2006/relationships/slide" Target="slides/slide1022.xml"/><Relationship Id="rId172" Type="http://schemas.openxmlformats.org/officeDocument/2006/relationships/slide" Target="slides/slide171.xml"/><Relationship Id="rId477" Type="http://schemas.openxmlformats.org/officeDocument/2006/relationships/slide" Target="slides/slide476.xml"/><Relationship Id="rId600" Type="http://schemas.openxmlformats.org/officeDocument/2006/relationships/slide" Target="slides/slide599.xml"/><Relationship Id="rId684" Type="http://schemas.openxmlformats.org/officeDocument/2006/relationships/slide" Target="slides/slide683.xml"/><Relationship Id="rId337" Type="http://schemas.openxmlformats.org/officeDocument/2006/relationships/slide" Target="slides/slide336.xml"/><Relationship Id="rId891" Type="http://schemas.openxmlformats.org/officeDocument/2006/relationships/slide" Target="slides/slide890.xml"/><Relationship Id="rId905" Type="http://schemas.openxmlformats.org/officeDocument/2006/relationships/slide" Target="slides/slide904.xml"/><Relationship Id="rId989" Type="http://schemas.openxmlformats.org/officeDocument/2006/relationships/slide" Target="slides/slide988.xml"/><Relationship Id="rId34" Type="http://schemas.openxmlformats.org/officeDocument/2006/relationships/slide" Target="slides/slide33.xml"/><Relationship Id="rId544" Type="http://schemas.openxmlformats.org/officeDocument/2006/relationships/slide" Target="slides/slide543.xml"/><Relationship Id="rId751" Type="http://schemas.openxmlformats.org/officeDocument/2006/relationships/slide" Target="slides/slide750.xml"/><Relationship Id="rId849" Type="http://schemas.openxmlformats.org/officeDocument/2006/relationships/slide" Target="slides/slide848.xml"/><Relationship Id="rId183" Type="http://schemas.openxmlformats.org/officeDocument/2006/relationships/slide" Target="slides/slide182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611" Type="http://schemas.openxmlformats.org/officeDocument/2006/relationships/slide" Target="slides/slide610.xml"/><Relationship Id="rId1034" Type="http://schemas.openxmlformats.org/officeDocument/2006/relationships/slide" Target="slides/slide1033.xml"/><Relationship Id="rId250" Type="http://schemas.openxmlformats.org/officeDocument/2006/relationships/slide" Target="slides/slide249.xml"/><Relationship Id="rId488" Type="http://schemas.openxmlformats.org/officeDocument/2006/relationships/slide" Target="slides/slide487.xml"/><Relationship Id="rId695" Type="http://schemas.openxmlformats.org/officeDocument/2006/relationships/slide" Target="slides/slide694.xml"/><Relationship Id="rId709" Type="http://schemas.openxmlformats.org/officeDocument/2006/relationships/slide" Target="slides/slide708.xml"/><Relationship Id="rId916" Type="http://schemas.openxmlformats.org/officeDocument/2006/relationships/slide" Target="slides/slide915.xml"/><Relationship Id="rId45" Type="http://schemas.openxmlformats.org/officeDocument/2006/relationships/slide" Target="slides/slide44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55" Type="http://schemas.openxmlformats.org/officeDocument/2006/relationships/slide" Target="slides/slide554.xml"/><Relationship Id="rId762" Type="http://schemas.openxmlformats.org/officeDocument/2006/relationships/slide" Target="slides/slide76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622" Type="http://schemas.openxmlformats.org/officeDocument/2006/relationships/slide" Target="slides/slide621.xml"/><Relationship Id="rId1045" Type="http://schemas.openxmlformats.org/officeDocument/2006/relationships/slide" Target="slides/slide1044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Relationship Id="rId927" Type="http://schemas.openxmlformats.org/officeDocument/2006/relationships/slide" Target="slides/slide926.xml"/><Relationship Id="rId56" Type="http://schemas.openxmlformats.org/officeDocument/2006/relationships/slide" Target="slides/slide55.xml"/><Relationship Id="rId359" Type="http://schemas.openxmlformats.org/officeDocument/2006/relationships/slide" Target="slides/slide358.xml"/><Relationship Id="rId566" Type="http://schemas.openxmlformats.org/officeDocument/2006/relationships/slide" Target="slides/slide565.xml"/><Relationship Id="rId773" Type="http://schemas.openxmlformats.org/officeDocument/2006/relationships/slide" Target="slides/slide772.xml"/><Relationship Id="rId121" Type="http://schemas.openxmlformats.org/officeDocument/2006/relationships/slide" Target="slides/slide120.xml"/><Relationship Id="rId219" Type="http://schemas.openxmlformats.org/officeDocument/2006/relationships/slide" Target="slides/slide218.xml"/><Relationship Id="rId426" Type="http://schemas.openxmlformats.org/officeDocument/2006/relationships/slide" Target="slides/slide425.xml"/><Relationship Id="rId633" Type="http://schemas.openxmlformats.org/officeDocument/2006/relationships/slide" Target="slides/slide632.xml"/><Relationship Id="rId980" Type="http://schemas.openxmlformats.org/officeDocument/2006/relationships/slide" Target="slides/slide979.xml"/><Relationship Id="rId1056" Type="http://schemas.openxmlformats.org/officeDocument/2006/relationships/slide" Target="slides/slide1055.xml"/><Relationship Id="rId840" Type="http://schemas.openxmlformats.org/officeDocument/2006/relationships/slide" Target="slides/slide839.xml"/><Relationship Id="rId938" Type="http://schemas.openxmlformats.org/officeDocument/2006/relationships/slide" Target="slides/slide937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577" Type="http://schemas.openxmlformats.org/officeDocument/2006/relationships/slide" Target="slides/slide576.xml"/><Relationship Id="rId700" Type="http://schemas.openxmlformats.org/officeDocument/2006/relationships/slide" Target="slides/slide699.xml"/><Relationship Id="rId132" Type="http://schemas.openxmlformats.org/officeDocument/2006/relationships/slide" Target="slides/slide131.xml"/><Relationship Id="rId784" Type="http://schemas.openxmlformats.org/officeDocument/2006/relationships/slide" Target="slides/slide783.xml"/><Relationship Id="rId991" Type="http://schemas.openxmlformats.org/officeDocument/2006/relationships/slide" Target="slides/slide990.xml"/><Relationship Id="rId1067" Type="http://schemas.openxmlformats.org/officeDocument/2006/relationships/theme" Target="theme/theme1.xml"/><Relationship Id="rId437" Type="http://schemas.openxmlformats.org/officeDocument/2006/relationships/slide" Target="slides/slide436.xml"/><Relationship Id="rId644" Type="http://schemas.openxmlformats.org/officeDocument/2006/relationships/slide" Target="slides/slide643.xml"/><Relationship Id="rId851" Type="http://schemas.openxmlformats.org/officeDocument/2006/relationships/slide" Target="slides/slide850.xml"/><Relationship Id="rId283" Type="http://schemas.openxmlformats.org/officeDocument/2006/relationships/slide" Target="slides/slide282.xml"/><Relationship Id="rId490" Type="http://schemas.openxmlformats.org/officeDocument/2006/relationships/slide" Target="slides/slide489.xml"/><Relationship Id="rId504" Type="http://schemas.openxmlformats.org/officeDocument/2006/relationships/slide" Target="slides/slide503.xml"/><Relationship Id="rId711" Type="http://schemas.openxmlformats.org/officeDocument/2006/relationships/slide" Target="slides/slide710.xml"/><Relationship Id="rId949" Type="http://schemas.openxmlformats.org/officeDocument/2006/relationships/slide" Target="slides/slide948.xml"/><Relationship Id="rId78" Type="http://schemas.openxmlformats.org/officeDocument/2006/relationships/slide" Target="slides/slide77.xml"/><Relationship Id="rId143" Type="http://schemas.openxmlformats.org/officeDocument/2006/relationships/slide" Target="slides/slide142.xml"/><Relationship Id="rId350" Type="http://schemas.openxmlformats.org/officeDocument/2006/relationships/slide" Target="slides/slide349.xml"/><Relationship Id="rId588" Type="http://schemas.openxmlformats.org/officeDocument/2006/relationships/slide" Target="slides/slide587.xml"/><Relationship Id="rId795" Type="http://schemas.openxmlformats.org/officeDocument/2006/relationships/slide" Target="slides/slide794.xml"/><Relationship Id="rId809" Type="http://schemas.openxmlformats.org/officeDocument/2006/relationships/slide" Target="slides/slide808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448" Type="http://schemas.openxmlformats.org/officeDocument/2006/relationships/slide" Target="slides/slide447.xml"/><Relationship Id="rId655" Type="http://schemas.openxmlformats.org/officeDocument/2006/relationships/slide" Target="slides/slide654.xml"/><Relationship Id="rId862" Type="http://schemas.openxmlformats.org/officeDocument/2006/relationships/slide" Target="slides/slide861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722" Type="http://schemas.openxmlformats.org/officeDocument/2006/relationships/slide" Target="slides/slide721.xml"/><Relationship Id="rId89" Type="http://schemas.openxmlformats.org/officeDocument/2006/relationships/slide" Target="slides/slide88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599" Type="http://schemas.openxmlformats.org/officeDocument/2006/relationships/slide" Target="slides/slide598.xml"/><Relationship Id="rId1005" Type="http://schemas.openxmlformats.org/officeDocument/2006/relationships/slide" Target="slides/slide1004.xml"/><Relationship Id="rId459" Type="http://schemas.openxmlformats.org/officeDocument/2006/relationships/slide" Target="slides/slide458.xml"/><Relationship Id="rId666" Type="http://schemas.openxmlformats.org/officeDocument/2006/relationships/slide" Target="slides/slide665.xml"/><Relationship Id="rId873" Type="http://schemas.openxmlformats.org/officeDocument/2006/relationships/slide" Target="slides/slide872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19" Type="http://schemas.openxmlformats.org/officeDocument/2006/relationships/slide" Target="slides/slide318.xml"/><Relationship Id="rId526" Type="http://schemas.openxmlformats.org/officeDocument/2006/relationships/slide" Target="slides/slide525.xml"/><Relationship Id="rId733" Type="http://schemas.openxmlformats.org/officeDocument/2006/relationships/slide" Target="slides/slide732.xml"/><Relationship Id="rId940" Type="http://schemas.openxmlformats.org/officeDocument/2006/relationships/slide" Target="slides/slide939.xml"/><Relationship Id="rId1016" Type="http://schemas.openxmlformats.org/officeDocument/2006/relationships/slide" Target="slides/slide1015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677" Type="http://schemas.openxmlformats.org/officeDocument/2006/relationships/slide" Target="slides/slide676.xml"/><Relationship Id="rId800" Type="http://schemas.openxmlformats.org/officeDocument/2006/relationships/slide" Target="slides/slide799.xml"/><Relationship Id="rId232" Type="http://schemas.openxmlformats.org/officeDocument/2006/relationships/slide" Target="slides/slide231.xml"/><Relationship Id="rId884" Type="http://schemas.openxmlformats.org/officeDocument/2006/relationships/slide" Target="slides/slide883.xml"/><Relationship Id="rId27" Type="http://schemas.openxmlformats.org/officeDocument/2006/relationships/slide" Target="slides/slide26.xml"/><Relationship Id="rId537" Type="http://schemas.openxmlformats.org/officeDocument/2006/relationships/slide" Target="slides/slide536.xml"/><Relationship Id="rId744" Type="http://schemas.openxmlformats.org/officeDocument/2006/relationships/slide" Target="slides/slide743.xml"/><Relationship Id="rId951" Type="http://schemas.openxmlformats.org/officeDocument/2006/relationships/slide" Target="slides/slide950.xml"/><Relationship Id="rId80" Type="http://schemas.openxmlformats.org/officeDocument/2006/relationships/slide" Target="slides/slide79.xml"/><Relationship Id="rId176" Type="http://schemas.openxmlformats.org/officeDocument/2006/relationships/slide" Target="slides/slide175.xml"/><Relationship Id="rId383" Type="http://schemas.openxmlformats.org/officeDocument/2006/relationships/slide" Target="slides/slide382.xml"/><Relationship Id="rId590" Type="http://schemas.openxmlformats.org/officeDocument/2006/relationships/slide" Target="slides/slide589.xml"/><Relationship Id="rId604" Type="http://schemas.openxmlformats.org/officeDocument/2006/relationships/slide" Target="slides/slide603.xml"/><Relationship Id="rId811" Type="http://schemas.openxmlformats.org/officeDocument/2006/relationships/slide" Target="slides/slide810.xml"/><Relationship Id="rId1027" Type="http://schemas.openxmlformats.org/officeDocument/2006/relationships/slide" Target="slides/slide1026.xml"/><Relationship Id="rId243" Type="http://schemas.openxmlformats.org/officeDocument/2006/relationships/slide" Target="slides/slide242.xml"/><Relationship Id="rId450" Type="http://schemas.openxmlformats.org/officeDocument/2006/relationships/slide" Target="slides/slide449.xml"/><Relationship Id="rId688" Type="http://schemas.openxmlformats.org/officeDocument/2006/relationships/slide" Target="slides/slide687.xml"/><Relationship Id="rId895" Type="http://schemas.openxmlformats.org/officeDocument/2006/relationships/slide" Target="slides/slide894.xml"/><Relationship Id="rId909" Type="http://schemas.openxmlformats.org/officeDocument/2006/relationships/slide" Target="slides/slide908.xml"/><Relationship Id="rId38" Type="http://schemas.openxmlformats.org/officeDocument/2006/relationships/slide" Target="slides/slide37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548" Type="http://schemas.openxmlformats.org/officeDocument/2006/relationships/slide" Target="slides/slide547.xml"/><Relationship Id="rId755" Type="http://schemas.openxmlformats.org/officeDocument/2006/relationships/slide" Target="slides/slide754.xml"/><Relationship Id="rId962" Type="http://schemas.openxmlformats.org/officeDocument/2006/relationships/slide" Target="slides/slide961.xml"/><Relationship Id="rId91" Type="http://schemas.openxmlformats.org/officeDocument/2006/relationships/slide" Target="slides/slide90.xml"/><Relationship Id="rId187" Type="http://schemas.openxmlformats.org/officeDocument/2006/relationships/slide" Target="slides/slide186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615" Type="http://schemas.openxmlformats.org/officeDocument/2006/relationships/slide" Target="slides/slide614.xml"/><Relationship Id="rId822" Type="http://schemas.openxmlformats.org/officeDocument/2006/relationships/slide" Target="slides/slide821.xml"/><Relationship Id="rId1038" Type="http://schemas.openxmlformats.org/officeDocument/2006/relationships/slide" Target="slides/slide1037.xml"/><Relationship Id="rId254" Type="http://schemas.openxmlformats.org/officeDocument/2006/relationships/slide" Target="slides/slide253.xml"/><Relationship Id="rId699" Type="http://schemas.openxmlformats.org/officeDocument/2006/relationships/slide" Target="slides/slide698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461" Type="http://schemas.openxmlformats.org/officeDocument/2006/relationships/slide" Target="slides/slide460.xml"/><Relationship Id="rId559" Type="http://schemas.openxmlformats.org/officeDocument/2006/relationships/slide" Target="slides/slide558.xml"/><Relationship Id="rId766" Type="http://schemas.openxmlformats.org/officeDocument/2006/relationships/slide" Target="slides/slide765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419" Type="http://schemas.openxmlformats.org/officeDocument/2006/relationships/slide" Target="slides/slide418.xml"/><Relationship Id="rId626" Type="http://schemas.openxmlformats.org/officeDocument/2006/relationships/slide" Target="slides/slide625.xml"/><Relationship Id="rId973" Type="http://schemas.openxmlformats.org/officeDocument/2006/relationships/slide" Target="slides/slide972.xml"/><Relationship Id="rId1049" Type="http://schemas.openxmlformats.org/officeDocument/2006/relationships/slide" Target="slides/slide1048.xml"/><Relationship Id="rId833" Type="http://schemas.openxmlformats.org/officeDocument/2006/relationships/slide" Target="slides/slide832.xml"/><Relationship Id="rId265" Type="http://schemas.openxmlformats.org/officeDocument/2006/relationships/slide" Target="slides/slide264.xml"/><Relationship Id="rId472" Type="http://schemas.openxmlformats.org/officeDocument/2006/relationships/slide" Target="slides/slide471.xml"/><Relationship Id="rId900" Type="http://schemas.openxmlformats.org/officeDocument/2006/relationships/slide" Target="slides/slide899.xml"/><Relationship Id="rId125" Type="http://schemas.openxmlformats.org/officeDocument/2006/relationships/slide" Target="slides/slide124.xml"/><Relationship Id="rId332" Type="http://schemas.openxmlformats.org/officeDocument/2006/relationships/slide" Target="slides/slide331.xml"/><Relationship Id="rId777" Type="http://schemas.openxmlformats.org/officeDocument/2006/relationships/slide" Target="slides/slide776.xml"/><Relationship Id="rId984" Type="http://schemas.openxmlformats.org/officeDocument/2006/relationships/slide" Target="slides/slide983.xml"/><Relationship Id="rId637" Type="http://schemas.openxmlformats.org/officeDocument/2006/relationships/slide" Target="slides/slide636.xml"/><Relationship Id="rId844" Type="http://schemas.openxmlformats.org/officeDocument/2006/relationships/slide" Target="slides/slide843.xml"/><Relationship Id="rId276" Type="http://schemas.openxmlformats.org/officeDocument/2006/relationships/slide" Target="slides/slide275.xml"/><Relationship Id="rId483" Type="http://schemas.openxmlformats.org/officeDocument/2006/relationships/slide" Target="slides/slide482.xml"/><Relationship Id="rId690" Type="http://schemas.openxmlformats.org/officeDocument/2006/relationships/slide" Target="slides/slide689.xml"/><Relationship Id="rId704" Type="http://schemas.openxmlformats.org/officeDocument/2006/relationships/slide" Target="slides/slide703.xml"/><Relationship Id="rId911" Type="http://schemas.openxmlformats.org/officeDocument/2006/relationships/slide" Target="slides/slide910.xml"/><Relationship Id="rId40" Type="http://schemas.openxmlformats.org/officeDocument/2006/relationships/slide" Target="slides/slide39.xml"/><Relationship Id="rId136" Type="http://schemas.openxmlformats.org/officeDocument/2006/relationships/slide" Target="slides/slide135.xml"/><Relationship Id="rId343" Type="http://schemas.openxmlformats.org/officeDocument/2006/relationships/slide" Target="slides/slide342.xml"/><Relationship Id="rId550" Type="http://schemas.openxmlformats.org/officeDocument/2006/relationships/slide" Target="slides/slide549.xml"/><Relationship Id="rId788" Type="http://schemas.openxmlformats.org/officeDocument/2006/relationships/slide" Target="slides/slide787.xml"/><Relationship Id="rId995" Type="http://schemas.openxmlformats.org/officeDocument/2006/relationships/slide" Target="slides/slide994.xml"/><Relationship Id="rId203" Type="http://schemas.openxmlformats.org/officeDocument/2006/relationships/slide" Target="slides/slide202.xml"/><Relationship Id="rId648" Type="http://schemas.openxmlformats.org/officeDocument/2006/relationships/slide" Target="slides/slide647.xml"/><Relationship Id="rId855" Type="http://schemas.openxmlformats.org/officeDocument/2006/relationships/slide" Target="slides/slide854.xml"/><Relationship Id="rId1040" Type="http://schemas.openxmlformats.org/officeDocument/2006/relationships/slide" Target="slides/slide1039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494" Type="http://schemas.openxmlformats.org/officeDocument/2006/relationships/slide" Target="slides/slide493.xml"/><Relationship Id="rId508" Type="http://schemas.openxmlformats.org/officeDocument/2006/relationships/slide" Target="slides/slide507.xml"/><Relationship Id="rId715" Type="http://schemas.openxmlformats.org/officeDocument/2006/relationships/slide" Target="slides/slide714.xml"/><Relationship Id="rId922" Type="http://schemas.openxmlformats.org/officeDocument/2006/relationships/slide" Target="slides/slide921.xml"/><Relationship Id="rId147" Type="http://schemas.openxmlformats.org/officeDocument/2006/relationships/slide" Target="slides/slide146.xml"/><Relationship Id="rId354" Type="http://schemas.openxmlformats.org/officeDocument/2006/relationships/slide" Target="slides/slide353.xml"/><Relationship Id="rId799" Type="http://schemas.openxmlformats.org/officeDocument/2006/relationships/slide" Target="slides/slide798.xml"/><Relationship Id="rId51" Type="http://schemas.openxmlformats.org/officeDocument/2006/relationships/slide" Target="slides/slide50.xml"/><Relationship Id="rId561" Type="http://schemas.openxmlformats.org/officeDocument/2006/relationships/slide" Target="slides/slide560.xml"/><Relationship Id="rId659" Type="http://schemas.openxmlformats.org/officeDocument/2006/relationships/slide" Target="slides/slide658.xml"/><Relationship Id="rId866" Type="http://schemas.openxmlformats.org/officeDocument/2006/relationships/slide" Target="slides/slide865.xml"/><Relationship Id="rId214" Type="http://schemas.openxmlformats.org/officeDocument/2006/relationships/slide" Target="slides/slide213.xml"/><Relationship Id="rId298" Type="http://schemas.openxmlformats.org/officeDocument/2006/relationships/slide" Target="slides/slide297.xml"/><Relationship Id="rId421" Type="http://schemas.openxmlformats.org/officeDocument/2006/relationships/slide" Target="slides/slide420.xml"/><Relationship Id="rId519" Type="http://schemas.openxmlformats.org/officeDocument/2006/relationships/slide" Target="slides/slide518.xml"/><Relationship Id="rId1051" Type="http://schemas.openxmlformats.org/officeDocument/2006/relationships/slide" Target="slides/slide1050.xml"/><Relationship Id="rId158" Type="http://schemas.openxmlformats.org/officeDocument/2006/relationships/slide" Target="slides/slide157.xml"/><Relationship Id="rId726" Type="http://schemas.openxmlformats.org/officeDocument/2006/relationships/slide" Target="slides/slide725.xml"/><Relationship Id="rId933" Type="http://schemas.openxmlformats.org/officeDocument/2006/relationships/slide" Target="slides/slide932.xml"/><Relationship Id="rId1009" Type="http://schemas.openxmlformats.org/officeDocument/2006/relationships/slide" Target="slides/slide1008.xml"/><Relationship Id="rId62" Type="http://schemas.openxmlformats.org/officeDocument/2006/relationships/slide" Target="slides/slide61.xml"/><Relationship Id="rId365" Type="http://schemas.openxmlformats.org/officeDocument/2006/relationships/slide" Target="slides/slide364.xml"/><Relationship Id="rId572" Type="http://schemas.openxmlformats.org/officeDocument/2006/relationships/slide" Target="slides/slide571.xml"/><Relationship Id="rId225" Type="http://schemas.openxmlformats.org/officeDocument/2006/relationships/slide" Target="slides/slide224.xml"/><Relationship Id="rId432" Type="http://schemas.openxmlformats.org/officeDocument/2006/relationships/slide" Target="slides/slide431.xml"/><Relationship Id="rId877" Type="http://schemas.openxmlformats.org/officeDocument/2006/relationships/slide" Target="slides/slide876.xml"/><Relationship Id="rId1062" Type="http://schemas.openxmlformats.org/officeDocument/2006/relationships/slide" Target="slides/slide1061.xml"/><Relationship Id="rId737" Type="http://schemas.openxmlformats.org/officeDocument/2006/relationships/slide" Target="slides/slide736.xml"/><Relationship Id="rId944" Type="http://schemas.openxmlformats.org/officeDocument/2006/relationships/slide" Target="slides/slide943.xml"/><Relationship Id="rId73" Type="http://schemas.openxmlformats.org/officeDocument/2006/relationships/slide" Target="slides/slide72.xml"/><Relationship Id="rId169" Type="http://schemas.openxmlformats.org/officeDocument/2006/relationships/slide" Target="slides/slide168.xml"/><Relationship Id="rId376" Type="http://schemas.openxmlformats.org/officeDocument/2006/relationships/slide" Target="slides/slide375.xml"/><Relationship Id="rId583" Type="http://schemas.openxmlformats.org/officeDocument/2006/relationships/slide" Target="slides/slide582.xml"/><Relationship Id="rId790" Type="http://schemas.openxmlformats.org/officeDocument/2006/relationships/slide" Target="slides/slide789.xml"/><Relationship Id="rId804" Type="http://schemas.openxmlformats.org/officeDocument/2006/relationships/slide" Target="slides/slide803.xml"/><Relationship Id="rId4" Type="http://schemas.openxmlformats.org/officeDocument/2006/relationships/slide" Target="slides/slide3.xml"/><Relationship Id="rId236" Type="http://schemas.openxmlformats.org/officeDocument/2006/relationships/slide" Target="slides/slide235.xml"/><Relationship Id="rId443" Type="http://schemas.openxmlformats.org/officeDocument/2006/relationships/slide" Target="slides/slide442.xml"/><Relationship Id="rId650" Type="http://schemas.openxmlformats.org/officeDocument/2006/relationships/slide" Target="slides/slide649.xml"/><Relationship Id="rId888" Type="http://schemas.openxmlformats.org/officeDocument/2006/relationships/slide" Target="slides/slide887.xml"/><Relationship Id="rId303" Type="http://schemas.openxmlformats.org/officeDocument/2006/relationships/slide" Target="slides/slide302.xml"/><Relationship Id="rId748" Type="http://schemas.openxmlformats.org/officeDocument/2006/relationships/slide" Target="slides/slide747.xml"/><Relationship Id="rId955" Type="http://schemas.openxmlformats.org/officeDocument/2006/relationships/slide" Target="slides/slide954.xml"/><Relationship Id="rId84" Type="http://schemas.openxmlformats.org/officeDocument/2006/relationships/slide" Target="slides/slide83.xml"/><Relationship Id="rId387" Type="http://schemas.openxmlformats.org/officeDocument/2006/relationships/slide" Target="slides/slide386.xml"/><Relationship Id="rId510" Type="http://schemas.openxmlformats.org/officeDocument/2006/relationships/slide" Target="slides/slide509.xml"/><Relationship Id="rId594" Type="http://schemas.openxmlformats.org/officeDocument/2006/relationships/slide" Target="slides/slide593.xml"/><Relationship Id="rId608" Type="http://schemas.openxmlformats.org/officeDocument/2006/relationships/slide" Target="slides/slide607.xml"/><Relationship Id="rId815" Type="http://schemas.openxmlformats.org/officeDocument/2006/relationships/slide" Target="slides/slide814.xml"/><Relationship Id="rId247" Type="http://schemas.openxmlformats.org/officeDocument/2006/relationships/slide" Target="slides/slide246.xml"/><Relationship Id="rId899" Type="http://schemas.openxmlformats.org/officeDocument/2006/relationships/slide" Target="slides/slide898.xml"/><Relationship Id="rId1000" Type="http://schemas.openxmlformats.org/officeDocument/2006/relationships/slide" Target="slides/slide999.xml"/><Relationship Id="rId107" Type="http://schemas.openxmlformats.org/officeDocument/2006/relationships/slide" Target="slides/slide106.xml"/><Relationship Id="rId454" Type="http://schemas.openxmlformats.org/officeDocument/2006/relationships/slide" Target="slides/slide453.xml"/><Relationship Id="rId661" Type="http://schemas.openxmlformats.org/officeDocument/2006/relationships/slide" Target="slides/slide660.xml"/><Relationship Id="rId759" Type="http://schemas.openxmlformats.org/officeDocument/2006/relationships/slide" Target="slides/slide758.xml"/><Relationship Id="rId966" Type="http://schemas.openxmlformats.org/officeDocument/2006/relationships/slide" Target="slides/slide965.xml"/><Relationship Id="rId11" Type="http://schemas.openxmlformats.org/officeDocument/2006/relationships/slide" Target="slides/slide10.xml"/><Relationship Id="rId314" Type="http://schemas.openxmlformats.org/officeDocument/2006/relationships/slide" Target="slides/slide313.xml"/><Relationship Id="rId398" Type="http://schemas.openxmlformats.org/officeDocument/2006/relationships/slide" Target="slides/slide397.xml"/><Relationship Id="rId521" Type="http://schemas.openxmlformats.org/officeDocument/2006/relationships/slide" Target="slides/slide520.xml"/><Relationship Id="rId619" Type="http://schemas.openxmlformats.org/officeDocument/2006/relationships/slide" Target="slides/slide61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826" Type="http://schemas.openxmlformats.org/officeDocument/2006/relationships/slide" Target="slides/slide825.xml"/><Relationship Id="rId1011" Type="http://schemas.openxmlformats.org/officeDocument/2006/relationships/slide" Target="slides/slide1010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672" Type="http://schemas.openxmlformats.org/officeDocument/2006/relationships/slide" Target="slides/slide671.xml"/><Relationship Id="rId22" Type="http://schemas.openxmlformats.org/officeDocument/2006/relationships/slide" Target="slides/slide21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532" Type="http://schemas.openxmlformats.org/officeDocument/2006/relationships/slide" Target="slides/slide531.xml"/><Relationship Id="rId977" Type="http://schemas.openxmlformats.org/officeDocument/2006/relationships/slide" Target="slides/slide976.xml"/><Relationship Id="rId171" Type="http://schemas.openxmlformats.org/officeDocument/2006/relationships/slide" Target="slides/slide170.xml"/><Relationship Id="rId837" Type="http://schemas.openxmlformats.org/officeDocument/2006/relationships/slide" Target="slides/slide836.xml"/><Relationship Id="rId1022" Type="http://schemas.openxmlformats.org/officeDocument/2006/relationships/slide" Target="slides/slide1021.xml"/><Relationship Id="rId269" Type="http://schemas.openxmlformats.org/officeDocument/2006/relationships/slide" Target="slides/slide268.xml"/><Relationship Id="rId476" Type="http://schemas.openxmlformats.org/officeDocument/2006/relationships/slide" Target="slides/slide475.xml"/><Relationship Id="rId683" Type="http://schemas.openxmlformats.org/officeDocument/2006/relationships/slide" Target="slides/slide682.xml"/><Relationship Id="rId890" Type="http://schemas.openxmlformats.org/officeDocument/2006/relationships/slide" Target="slides/slide889.xml"/><Relationship Id="rId904" Type="http://schemas.openxmlformats.org/officeDocument/2006/relationships/slide" Target="slides/slide903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336" Type="http://schemas.openxmlformats.org/officeDocument/2006/relationships/slide" Target="slides/slide335.xml"/><Relationship Id="rId543" Type="http://schemas.openxmlformats.org/officeDocument/2006/relationships/slide" Target="slides/slide542.xml"/><Relationship Id="rId988" Type="http://schemas.openxmlformats.org/officeDocument/2006/relationships/slide" Target="slides/slide987.xml"/><Relationship Id="rId182" Type="http://schemas.openxmlformats.org/officeDocument/2006/relationships/slide" Target="slides/slide181.xml"/><Relationship Id="rId403" Type="http://schemas.openxmlformats.org/officeDocument/2006/relationships/slide" Target="slides/slide402.xml"/><Relationship Id="rId750" Type="http://schemas.openxmlformats.org/officeDocument/2006/relationships/slide" Target="slides/slide749.xml"/><Relationship Id="rId848" Type="http://schemas.openxmlformats.org/officeDocument/2006/relationships/slide" Target="slides/slide847.xml"/><Relationship Id="rId1033" Type="http://schemas.openxmlformats.org/officeDocument/2006/relationships/slide" Target="slides/slide1032.xml"/><Relationship Id="rId487" Type="http://schemas.openxmlformats.org/officeDocument/2006/relationships/slide" Target="slides/slide486.xml"/><Relationship Id="rId610" Type="http://schemas.openxmlformats.org/officeDocument/2006/relationships/slide" Target="slides/slide609.xml"/><Relationship Id="rId694" Type="http://schemas.openxmlformats.org/officeDocument/2006/relationships/slide" Target="slides/slide693.xml"/><Relationship Id="rId708" Type="http://schemas.openxmlformats.org/officeDocument/2006/relationships/slide" Target="slides/slide707.xml"/><Relationship Id="rId915" Type="http://schemas.openxmlformats.org/officeDocument/2006/relationships/slide" Target="slides/slide914.xml"/><Relationship Id="rId347" Type="http://schemas.openxmlformats.org/officeDocument/2006/relationships/slide" Target="slides/slide346.xml"/><Relationship Id="rId999" Type="http://schemas.openxmlformats.org/officeDocument/2006/relationships/slide" Target="slides/slide998.xml"/><Relationship Id="rId44" Type="http://schemas.openxmlformats.org/officeDocument/2006/relationships/slide" Target="slides/slide43.xml"/><Relationship Id="rId554" Type="http://schemas.openxmlformats.org/officeDocument/2006/relationships/slide" Target="slides/slide553.xml"/><Relationship Id="rId761" Type="http://schemas.openxmlformats.org/officeDocument/2006/relationships/slide" Target="slides/slide760.xml"/><Relationship Id="rId859" Type="http://schemas.openxmlformats.org/officeDocument/2006/relationships/slide" Target="slides/slide858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414" Type="http://schemas.openxmlformats.org/officeDocument/2006/relationships/slide" Target="slides/slide413.xml"/><Relationship Id="rId498" Type="http://schemas.openxmlformats.org/officeDocument/2006/relationships/slide" Target="slides/slide497.xml"/><Relationship Id="rId621" Type="http://schemas.openxmlformats.org/officeDocument/2006/relationships/slide" Target="slides/slide620.xml"/><Relationship Id="rId1044" Type="http://schemas.openxmlformats.org/officeDocument/2006/relationships/slide" Target="slides/slide1043.xml"/><Relationship Id="rId260" Type="http://schemas.openxmlformats.org/officeDocument/2006/relationships/slide" Target="slides/slide259.xml"/><Relationship Id="rId719" Type="http://schemas.openxmlformats.org/officeDocument/2006/relationships/slide" Target="slides/slide718.xml"/><Relationship Id="rId926" Type="http://schemas.openxmlformats.org/officeDocument/2006/relationships/slide" Target="slides/slide925.xml"/><Relationship Id="rId55" Type="http://schemas.openxmlformats.org/officeDocument/2006/relationships/slide" Target="slides/slide54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565" Type="http://schemas.openxmlformats.org/officeDocument/2006/relationships/slide" Target="slides/slide564.xml"/><Relationship Id="rId772" Type="http://schemas.openxmlformats.org/officeDocument/2006/relationships/slide" Target="slides/slide771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632" Type="http://schemas.openxmlformats.org/officeDocument/2006/relationships/slide" Target="slides/slide631.xml"/><Relationship Id="rId1055" Type="http://schemas.openxmlformats.org/officeDocument/2006/relationships/slide" Target="slides/slide1054.xml"/><Relationship Id="rId271" Type="http://schemas.openxmlformats.org/officeDocument/2006/relationships/slide" Target="slides/slide270.xml"/><Relationship Id="rId937" Type="http://schemas.openxmlformats.org/officeDocument/2006/relationships/slide" Target="slides/slide936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69" Type="http://schemas.openxmlformats.org/officeDocument/2006/relationships/slide" Target="slides/slide368.xml"/><Relationship Id="rId576" Type="http://schemas.openxmlformats.org/officeDocument/2006/relationships/slide" Target="slides/slide575.xml"/><Relationship Id="rId783" Type="http://schemas.openxmlformats.org/officeDocument/2006/relationships/slide" Target="slides/slide782.xml"/><Relationship Id="rId990" Type="http://schemas.openxmlformats.org/officeDocument/2006/relationships/slide" Target="slides/slide989.xml"/><Relationship Id="rId229" Type="http://schemas.openxmlformats.org/officeDocument/2006/relationships/slide" Target="slides/slide228.xml"/><Relationship Id="rId436" Type="http://schemas.openxmlformats.org/officeDocument/2006/relationships/slide" Target="slides/slide435.xml"/><Relationship Id="rId643" Type="http://schemas.openxmlformats.org/officeDocument/2006/relationships/slide" Target="slides/slide642.xml"/><Relationship Id="rId1066" Type="http://schemas.openxmlformats.org/officeDocument/2006/relationships/viewProps" Target="viewProps.xml"/><Relationship Id="rId850" Type="http://schemas.openxmlformats.org/officeDocument/2006/relationships/slide" Target="slides/slide849.xml"/><Relationship Id="rId948" Type="http://schemas.openxmlformats.org/officeDocument/2006/relationships/slide" Target="slides/slide947.xml"/><Relationship Id="rId77" Type="http://schemas.openxmlformats.org/officeDocument/2006/relationships/slide" Target="slides/slide76.xml"/><Relationship Id="rId282" Type="http://schemas.openxmlformats.org/officeDocument/2006/relationships/slide" Target="slides/slide281.xml"/><Relationship Id="rId503" Type="http://schemas.openxmlformats.org/officeDocument/2006/relationships/slide" Target="slides/slide502.xml"/><Relationship Id="rId587" Type="http://schemas.openxmlformats.org/officeDocument/2006/relationships/slide" Target="slides/slide586.xml"/><Relationship Id="rId710" Type="http://schemas.openxmlformats.org/officeDocument/2006/relationships/slide" Target="slides/slide709.xml"/><Relationship Id="rId808" Type="http://schemas.openxmlformats.org/officeDocument/2006/relationships/slide" Target="slides/slide807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447" Type="http://schemas.openxmlformats.org/officeDocument/2006/relationships/slide" Target="slides/slide446.xml"/><Relationship Id="rId794" Type="http://schemas.openxmlformats.org/officeDocument/2006/relationships/slide" Target="slides/slide793.xml"/><Relationship Id="rId654" Type="http://schemas.openxmlformats.org/officeDocument/2006/relationships/slide" Target="slides/slide653.xml"/><Relationship Id="rId861" Type="http://schemas.openxmlformats.org/officeDocument/2006/relationships/slide" Target="slides/slide860.xml"/><Relationship Id="rId959" Type="http://schemas.openxmlformats.org/officeDocument/2006/relationships/slide" Target="slides/slide958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514" Type="http://schemas.openxmlformats.org/officeDocument/2006/relationships/slide" Target="slides/slide513.xml"/><Relationship Id="rId721" Type="http://schemas.openxmlformats.org/officeDocument/2006/relationships/slide" Target="slides/slide720.xml"/><Relationship Id="rId88" Type="http://schemas.openxmlformats.org/officeDocument/2006/relationships/slide" Target="slides/slide87.xml"/><Relationship Id="rId153" Type="http://schemas.openxmlformats.org/officeDocument/2006/relationships/slide" Target="slides/slide152.xml"/><Relationship Id="rId360" Type="http://schemas.openxmlformats.org/officeDocument/2006/relationships/slide" Target="slides/slide359.xml"/><Relationship Id="rId598" Type="http://schemas.openxmlformats.org/officeDocument/2006/relationships/slide" Target="slides/slide597.xml"/><Relationship Id="rId819" Type="http://schemas.openxmlformats.org/officeDocument/2006/relationships/slide" Target="slides/slide818.xml"/><Relationship Id="rId1004" Type="http://schemas.openxmlformats.org/officeDocument/2006/relationships/slide" Target="slides/slide1003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665" Type="http://schemas.openxmlformats.org/officeDocument/2006/relationships/slide" Target="slides/slide664.xml"/><Relationship Id="rId872" Type="http://schemas.openxmlformats.org/officeDocument/2006/relationships/slide" Target="slides/slide871.xml"/><Relationship Id="rId15" Type="http://schemas.openxmlformats.org/officeDocument/2006/relationships/slide" Target="slides/slide14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732" Type="http://schemas.openxmlformats.org/officeDocument/2006/relationships/slide" Target="slides/slide731.xml"/><Relationship Id="rId99" Type="http://schemas.openxmlformats.org/officeDocument/2006/relationships/slide" Target="slides/slide98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1015" Type="http://schemas.openxmlformats.org/officeDocument/2006/relationships/slide" Target="slides/slide1014.xml"/><Relationship Id="rId469" Type="http://schemas.openxmlformats.org/officeDocument/2006/relationships/slide" Target="slides/slide468.xml"/><Relationship Id="rId676" Type="http://schemas.openxmlformats.org/officeDocument/2006/relationships/slide" Target="slides/slide675.xml"/><Relationship Id="rId883" Type="http://schemas.openxmlformats.org/officeDocument/2006/relationships/slide" Target="slides/slide882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329" Type="http://schemas.openxmlformats.org/officeDocument/2006/relationships/slide" Target="slides/slide328.xml"/><Relationship Id="rId536" Type="http://schemas.openxmlformats.org/officeDocument/2006/relationships/slide" Target="slides/slide535.xml"/><Relationship Id="rId175" Type="http://schemas.openxmlformats.org/officeDocument/2006/relationships/slide" Target="slides/slide174.xml"/><Relationship Id="rId743" Type="http://schemas.openxmlformats.org/officeDocument/2006/relationships/slide" Target="slides/slide742.xml"/><Relationship Id="rId950" Type="http://schemas.openxmlformats.org/officeDocument/2006/relationships/slide" Target="slides/slide949.xml"/><Relationship Id="rId1026" Type="http://schemas.openxmlformats.org/officeDocument/2006/relationships/slide" Target="slides/slide1025.xml"/><Relationship Id="rId382" Type="http://schemas.openxmlformats.org/officeDocument/2006/relationships/slide" Target="slides/slide381.xml"/><Relationship Id="rId603" Type="http://schemas.openxmlformats.org/officeDocument/2006/relationships/slide" Target="slides/slide602.xml"/><Relationship Id="rId687" Type="http://schemas.openxmlformats.org/officeDocument/2006/relationships/slide" Target="slides/slide686.xml"/><Relationship Id="rId810" Type="http://schemas.openxmlformats.org/officeDocument/2006/relationships/slide" Target="slides/slide809.xml"/><Relationship Id="rId908" Type="http://schemas.openxmlformats.org/officeDocument/2006/relationships/slide" Target="slides/slide907.xml"/><Relationship Id="rId242" Type="http://schemas.openxmlformats.org/officeDocument/2006/relationships/slide" Target="slides/slide241.xml"/><Relationship Id="rId894" Type="http://schemas.openxmlformats.org/officeDocument/2006/relationships/slide" Target="slides/slide893.xml"/><Relationship Id="rId37" Type="http://schemas.openxmlformats.org/officeDocument/2006/relationships/slide" Target="slides/slide36.xml"/><Relationship Id="rId102" Type="http://schemas.openxmlformats.org/officeDocument/2006/relationships/slide" Target="slides/slide101.xml"/><Relationship Id="rId547" Type="http://schemas.openxmlformats.org/officeDocument/2006/relationships/slide" Target="slides/slide546.xml"/><Relationship Id="rId754" Type="http://schemas.openxmlformats.org/officeDocument/2006/relationships/slide" Target="slides/slide753.xml"/><Relationship Id="rId961" Type="http://schemas.openxmlformats.org/officeDocument/2006/relationships/slide" Target="slides/slide960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614" Type="http://schemas.openxmlformats.org/officeDocument/2006/relationships/slide" Target="slides/slide613.xml"/><Relationship Id="rId821" Type="http://schemas.openxmlformats.org/officeDocument/2006/relationships/slide" Target="slides/slide820.xml"/><Relationship Id="rId1037" Type="http://schemas.openxmlformats.org/officeDocument/2006/relationships/slide" Target="slides/slide1036.xml"/><Relationship Id="rId253" Type="http://schemas.openxmlformats.org/officeDocument/2006/relationships/slide" Target="slides/slide252.xml"/><Relationship Id="rId460" Type="http://schemas.openxmlformats.org/officeDocument/2006/relationships/slide" Target="slides/slide459.xml"/><Relationship Id="rId698" Type="http://schemas.openxmlformats.org/officeDocument/2006/relationships/slide" Target="slides/slide697.xml"/><Relationship Id="rId919" Type="http://schemas.openxmlformats.org/officeDocument/2006/relationships/slide" Target="slides/slide918.xml"/><Relationship Id="rId48" Type="http://schemas.openxmlformats.org/officeDocument/2006/relationships/slide" Target="slides/slide47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558" Type="http://schemas.openxmlformats.org/officeDocument/2006/relationships/slide" Target="slides/slide557.xml"/><Relationship Id="rId765" Type="http://schemas.openxmlformats.org/officeDocument/2006/relationships/slide" Target="slides/slide764.xml"/><Relationship Id="rId972" Type="http://schemas.openxmlformats.org/officeDocument/2006/relationships/slide" Target="slides/slide971.xml"/><Relationship Id="rId197" Type="http://schemas.openxmlformats.org/officeDocument/2006/relationships/slide" Target="slides/slide196.xml"/><Relationship Id="rId418" Type="http://schemas.openxmlformats.org/officeDocument/2006/relationships/slide" Target="slides/slide417.xml"/><Relationship Id="rId625" Type="http://schemas.openxmlformats.org/officeDocument/2006/relationships/slide" Target="slides/slide624.xml"/><Relationship Id="rId832" Type="http://schemas.openxmlformats.org/officeDocument/2006/relationships/slide" Target="slides/slide831.xml"/><Relationship Id="rId1048" Type="http://schemas.openxmlformats.org/officeDocument/2006/relationships/slide" Target="slides/slide1047.xml"/><Relationship Id="rId264" Type="http://schemas.openxmlformats.org/officeDocument/2006/relationships/slide" Target="slides/slide263.xml"/><Relationship Id="rId471" Type="http://schemas.openxmlformats.org/officeDocument/2006/relationships/slide" Target="slides/slide470.xml"/><Relationship Id="rId59" Type="http://schemas.openxmlformats.org/officeDocument/2006/relationships/slide" Target="slides/slide58.xml"/><Relationship Id="rId124" Type="http://schemas.openxmlformats.org/officeDocument/2006/relationships/slide" Target="slides/slide123.xml"/><Relationship Id="rId569" Type="http://schemas.openxmlformats.org/officeDocument/2006/relationships/slide" Target="slides/slide568.xml"/><Relationship Id="rId776" Type="http://schemas.openxmlformats.org/officeDocument/2006/relationships/slide" Target="slides/slide775.xml"/><Relationship Id="rId983" Type="http://schemas.openxmlformats.org/officeDocument/2006/relationships/slide" Target="slides/slide982.xml"/><Relationship Id="rId331" Type="http://schemas.openxmlformats.org/officeDocument/2006/relationships/slide" Target="slides/slide330.xml"/><Relationship Id="rId429" Type="http://schemas.openxmlformats.org/officeDocument/2006/relationships/slide" Target="slides/slide428.xml"/><Relationship Id="rId636" Type="http://schemas.openxmlformats.org/officeDocument/2006/relationships/slide" Target="slides/slide635.xml"/><Relationship Id="rId1059" Type="http://schemas.openxmlformats.org/officeDocument/2006/relationships/slide" Target="slides/slide1058.xml"/><Relationship Id="rId843" Type="http://schemas.openxmlformats.org/officeDocument/2006/relationships/slide" Target="slides/slide842.xml"/><Relationship Id="rId275" Type="http://schemas.openxmlformats.org/officeDocument/2006/relationships/slide" Target="slides/slide274.xml"/><Relationship Id="rId482" Type="http://schemas.openxmlformats.org/officeDocument/2006/relationships/slide" Target="slides/slide481.xml"/><Relationship Id="rId703" Type="http://schemas.openxmlformats.org/officeDocument/2006/relationships/slide" Target="slides/slide702.xml"/><Relationship Id="rId910" Type="http://schemas.openxmlformats.org/officeDocument/2006/relationships/slide" Target="slides/slide909.xml"/><Relationship Id="rId135" Type="http://schemas.openxmlformats.org/officeDocument/2006/relationships/slide" Target="slides/slide134.xml"/><Relationship Id="rId342" Type="http://schemas.openxmlformats.org/officeDocument/2006/relationships/slide" Target="slides/slide341.xml"/><Relationship Id="rId787" Type="http://schemas.openxmlformats.org/officeDocument/2006/relationships/slide" Target="slides/slide786.xml"/><Relationship Id="rId994" Type="http://schemas.openxmlformats.org/officeDocument/2006/relationships/slide" Target="slides/slide993.xml"/><Relationship Id="rId202" Type="http://schemas.openxmlformats.org/officeDocument/2006/relationships/slide" Target="slides/slide201.xml"/><Relationship Id="rId647" Type="http://schemas.openxmlformats.org/officeDocument/2006/relationships/slide" Target="slides/slide646.xml"/><Relationship Id="rId854" Type="http://schemas.openxmlformats.org/officeDocument/2006/relationships/slide" Target="slides/slide853.xml"/><Relationship Id="rId286" Type="http://schemas.openxmlformats.org/officeDocument/2006/relationships/slide" Target="slides/slide285.xml"/><Relationship Id="rId493" Type="http://schemas.openxmlformats.org/officeDocument/2006/relationships/slide" Target="slides/slide492.xml"/><Relationship Id="rId507" Type="http://schemas.openxmlformats.org/officeDocument/2006/relationships/slide" Target="slides/slide506.xml"/><Relationship Id="rId714" Type="http://schemas.openxmlformats.org/officeDocument/2006/relationships/slide" Target="slides/slide713.xml"/><Relationship Id="rId921" Type="http://schemas.openxmlformats.org/officeDocument/2006/relationships/slide" Target="slides/slide920.xml"/><Relationship Id="rId50" Type="http://schemas.openxmlformats.org/officeDocument/2006/relationships/slide" Target="slides/slide49.xml"/><Relationship Id="rId146" Type="http://schemas.openxmlformats.org/officeDocument/2006/relationships/slide" Target="slides/slide145.xml"/><Relationship Id="rId353" Type="http://schemas.openxmlformats.org/officeDocument/2006/relationships/slide" Target="slides/slide352.xml"/><Relationship Id="rId560" Type="http://schemas.openxmlformats.org/officeDocument/2006/relationships/slide" Target="slides/slide559.xml"/><Relationship Id="rId798" Type="http://schemas.openxmlformats.org/officeDocument/2006/relationships/slide" Target="slides/slide797.xml"/><Relationship Id="rId213" Type="http://schemas.openxmlformats.org/officeDocument/2006/relationships/slide" Target="slides/slide212.xml"/><Relationship Id="rId420" Type="http://schemas.openxmlformats.org/officeDocument/2006/relationships/slide" Target="slides/slide419.xml"/><Relationship Id="rId658" Type="http://schemas.openxmlformats.org/officeDocument/2006/relationships/slide" Target="slides/slide657.xml"/><Relationship Id="rId865" Type="http://schemas.openxmlformats.org/officeDocument/2006/relationships/slide" Target="slides/slide864.xml"/><Relationship Id="rId1050" Type="http://schemas.openxmlformats.org/officeDocument/2006/relationships/slide" Target="slides/slide1049.xml"/><Relationship Id="rId297" Type="http://schemas.openxmlformats.org/officeDocument/2006/relationships/slide" Target="slides/slide296.xml"/><Relationship Id="rId518" Type="http://schemas.openxmlformats.org/officeDocument/2006/relationships/slide" Target="slides/slide517.xml"/><Relationship Id="rId725" Type="http://schemas.openxmlformats.org/officeDocument/2006/relationships/slide" Target="slides/slide724.xml"/><Relationship Id="rId932" Type="http://schemas.openxmlformats.org/officeDocument/2006/relationships/slide" Target="slides/slide931.xml"/><Relationship Id="rId157" Type="http://schemas.openxmlformats.org/officeDocument/2006/relationships/slide" Target="slides/slide156.xml"/><Relationship Id="rId364" Type="http://schemas.openxmlformats.org/officeDocument/2006/relationships/slide" Target="slides/slide363.xml"/><Relationship Id="rId1008" Type="http://schemas.openxmlformats.org/officeDocument/2006/relationships/slide" Target="slides/slide1007.xml"/><Relationship Id="rId61" Type="http://schemas.openxmlformats.org/officeDocument/2006/relationships/slide" Target="slides/slide60.xml"/><Relationship Id="rId571" Type="http://schemas.openxmlformats.org/officeDocument/2006/relationships/slide" Target="slides/slide570.xml"/><Relationship Id="rId669" Type="http://schemas.openxmlformats.org/officeDocument/2006/relationships/slide" Target="slides/slide668.xml"/><Relationship Id="rId876" Type="http://schemas.openxmlformats.org/officeDocument/2006/relationships/slide" Target="slides/slide875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431" Type="http://schemas.openxmlformats.org/officeDocument/2006/relationships/slide" Target="slides/slide430.xml"/><Relationship Id="rId529" Type="http://schemas.openxmlformats.org/officeDocument/2006/relationships/slide" Target="slides/slide528.xml"/><Relationship Id="rId736" Type="http://schemas.openxmlformats.org/officeDocument/2006/relationships/slide" Target="slides/slide735.xml"/><Relationship Id="rId1061" Type="http://schemas.openxmlformats.org/officeDocument/2006/relationships/slide" Target="slides/slide1060.xml"/><Relationship Id="rId168" Type="http://schemas.openxmlformats.org/officeDocument/2006/relationships/slide" Target="slides/slide167.xml"/><Relationship Id="rId943" Type="http://schemas.openxmlformats.org/officeDocument/2006/relationships/slide" Target="slides/slide942.xml"/><Relationship Id="rId1019" Type="http://schemas.openxmlformats.org/officeDocument/2006/relationships/slide" Target="slides/slide1018.xml"/><Relationship Id="rId72" Type="http://schemas.openxmlformats.org/officeDocument/2006/relationships/slide" Target="slides/slide71.xml"/><Relationship Id="rId375" Type="http://schemas.openxmlformats.org/officeDocument/2006/relationships/slide" Target="slides/slide374.xml"/><Relationship Id="rId582" Type="http://schemas.openxmlformats.org/officeDocument/2006/relationships/slide" Target="slides/slide581.xml"/><Relationship Id="rId803" Type="http://schemas.openxmlformats.org/officeDocument/2006/relationships/slide" Target="slides/slide802.xml"/><Relationship Id="rId3" Type="http://schemas.openxmlformats.org/officeDocument/2006/relationships/slide" Target="slides/slide2.xml"/><Relationship Id="rId235" Type="http://schemas.openxmlformats.org/officeDocument/2006/relationships/slide" Target="slides/slide234.xml"/><Relationship Id="rId442" Type="http://schemas.openxmlformats.org/officeDocument/2006/relationships/slide" Target="slides/slide441.xml"/><Relationship Id="rId887" Type="http://schemas.openxmlformats.org/officeDocument/2006/relationships/slide" Target="slides/slide886.xml"/><Relationship Id="rId302" Type="http://schemas.openxmlformats.org/officeDocument/2006/relationships/slide" Target="slides/slide301.xml"/><Relationship Id="rId747" Type="http://schemas.openxmlformats.org/officeDocument/2006/relationships/slide" Target="slides/slide746.xml"/><Relationship Id="rId954" Type="http://schemas.openxmlformats.org/officeDocument/2006/relationships/slide" Target="slides/slide953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86" Type="http://schemas.openxmlformats.org/officeDocument/2006/relationships/slide" Target="slides/slide385.xml"/><Relationship Id="rId593" Type="http://schemas.openxmlformats.org/officeDocument/2006/relationships/slide" Target="slides/slide592.xml"/><Relationship Id="rId607" Type="http://schemas.openxmlformats.org/officeDocument/2006/relationships/slide" Target="slides/slide606.xml"/><Relationship Id="rId814" Type="http://schemas.openxmlformats.org/officeDocument/2006/relationships/slide" Target="slides/slide813.xml"/><Relationship Id="rId246" Type="http://schemas.openxmlformats.org/officeDocument/2006/relationships/slide" Target="slides/slide245.xml"/><Relationship Id="rId453" Type="http://schemas.openxmlformats.org/officeDocument/2006/relationships/slide" Target="slides/slide452.xml"/><Relationship Id="rId660" Type="http://schemas.openxmlformats.org/officeDocument/2006/relationships/slide" Target="slides/slide659.xml"/><Relationship Id="rId898" Type="http://schemas.openxmlformats.org/officeDocument/2006/relationships/slide" Target="slides/slide897.xml"/><Relationship Id="rId106" Type="http://schemas.openxmlformats.org/officeDocument/2006/relationships/slide" Target="slides/slide105.xml"/><Relationship Id="rId313" Type="http://schemas.openxmlformats.org/officeDocument/2006/relationships/slide" Target="slides/slide312.xml"/><Relationship Id="rId758" Type="http://schemas.openxmlformats.org/officeDocument/2006/relationships/slide" Target="slides/slide757.xml"/><Relationship Id="rId965" Type="http://schemas.openxmlformats.org/officeDocument/2006/relationships/slide" Target="slides/slide964.xml"/><Relationship Id="rId10" Type="http://schemas.openxmlformats.org/officeDocument/2006/relationships/slide" Target="slides/slide9.xml"/><Relationship Id="rId94" Type="http://schemas.openxmlformats.org/officeDocument/2006/relationships/slide" Target="slides/slide93.xml"/><Relationship Id="rId397" Type="http://schemas.openxmlformats.org/officeDocument/2006/relationships/slide" Target="slides/slide396.xml"/><Relationship Id="rId520" Type="http://schemas.openxmlformats.org/officeDocument/2006/relationships/slide" Target="slides/slide519.xml"/><Relationship Id="rId618" Type="http://schemas.openxmlformats.org/officeDocument/2006/relationships/slide" Target="slides/slide617.xml"/><Relationship Id="rId825" Type="http://schemas.openxmlformats.org/officeDocument/2006/relationships/slide" Target="slides/slide824.xml"/><Relationship Id="rId257" Type="http://schemas.openxmlformats.org/officeDocument/2006/relationships/slide" Target="slides/slide256.xml"/><Relationship Id="rId464" Type="http://schemas.openxmlformats.org/officeDocument/2006/relationships/slide" Target="slides/slide463.xml"/><Relationship Id="rId1010" Type="http://schemas.openxmlformats.org/officeDocument/2006/relationships/slide" Target="slides/slide1009.xml"/><Relationship Id="rId117" Type="http://schemas.openxmlformats.org/officeDocument/2006/relationships/slide" Target="slides/slide116.xml"/><Relationship Id="rId671" Type="http://schemas.openxmlformats.org/officeDocument/2006/relationships/slide" Target="slides/slide670.xml"/><Relationship Id="rId769" Type="http://schemas.openxmlformats.org/officeDocument/2006/relationships/slide" Target="slides/slide768.xml"/><Relationship Id="rId976" Type="http://schemas.openxmlformats.org/officeDocument/2006/relationships/slide" Target="slides/slide975.xml"/><Relationship Id="rId324" Type="http://schemas.openxmlformats.org/officeDocument/2006/relationships/slide" Target="slides/slide323.xml"/><Relationship Id="rId531" Type="http://schemas.openxmlformats.org/officeDocument/2006/relationships/slide" Target="slides/slide530.xml"/><Relationship Id="rId629" Type="http://schemas.openxmlformats.org/officeDocument/2006/relationships/slide" Target="slides/slide628.xml"/><Relationship Id="rId836" Type="http://schemas.openxmlformats.org/officeDocument/2006/relationships/slide" Target="slides/slide835.xml"/><Relationship Id="rId1021" Type="http://schemas.openxmlformats.org/officeDocument/2006/relationships/slide" Target="slides/slide1020.xml"/><Relationship Id="rId903" Type="http://schemas.openxmlformats.org/officeDocument/2006/relationships/slide" Target="slides/slide902.xml"/><Relationship Id="rId32" Type="http://schemas.openxmlformats.org/officeDocument/2006/relationships/slide" Target="slides/slide31.xml"/><Relationship Id="rId181" Type="http://schemas.openxmlformats.org/officeDocument/2006/relationships/slide" Target="slides/slide180.xml"/><Relationship Id="rId279" Type="http://schemas.openxmlformats.org/officeDocument/2006/relationships/slide" Target="slides/slide278.xml"/><Relationship Id="rId486" Type="http://schemas.openxmlformats.org/officeDocument/2006/relationships/slide" Target="slides/slide485.xml"/><Relationship Id="rId693" Type="http://schemas.openxmlformats.org/officeDocument/2006/relationships/slide" Target="slides/slide692.xml"/><Relationship Id="rId139" Type="http://schemas.openxmlformats.org/officeDocument/2006/relationships/slide" Target="slides/slide138.xml"/><Relationship Id="rId346" Type="http://schemas.openxmlformats.org/officeDocument/2006/relationships/slide" Target="slides/slide345.xml"/><Relationship Id="rId553" Type="http://schemas.openxmlformats.org/officeDocument/2006/relationships/slide" Target="slides/slide552.xml"/><Relationship Id="rId760" Type="http://schemas.openxmlformats.org/officeDocument/2006/relationships/slide" Target="slides/slide759.xml"/><Relationship Id="rId998" Type="http://schemas.openxmlformats.org/officeDocument/2006/relationships/slide" Target="slides/slide997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858" Type="http://schemas.openxmlformats.org/officeDocument/2006/relationships/slide" Target="slides/slide857.xml"/><Relationship Id="rId1043" Type="http://schemas.openxmlformats.org/officeDocument/2006/relationships/slide" Target="slides/slide1042.xml"/><Relationship Id="rId620" Type="http://schemas.openxmlformats.org/officeDocument/2006/relationships/slide" Target="slides/slide619.xml"/><Relationship Id="rId718" Type="http://schemas.openxmlformats.org/officeDocument/2006/relationships/slide" Target="slides/slide717.xml"/><Relationship Id="rId925" Type="http://schemas.openxmlformats.org/officeDocument/2006/relationships/slide" Target="slides/slide92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F9D2E-D4E5-4EEB-9CE5-8B64E6947C42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3F01C-FC01-423F-B1E7-C20E185B12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042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https://www.vitaminac.pt/a-festa-da-musica-2/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3F01C-FC01-423F-B1E7-C20E185B127D}" type="slidenum">
              <a:rPr lang="pt-PT" smtClean="0"/>
              <a:t>5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77894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https://www.youtube.com/watch?v=WjEBNwyKG0Y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3F01C-FC01-423F-B1E7-C20E185B127D}" type="slidenum">
              <a:rPr lang="pt-PT" smtClean="0"/>
              <a:t>10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57091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http://aveiro.cne-escutismo.pt/mariamar-acreditar/media/musicas/01_acreditar.mp3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3F01C-FC01-423F-B1E7-C20E185B127D}" type="slidenum">
              <a:rPr lang="pt-PT" smtClean="0"/>
              <a:t>23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0884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Na </a:t>
            </a:r>
            <a:r>
              <a:rPr lang="pt-PT" dirty="0" err="1"/>
              <a:t>dropbox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3F01C-FC01-423F-B1E7-C20E185B127D}" type="slidenum">
              <a:rPr lang="pt-PT" smtClean="0"/>
              <a:t>502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738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https://www.letras.com/andre-thiago-arrais/nunca-mais/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3F01C-FC01-423F-B1E7-C20E185B127D}" type="slidenum">
              <a:rPr lang="pt-PT" smtClean="0"/>
              <a:t>543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7245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3F01C-FC01-423F-B1E7-C20E185B127D}" type="slidenum">
              <a:rPr lang="pt-PT" smtClean="0"/>
              <a:t>790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0787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5794B-E8CB-4937-8E09-D61671DD20E0}" type="slidenum">
              <a:rPr lang="pt-PT" smtClean="0"/>
              <a:t>834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3657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5794B-E8CB-4937-8E09-D61671DD20E0}" type="slidenum">
              <a:rPr lang="pt-PT" smtClean="0"/>
              <a:t>836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12453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5794B-E8CB-4937-8E09-D61671DD20E0}" type="slidenum">
              <a:rPr lang="pt-PT" smtClean="0"/>
              <a:t>838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7834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5794B-E8CB-4937-8E09-D61671DD20E0}" type="slidenum">
              <a:rPr lang="pt-PT" smtClean="0"/>
              <a:t>840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5723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https://cantaecaminha.pt/index.php/canticos/19-vinde-louvar-o-senhor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3F01C-FC01-423F-B1E7-C20E185B127D}" type="slidenum">
              <a:rPr lang="pt-PT" smtClean="0"/>
              <a:t>936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167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https://vitaminac.pt/aleluia16-a-palavra-e-deus-em-nos/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3F01C-FC01-423F-B1E7-C20E185B127D}" type="slidenum">
              <a:rPr lang="pt-PT" smtClean="0"/>
              <a:t>1001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635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2898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307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559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60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764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612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607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81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729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976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5368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9AB87-6D67-4AD0-BA42-0CDDA396943B}" type="datetimeFigureOut">
              <a:rPr lang="pt-PT" smtClean="0"/>
              <a:t>28/12/2025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0479E-6FC6-432A-8C63-E261C983536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4924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0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Imagem 2" descr="Uma imagem com texto&#10;&#10;Descrição gerada automaticamente">
            <a:extLst>
              <a:ext uri="{FF2B5EF4-FFF2-40B4-BE49-F238E27FC236}">
                <a16:creationId xmlns:a16="http://schemas.microsoft.com/office/drawing/2014/main" id="{A97C292C-4D4A-42F6-8D36-B6E2D9A7A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94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4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 descr="Uma imagem com texto&#10;&#10;Descrição gerada automaticamente">
            <a:extLst>
              <a:ext uri="{FF2B5EF4-FFF2-40B4-BE49-F238E27FC236}">
                <a16:creationId xmlns:a16="http://schemas.microsoft.com/office/drawing/2014/main" id="{5E5D6482-7D02-4B99-B4A7-ABDFF8ECC5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" b="-2"/>
          <a:stretch/>
        </p:blipFill>
        <p:spPr>
          <a:xfrm>
            <a:off x="20" y="10"/>
            <a:ext cx="9143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89158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890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291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 festa da música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0772"/>
            <a:ext cx="9233807" cy="5024314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Sentei-me ali à espera, de um abraço doce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de um som que estava a chegar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trazia o terno cheiro, de notas tão soltas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as pautas que queriam cantar</a:t>
            </a: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28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912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Hoje eu vou celebrar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a festa da música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sentado ali ao pé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Hoje eu vou embalar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na festa da música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só quero que fiques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só quero que fiques aqui</a:t>
            </a: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88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29696"/>
            <a:ext cx="9233807" cy="6586924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Sentei-me ali à espera, à espera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para aprender a cantar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em livros em histórias, de um velho jardim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onde hoje me venho plantar...</a:t>
            </a:r>
            <a:endParaRPr lang="pt-PT" sz="8700" b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9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912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Hoje eu vou celebrar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a festa da música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sentado ali ao pé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Hoje eu vou embalar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na festa da música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só quero que fiques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só quero que fiques aqui</a:t>
            </a: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5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688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291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 minh’alma descansa em paz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0772"/>
            <a:ext cx="9233807" cy="5024314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8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 minh’alma descansa em paz, no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Que é fonte de salvação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Sim, só em Deus descansa a minha alma: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Nele encontra a paz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60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E2CB4-52C4-C0AB-2D0B-AD3A430C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885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 ti meu Deus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1270"/>
            <a:ext cx="9233807" cy="43630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B2AFEC1C-BD5A-D760-0156-C5C83BCFEBEF}"/>
              </a:ext>
            </a:extLst>
          </p:cNvPr>
          <p:cNvSpPr txBox="1">
            <a:spLocks/>
          </p:cNvSpPr>
          <p:nvPr/>
        </p:nvSpPr>
        <p:spPr>
          <a:xfrm>
            <a:off x="0" y="1672895"/>
            <a:ext cx="9144000" cy="4363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 ti meu Deus, elevo o meu coração</a:t>
            </a: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Elevo as minhas mãos, meu olhar, minha voz.</a:t>
            </a: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 ti meu Deus, eu quero oferecer</a:t>
            </a: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PT" sz="4800" dirty="0">
                <a:latin typeface="Abadi Extra Light" panose="020B0204020104020204" pitchFamily="34" charset="0"/>
              </a:rPr>
              <a:t>Meus passos e meu viver,</a:t>
            </a: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PT" sz="4800" dirty="0">
                <a:latin typeface="Abadi Extra Light" panose="020B0204020104020204" pitchFamily="34" charset="0"/>
              </a:rPr>
              <a:t>Meus caminhos, meu sofrer.</a:t>
            </a:r>
          </a:p>
        </p:txBody>
      </p:sp>
    </p:spTree>
    <p:extLst>
      <p:ext uri="{BB962C8B-B14F-4D97-AF65-F5344CB8AC3E}">
        <p14:creationId xmlns:p14="http://schemas.microsoft.com/office/powerpoint/2010/main" val="155467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85CC0-DFFB-5D1E-0922-697586809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8E37ABB-DAC7-7939-5631-F83175E1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32" y="-32950"/>
            <a:ext cx="8550875" cy="6845642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A tua ternura Senhor,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vem abraçar-me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a tua bondade infinita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vem perdoar-me.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Vou ser o teu seguidor,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 e dar-te o meu coração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Eu quero sentir o calor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 das tuas mãos.</a:t>
            </a:r>
          </a:p>
        </p:txBody>
      </p:sp>
    </p:spTree>
    <p:extLst>
      <p:ext uri="{BB962C8B-B14F-4D97-AF65-F5344CB8AC3E}">
        <p14:creationId xmlns:p14="http://schemas.microsoft.com/office/powerpoint/2010/main" val="3120313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112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291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 Ti Senhor meu Deus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3686"/>
            <a:ext cx="9233807" cy="4363006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 Ti Senhor meu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 Ti Senhor meu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Te dou tudo o que sou,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 Ti tudo te dou.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57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637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 treze de maio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529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treze de maio na cova da Iria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Apareceu brilhando a Virgem Maria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  <a:endParaRPr lang="pt-PT" sz="128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750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3717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Virgem Maria cercada de Luz,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Nossa Mãe bendita e Mãe de Jesus.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  <a:endParaRPr lang="pt-PT" sz="128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355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63595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Foi aos pastorinhos que a Virgem falou,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Desde então, nas almas, nova luz brilhou!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  <a:endParaRPr lang="pt-PT" sz="128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254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385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 doces palavras mandou-nos rezar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Virgem Maria para nos salvar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  <a:endParaRPr lang="pt-PT" sz="128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888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385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Disse que a pureza agrada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Disse que luxúria ao fogo conduz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Avé, Avé, Avé Maria</a:t>
            </a:r>
            <a:endParaRPr lang="pt-PT" sz="128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312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083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291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Acreditar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48723"/>
            <a:ext cx="9233807" cy="5024314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Vem amigo vai começar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Hoje o palco é teu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É a vida a reclamar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O tempo que se perdeu…</a:t>
            </a:r>
            <a:endParaRPr lang="pt-PT" sz="8700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986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2382"/>
            <a:ext cx="9233807" cy="604623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Se hoje é desafinado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Que importa? O som é teu…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Vem cantar, vem dançar,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Qualquer coisa há-de bastar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És teu céu dentro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Só tens de te acreditar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605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15504"/>
            <a:ext cx="9233807" cy="604623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Vem sorrir, inventar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Ser feliz só porque 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Ter palavra, ser bondade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E ter o “céu no olhar”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0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832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33308"/>
            <a:ext cx="9233807" cy="642469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Vem em tempo, contratempo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Levanta os pés do chão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Perde, encontra, chora a ri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Hoje faz mais de ti...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277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2382"/>
            <a:ext cx="9233807" cy="604623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Se hoje é desafinado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Que importa? O som é teu…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Vem cantar, vem dançar,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Qualquer coisa há-de bastar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És teu céu dentro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Só tens de te acreditar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748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15504"/>
            <a:ext cx="9233807" cy="604623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Vem sorrir, inventar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Ser feliz só porque 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Ter palavra, ser bondade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E ter o “céu no olhar”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0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894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00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291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Adeste Fideles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0772"/>
            <a:ext cx="9233807" cy="5024314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Adeste fideles laeti triumphantes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venite, venite in Bethlehem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dirty="0">
                <a:latin typeface="Abadi Extra Light" panose="020B0204020104020204" pitchFamily="34" charset="0"/>
                <a:cs typeface="Calibri" panose="020F0502020204030204" pitchFamily="34" charset="0"/>
              </a:rPr>
              <a:t>Natum videte regen angelorun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800" dirty="0">
              <a:latin typeface="Abadi Extra Light" panose="020B020402010402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8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Venite adoremus, venite adoremus</a:t>
            </a:r>
            <a:br>
              <a:rPr lang="pt-PT" sz="14800" b="1" i="1" dirty="0">
                <a:latin typeface="Abadi Extra Light" panose="020B0204020104020204" pitchFamily="34" charset="0"/>
                <a:cs typeface="Calibri" panose="020F0502020204030204" pitchFamily="34" charset="0"/>
              </a:rPr>
            </a:br>
            <a:r>
              <a:rPr lang="pt-PT" sz="148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venite adoremus dominum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286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 grege relicto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humildes adcunas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vocati pastores approperant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et nos avanti gradu festinemus</a:t>
            </a:r>
            <a:br>
              <a:rPr lang="pt-PT" sz="21600" dirty="0">
                <a:latin typeface="Abadi Extra Light" panose="020B0204020104020204" pitchFamily="34" charset="0"/>
              </a:rPr>
            </a:b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Venite adoremus, venite adoremus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venite adoremus dominum</a:t>
            </a:r>
            <a:br>
              <a:rPr lang="pt-PT" sz="17600" b="1" i="1" dirty="0">
                <a:latin typeface="Abadi Extra Light" panose="020B0204020104020204" pitchFamily="34" charset="0"/>
              </a:rPr>
            </a:br>
            <a:endParaRPr lang="pt-PT" sz="17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i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8928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658692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Aeterni parentis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splenderem aeternum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velatum sub cerne videmus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Deum infantem panis involutum</a:t>
            </a:r>
            <a:br>
              <a:rPr lang="pt-PT" sz="21600" dirty="0">
                <a:latin typeface="Abadi Extra Light" panose="020B0204020104020204" pitchFamily="34" charset="0"/>
              </a:rPr>
            </a:b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Venite adoremus, venite adoremus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venite adoremus dominum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endParaRPr lang="pt-PT" sz="21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185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553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291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Adorasmus te o Christe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3686"/>
            <a:ext cx="9233807" cy="436300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Oh, oh, oh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Adorasmus te, o Christe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902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453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Alegria de Viver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529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Sinto em mim qualquer coisa de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Sinto que posso ser um pouco melhor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Gaivotas perdidas voando no 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Num horizonte onde quero nadar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277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300" dirty="0">
                <a:latin typeface="Abadi Extra Light" panose="020B0204020104020204" pitchFamily="34" charset="0"/>
              </a:rPr>
              <a:t>Deus me criou para amar</a:t>
            </a:r>
            <a:br>
              <a:rPr lang="pt-PT" sz="20300" dirty="0">
                <a:latin typeface="Abadi Extra Light" panose="020B0204020104020204" pitchFamily="34" charset="0"/>
              </a:rPr>
            </a:br>
            <a:r>
              <a:rPr lang="pt-PT" sz="20300" dirty="0">
                <a:latin typeface="Abadi Extra Light" panose="020B0204020104020204" pitchFamily="34" charset="0"/>
              </a:rPr>
              <a:t>E tenho presente na mente</a:t>
            </a:r>
            <a:br>
              <a:rPr lang="pt-PT" sz="20300" dirty="0">
                <a:latin typeface="Abadi Extra Light" panose="020B0204020104020204" pitchFamily="34" charset="0"/>
              </a:rPr>
            </a:br>
            <a:r>
              <a:rPr lang="pt-PT" sz="20300" dirty="0">
                <a:latin typeface="Abadi Extra Light" panose="020B0204020104020204" pitchFamily="34" charset="0"/>
              </a:rPr>
              <a:t>Que a vida é uma semente</a:t>
            </a:r>
            <a:br>
              <a:rPr lang="pt-PT" sz="20300" dirty="0">
                <a:latin typeface="Abadi Extra Light" panose="020B0204020104020204" pitchFamily="34" charset="0"/>
              </a:rPr>
            </a:br>
            <a:r>
              <a:rPr lang="pt-PT" sz="20300" dirty="0">
                <a:latin typeface="Abadi Extra Light" panose="020B0204020104020204" pitchFamily="34" charset="0"/>
              </a:rPr>
              <a:t>Que é preciso semear…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1100" b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3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43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961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Creio na alegria de viver.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Sinto que o Senhor me enviou.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Quero ser anunciador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Dessa paz que Cristo ensinou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E no meio da guerra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A minha arma é o AMOR!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800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878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Busco o silencio no pôr-do-sol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Luz que se esconde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Mas não deixa der ser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Contornos finos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Do sorriso de uma criança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Trago-os firmes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No espelho da lembrança</a:t>
            </a:r>
            <a:endParaRPr lang="pt-PT" sz="11200" b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2262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52885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Diz-me ó luz porque te apagas assim</a:t>
            </a:r>
            <a:br>
              <a:rPr lang="pt-PT" sz="4400" dirty="0">
                <a:latin typeface="Abadi Extra Light" panose="020B0204020104020204" pitchFamily="34" charset="0"/>
              </a:rPr>
            </a:br>
            <a:r>
              <a:rPr lang="pt-PT" sz="4400" dirty="0">
                <a:latin typeface="Abadi Extra Light" panose="020B0204020104020204" pitchFamily="34" charset="0"/>
              </a:rPr>
              <a:t>Vem de novo, renasce, e brilha em mim</a:t>
            </a:r>
            <a:br>
              <a:rPr lang="pt-PT" sz="4400" dirty="0">
                <a:latin typeface="Abadi Extra Light" panose="020B0204020104020204" pitchFamily="34" charset="0"/>
              </a:rPr>
            </a:br>
            <a:r>
              <a:rPr lang="pt-PT" sz="4400" dirty="0">
                <a:latin typeface="Abadi Extra Light" panose="020B0204020104020204" pitchFamily="34" charset="0"/>
              </a:rPr>
              <a:t>Que és a Paz que desfaz as trevas</a:t>
            </a:r>
            <a:br>
              <a:rPr lang="pt-PT" sz="4400" dirty="0">
                <a:latin typeface="Abadi Extra Light" panose="020B0204020104020204" pitchFamily="34" charset="0"/>
              </a:rPr>
            </a:br>
            <a:r>
              <a:rPr lang="pt-PT" sz="4400" dirty="0">
                <a:latin typeface="Abadi Extra Light" panose="020B0204020104020204" pitchFamily="34" charset="0"/>
              </a:rPr>
              <a:t>E me chamas a responder sim!</a:t>
            </a:r>
            <a:endParaRPr lang="pt-PT" sz="8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072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137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Creio na alegria de viver.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Sinto que o Senhor me enviou.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Quero ser anunciador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Dessa paz que Cristo ensinou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E no meio da guerra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A minha arma é o AMOR!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i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961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9446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Alegria de ser jovem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43075"/>
            <a:ext cx="9144000" cy="511492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 meu caminho quis cruzar o teu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Quis conhecer-te, tudo quem tu és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eu nem te sei dizer,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Nem te sei explicar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 que sinto quando me vens abraçar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1129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162050"/>
            <a:ext cx="9233807" cy="402642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i="1" dirty="0">
                <a:latin typeface="Abadi Extra Light" panose="020B0204020104020204" pitchFamily="34" charset="0"/>
              </a:rPr>
              <a:t>Então vem, canta comigo, que há tanto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i="1" dirty="0">
                <a:latin typeface="Abadi Extra Light" panose="020B0204020104020204" pitchFamily="34" charset="0"/>
              </a:rPr>
              <a:t>A bater forte no peito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i="1" dirty="0">
                <a:latin typeface="Abadi Extra Light" panose="020B0204020104020204" pitchFamily="34" charset="0"/>
              </a:rPr>
              <a:t>Faz-me levantar…</a:t>
            </a:r>
            <a:endParaRPr lang="pt-PT" sz="16000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651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5250"/>
            <a:ext cx="9233807" cy="5093222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 a alegria de ser  jovem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Dar o Sim de Maria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 ir… com pressa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Pelo mundo levar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A Tua palavra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Numa missão de amor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Que começa... Agora</a:t>
            </a:r>
            <a:endParaRPr lang="pt-PT" sz="5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091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"/>
            <a:ext cx="9144000" cy="5036072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00" dirty="0">
                <a:latin typeface="Abadi Extra Light" panose="020B0204020104020204" pitchFamily="34" charset="0"/>
              </a:rPr>
              <a:t>Well there were times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600" dirty="0">
                <a:latin typeface="Abadi Extra Light" panose="020B0204020104020204" pitchFamily="34" charset="0"/>
              </a:rPr>
              <a:t>I found myself at home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600" dirty="0">
                <a:latin typeface="Abadi Extra Light" panose="020B0204020104020204" pitchFamily="34" charset="0"/>
              </a:rPr>
              <a:t>Waiting for changes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600" dirty="0">
                <a:latin typeface="Abadi Extra Light" panose="020B0204020104020204" pitchFamily="34" charset="0"/>
              </a:rPr>
              <a:t>to happen on their own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600" dirty="0">
                <a:latin typeface="Abadi Extra Light" panose="020B0204020104020204" pitchFamily="34" charset="0"/>
              </a:rPr>
              <a:t>But I heard His calling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600" dirty="0">
                <a:latin typeface="Abadi Extra Light" panose="020B0204020104020204" pitchFamily="34" charset="0"/>
              </a:rPr>
              <a:t>Have you heard it too?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600" dirty="0">
                <a:latin typeface="Abadi Extra Light" panose="020B0204020104020204" pitchFamily="34" charset="0"/>
              </a:rPr>
              <a:t>Don’t shut yourself away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600" dirty="0">
                <a:latin typeface="Abadi Extra Light" panose="020B0204020104020204" pitchFamily="34" charset="0"/>
              </a:rPr>
              <a:t>If there’s a will, there’s a way</a:t>
            </a:r>
            <a:endParaRPr lang="pt-PT" sz="46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869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162050"/>
            <a:ext cx="8229600" cy="4026422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s-ES" sz="5400" i="1" dirty="0">
                <a:latin typeface="Abadi Extra Light" panose="020B0204020104020204" pitchFamily="34" charset="0"/>
              </a:rPr>
              <a:t>Así que ven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s-ES" sz="5400" i="1" dirty="0">
                <a:latin typeface="Abadi Extra Light" panose="020B0204020104020204" pitchFamily="34" charset="0"/>
              </a:rPr>
              <a:t>Canta conmigo, que hay tanto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s-ES" sz="5400" i="1" dirty="0">
                <a:latin typeface="Abadi Extra Light" panose="020B0204020104020204" pitchFamily="34" charset="0"/>
              </a:rPr>
              <a:t>Latiendo fuerte en el pecho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s-ES" sz="5400" i="1" dirty="0">
                <a:latin typeface="Abadi Extra Light" panose="020B0204020104020204" pitchFamily="34" charset="0"/>
              </a:rPr>
              <a:t>Hazme levantar</a:t>
            </a:r>
            <a:endParaRPr lang="pt-PT" sz="5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9026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5250"/>
            <a:ext cx="9233807" cy="5093222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 a alegria de ser  jovem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Dar o Sim de Maria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 ir… com pressa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Pelo mundo levar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A Tua palavra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Numa missão de amor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Que começa... Agora</a:t>
            </a:r>
            <a:endParaRPr lang="pt-PT" sz="5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1783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8570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291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Aleluia, já nasceu o Salvador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3686"/>
            <a:ext cx="9233807" cy="4363006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Já nasceu o Salvador.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Adorai o Redentor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6922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71075"/>
            <a:ext cx="9233807" cy="7142447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Escutai, amigos, a feliz notícia: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Hoje em Belém de Judá, nasceu p’ra nós o Salvador</a:t>
            </a:r>
            <a:endParaRPr lang="pt-PT" sz="27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114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24217"/>
            <a:ext cx="9233807" cy="500956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Já nasceu o Salvador.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Adorai o Redentor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7249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08727"/>
            <a:ext cx="9233807" cy="7142447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Escutai, amigos, a feliz notícia: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Glória a Deus nas alturas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cá na terra aos homens, paz.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1084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24217"/>
            <a:ext cx="9233807" cy="500956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Já nasceu o Salvador.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Adorai o Redentor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1713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8814"/>
            <a:ext cx="9233807" cy="7142447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Escutai, amigos, a feliz notícia: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Deus enviou o Seu Filho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Jesus Cristo Salvador.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1673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24217"/>
            <a:ext cx="9233807" cy="500956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Já nasceu o Salvador.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700" b="1" i="1" dirty="0">
                <a:latin typeface="Abadi Extra Light" panose="020B0204020104020204" pitchFamily="34" charset="0"/>
                <a:cs typeface="Calibri" panose="020F0502020204030204" pitchFamily="34" charset="0"/>
              </a:rPr>
              <a:t>Adorai o Redentor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2304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5602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Ando à procura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3686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Ando à procura de Ti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Pelos caminhos vazios da vida.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À noite escura dos sem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Vem ó Senhor dar luz e vida</a:t>
            </a:r>
            <a:r>
              <a:rPr lang="pt-PT" sz="12800" b="1" i="1" dirty="0">
                <a:solidFill>
                  <a:schemeClr val="bg1">
                    <a:lumMod val="95000"/>
                  </a:schemeClr>
                </a:solidFill>
                <a:latin typeface="Abadi Extra Light" panose="020B0204020104020204" pitchFamily="34" charset="0"/>
              </a:rPr>
              <a:t>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6240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7107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Deus amou tanto o Seu povo,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o mundo que criou.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nos deu Seu próprio Filho,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Foi morto ressuscitou.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Dando a vida pelos homens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Por eles morreu na cruz.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Mas ficou Seu grande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Abriu caminhos de luz.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8303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Ando à procura de Ti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Pelos caminhos vazios da vida.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À noite escura dos sem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Vem ó Senhor dar luz e vida.</a:t>
            </a:r>
            <a:r>
              <a:rPr lang="pt-PT" sz="20400" b="1" i="1" dirty="0">
                <a:solidFill>
                  <a:schemeClr val="bg1">
                    <a:lumMod val="95000"/>
                  </a:schemeClr>
                </a:solidFill>
                <a:latin typeface="Abadi Extra Light" panose="020B0204020104020204" pitchFamily="34" charset="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6582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039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Teus caminhos estão vazios,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 desalento é profundo.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há paz entres os teus filhos,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Há falta de amor no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Aceita porém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Nossa fé, nossa esperança.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Caminhamos para Ti,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Com amor e confiança.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1137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Ando à procura de Ti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Pelos caminhos vazios da vida.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À noite escura dos sem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400" b="1" i="1" dirty="0">
                <a:latin typeface="Abadi Extra Light" panose="020B0204020104020204" pitchFamily="34" charset="0"/>
              </a:rPr>
              <a:t>Vem ó Senhor dar luz e vida.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7804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0090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Aprendiz de Viajante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529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Tive um sonho e quando acordei,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Viajei no tempo e desejei: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Entregar-Te 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Estender a taça toda a transbordar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Cantei!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6271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Ir mais além,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Subindo as estrelas do céu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Descendo ao fundo da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Só Contigo eu vou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Embalado nos Teus passos vou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Abandonado em teus abraços sou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Um aprendiz de viajante e até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Me perco em Ti.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0443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Deixei-Te à porta mas quando voltei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Vi que esperavas e desejei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entregar-Te 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Estender a taça toda a transbordar, cantei!</a:t>
            </a:r>
            <a:endParaRPr lang="pt-PT" sz="48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5396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Ir mais além,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Subindo as estrelas do céu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Descendo ao fundo da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Só Contigo eu vou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Embalado nos Teus passos vou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Abandonado em teus abraços sou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Um aprendiz de viajante e até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Me perco em Ti.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9834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4936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Tentei atalhos em que me afastei,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Mas tu chamaste e eu desejei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entregar-Te 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Estender a taça toda a transbordar, cantei!</a:t>
            </a:r>
            <a:endParaRPr lang="pt-PT" sz="7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232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Ir mais além,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Subindo as estrelas do céu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Descendo ao fundo da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Só Contigo eu vou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Embalado nos Teus passos vou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Abandonado em teus abraços sou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Um aprendiz de viajante e até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Me perco em Ti.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0429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98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600" dirty="0">
                <a:latin typeface="Abadi Extra Light" panose="020B0204020104020204" pitchFamily="34" charset="0"/>
              </a:rPr>
              <a:t>E se algum dia me afastar de ti,</a:t>
            </a:r>
            <a:br>
              <a:rPr lang="pt-PT" sz="19600" dirty="0">
                <a:latin typeface="Abadi Extra Light" panose="020B0204020104020204" pitchFamily="34" charset="0"/>
              </a:rPr>
            </a:br>
            <a:r>
              <a:rPr lang="pt-PT" sz="19600" dirty="0">
                <a:latin typeface="Abadi Extra Light" panose="020B0204020104020204" pitchFamily="34" charset="0"/>
              </a:rPr>
              <a:t>E se algum dia me esquecer de nós,</a:t>
            </a:r>
            <a:br>
              <a:rPr lang="pt-PT" sz="19600" dirty="0">
                <a:latin typeface="Abadi Extra Light" panose="020B0204020104020204" pitchFamily="34" charset="0"/>
              </a:rPr>
            </a:br>
            <a:r>
              <a:rPr lang="pt-PT" sz="19600" dirty="0">
                <a:latin typeface="Abadi Extra Light" panose="020B0204020104020204" pitchFamily="34" charset="0"/>
              </a:rPr>
              <a:t>Vem procurar me onde eu estiver</a:t>
            </a:r>
            <a:br>
              <a:rPr lang="pt-PT" sz="19600" dirty="0">
                <a:latin typeface="Abadi Extra Light" panose="020B0204020104020204" pitchFamily="34" charset="0"/>
              </a:rPr>
            </a:br>
            <a:r>
              <a:rPr lang="pt-PT" sz="19600" dirty="0">
                <a:latin typeface="Abadi Extra Light" panose="020B0204020104020204" pitchFamily="34" charset="0"/>
              </a:rPr>
              <a:t>Não penses que eu sei ser sem ti,</a:t>
            </a:r>
            <a:br>
              <a:rPr lang="pt-PT" sz="19600" dirty="0">
                <a:latin typeface="Abadi Extra Light" panose="020B0204020104020204" pitchFamily="34" charset="0"/>
              </a:rPr>
            </a:br>
            <a:r>
              <a:rPr lang="pt-PT" sz="19600" dirty="0">
                <a:latin typeface="Abadi Extra Light" panose="020B0204020104020204" pitchFamily="34" charset="0"/>
              </a:rPr>
              <a:t>Sou apenas um aprendiz de Viajante</a:t>
            </a:r>
          </a:p>
          <a:p>
            <a:pPr marL="0" indent="0" algn="ctr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7254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6281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Aqui estou Deus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94314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Eu o Deus do céu e mar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Eu ouvi o Meu povo chorar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Todos aqueles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 estão na dor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Eu salvarei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2343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13880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Eu criei as estrelas do céu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O caminho alumiarei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Quem levará a minha luz?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Quem enviarei?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0609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3687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Aqui estou eu,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Para Ti Deus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Tua voz ouvi a chamar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E eu irei Deus, se guiares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Minhas mãos a ti servirão</a:t>
            </a:r>
            <a:endParaRPr lang="pt-PT" sz="12800" b="1" i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8330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13880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Eu o Deus da chuva e neve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Carreguei a vossa dor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Eu chorei pl’o vosso amor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Que me negais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3246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Quebrarei toda a pedra</a:t>
            </a:r>
            <a:br>
              <a:rPr lang="pt-PT" sz="24000" dirty="0">
                <a:latin typeface="Abadi Extra Light" panose="020B0204020104020204" pitchFamily="34" charset="0"/>
              </a:rPr>
            </a:br>
            <a:r>
              <a:rPr lang="pt-PT" sz="24000" dirty="0">
                <a:latin typeface="Abadi Extra Light" panose="020B0204020104020204" pitchFamily="34" charset="0"/>
              </a:rPr>
              <a:t>Que existe no coração</a:t>
            </a:r>
            <a:br>
              <a:rPr lang="pt-PT" sz="24000" dirty="0">
                <a:latin typeface="Abadi Extra Light" panose="020B0204020104020204" pitchFamily="34" charset="0"/>
              </a:rPr>
            </a:br>
            <a:r>
              <a:rPr lang="pt-PT" sz="24000" dirty="0">
                <a:latin typeface="Abadi Extra Light" panose="020B0204020104020204" pitchFamily="34" charset="0"/>
              </a:rPr>
              <a:t>Para que estes apenas vivam</a:t>
            </a:r>
            <a:br>
              <a:rPr lang="pt-PT" sz="24000" dirty="0">
                <a:latin typeface="Abadi Extra Light" panose="020B0204020104020204" pitchFamily="34" charset="0"/>
              </a:rPr>
            </a:br>
            <a:r>
              <a:rPr lang="pt-PT" sz="24000" dirty="0">
                <a:latin typeface="Abadi Extra Light" panose="020B0204020104020204" pitchFamily="34" charset="0"/>
              </a:rPr>
              <a:t>Para amar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5434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3687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Aqui estou eu,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Para Ti Deus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Tua voz ouvi a chamar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E eu irei Deus, se guiares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Minhas mãos a ti servirão</a:t>
            </a:r>
            <a:endParaRPr lang="pt-PT" sz="12800" b="1" i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4114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13880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Eu o Deus do fogo e ar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O pobre e o fraco aliviarei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Um banquete preparei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Para vos salvar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7985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O melhor pão eu darei</a:t>
            </a:r>
            <a:br>
              <a:rPr lang="pt-PT" sz="26400" dirty="0">
                <a:latin typeface="Abadi Extra Light" panose="020B0204020104020204" pitchFamily="34" charset="0"/>
              </a:rPr>
            </a:br>
            <a:r>
              <a:rPr lang="pt-PT" sz="26400" dirty="0">
                <a:latin typeface="Abadi Extra Light" panose="020B0204020104020204" pitchFamily="34" charset="0"/>
              </a:rPr>
              <a:t>Saciados ficareis</a:t>
            </a:r>
            <a:br>
              <a:rPr lang="pt-PT" sz="26400" dirty="0">
                <a:latin typeface="Abadi Extra Light" panose="020B0204020104020204" pitchFamily="34" charset="0"/>
              </a:rPr>
            </a:br>
            <a:r>
              <a:rPr lang="pt-PT" sz="26400" dirty="0">
                <a:latin typeface="Abadi Extra Light" panose="020B0204020104020204" pitchFamily="34" charset="0"/>
              </a:rPr>
              <a:t>Eu darei a Minha vida</a:t>
            </a:r>
            <a:br>
              <a:rPr lang="pt-PT" sz="26400" dirty="0">
                <a:latin typeface="Abadi Extra Light" panose="020B0204020104020204" pitchFamily="34" charset="0"/>
              </a:rPr>
            </a:br>
            <a:r>
              <a:rPr lang="pt-PT" sz="26400" dirty="0">
                <a:latin typeface="Abadi Extra Light" panose="020B0204020104020204" pitchFamily="34" charset="0"/>
              </a:rPr>
              <a:t>Quem enviarei?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6675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3687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Aqui estou eu,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Para Ti Deus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Tua voz ouvi a chamar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E eu irei Deus, se guiares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Minhas mãos a ti servirão</a:t>
            </a:r>
            <a:endParaRPr lang="pt-PT" sz="12800" b="1" i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9768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2788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Batiza-me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Batiza-me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Com o Teu espírito   (X3)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Batiza-me, batiza-me Senhor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 deixa-me sentir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Teu fogo de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Aqui, no coração, Senhor (X2)</a:t>
            </a:r>
          </a:p>
          <a:p>
            <a:pPr marL="0" indent="0" algn="ctr">
              <a:buNone/>
            </a:pPr>
            <a:endParaRPr lang="pt-PT" sz="36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2405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Converte-me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Com o Teu espírito   (X3)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Converte-me, converte-me Senhor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E deixa-me sentir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Teu fogo de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Aqui, no coração, Senhor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Transforma-me Senhor…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Ilumina-me Senhor…</a:t>
            </a:r>
          </a:p>
          <a:p>
            <a:pPr marL="0" indent="0" algn="ctr">
              <a:buNone/>
            </a:pPr>
            <a:endParaRPr lang="pt-PT" sz="36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8943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8389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Bendiz o Senhor (Bless the Lord, my soul)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94314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Bendiz o Senhor, louva o Seu Santo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Bendiz o Senhor, que à vida nos conduz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1030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2405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Bendizemos o teu nome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94314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Bendizemos o teu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Mãe do Céu, Virgem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Bendizemos à porfia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teu filho salvador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9821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75071"/>
            <a:ext cx="9233807" cy="5864313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800" b="1" i="1" dirty="0">
                <a:latin typeface="Abadi Extra Light" panose="020B0204020104020204" pitchFamily="34" charset="0"/>
              </a:rPr>
              <a:t>Aqui vimos, Mãe Querida, Consagrar-te o nosso Amor (x2)</a:t>
            </a:r>
            <a:endParaRPr lang="pt-PT" sz="9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1999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33488"/>
            <a:ext cx="9233807" cy="6624512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Esmagaste, ó Virgem santa,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Toda bela e imaculada,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 cabeça envenenada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Do dragão enganador.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836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75071"/>
            <a:ext cx="9233807" cy="5864313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800" b="1" i="1" dirty="0">
                <a:latin typeface="Abadi Extra Light" panose="020B0204020104020204" pitchFamily="34" charset="0"/>
              </a:rPr>
              <a:t>Aqui vimos, Mãe Querida, Consagrar-te o nosso Amor (x2)</a:t>
            </a:r>
            <a:endParaRPr lang="pt-PT" sz="9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9609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6443"/>
            <a:ext cx="9233807" cy="662451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Todo o mundo, ó Mãe bendita,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Cheio está das tuas glórias,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De perpétuas memórias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De teu nome e teu louvor.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3039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75071"/>
            <a:ext cx="9233807" cy="5864313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800" b="1" i="1" dirty="0">
                <a:latin typeface="Abadi Extra Light" panose="020B0204020104020204" pitchFamily="34" charset="0"/>
              </a:rPr>
              <a:t>Aqui vimos, Mãe Querida, Consagrar-te o nosso Amor (x2)</a:t>
            </a:r>
            <a:endParaRPr lang="pt-PT" sz="9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941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21978"/>
            <a:ext cx="9233807" cy="662451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Advogada poderosa,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O universo em ti confia,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Porque és Tu refúgio e guia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Para o justo e pecador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9830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75071"/>
            <a:ext cx="9233807" cy="5864313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800" b="1" i="1" dirty="0">
                <a:latin typeface="Abadi Extra Light" panose="020B0204020104020204" pitchFamily="34" charset="0"/>
              </a:rPr>
              <a:t>Aqui vimos, Mãe Querida, Consagrar-te o nosso Amor (x2)</a:t>
            </a:r>
            <a:endParaRPr lang="pt-PT" sz="9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6963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0"/>
            <a:ext cx="9233807" cy="662451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És conforto dos aflitos,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És das graças dispenseira,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És da paz a mensageira,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Nossa esperança e nosso amor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3331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75071"/>
            <a:ext cx="9233807" cy="5864313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800" b="1" i="1" dirty="0">
                <a:latin typeface="Abadi Extra Light" panose="020B0204020104020204" pitchFamily="34" charset="0"/>
              </a:rPr>
              <a:t>Aqui vimos, Mãe Querida, Consagrar-te o nosso Amor (x2)</a:t>
            </a:r>
            <a:endParaRPr lang="pt-PT" sz="9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3032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99216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Bom Pastor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529903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400" dirty="0">
                <a:latin typeface="Abadi Extra Light" panose="020B0204020104020204" pitchFamily="34" charset="0"/>
              </a:rPr>
              <a:t>Quando Te encontro e descanso,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400" dirty="0">
                <a:latin typeface="Abadi Extra Light" panose="020B0204020104020204" pitchFamily="34" charset="0"/>
              </a:rPr>
              <a:t>Tu reconfortas minh’alma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1000" b="1" i="1" dirty="0">
                <a:latin typeface="Abadi Extra Light" panose="020B0204020104020204" pitchFamily="34" charset="0"/>
              </a:rPr>
              <a:t>Cristo, Senhor, és o guia,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1000" b="1" i="1" dirty="0">
                <a:latin typeface="Abadi Extra Light" panose="020B0204020104020204" pitchFamily="34" charset="0"/>
              </a:rPr>
              <a:t>O Bom Pastor que me conduz,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1000" b="1" i="1" dirty="0">
                <a:latin typeface="Abadi Extra Light" panose="020B0204020104020204" pitchFamily="34" charset="0"/>
              </a:rPr>
              <a:t>Minha vida e minha luz.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1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32112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639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 Teu festim me conforta,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Faz-me cantar de alegria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Cristo, Senhor, és o guia,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 Bom Pastor que me conduz,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Minha vida e minha luz.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8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5106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639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Tua bondade me ajuda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 viver de cada dia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Cristo, Senhor, és o guia,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 Bom Pastor que me conduz,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Minha vida e minha luz.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9558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639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Por Teus caminhos me guias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Para louvor do Teu nome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Cristo, Senhor, és o guia,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 Bom Pastor que me conduz,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Minha vida e minha luz.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8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72116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639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temerei os perigos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Pois sei que Tu estas comigo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Cristo, Senhor, és o guia,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 Bom Pastor que me conduz,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Minha vida e minha luz.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800" b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40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00387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639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Minha morada p’ra sempre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Seja Tua casa Senhor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Cristo, Senhor, és o guia,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 Bom Pastor que me conduz,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Minha vida e minha luz.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82893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58914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Braços no 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75941"/>
            <a:ext cx="9233807" cy="5490329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500" b="1" i="1" dirty="0">
                <a:latin typeface="Abadi Extra Light" panose="020B0204020104020204" pitchFamily="34" charset="0"/>
              </a:rPr>
              <a:t>Braços no ar para gritar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500" b="1" i="1" dirty="0">
                <a:latin typeface="Abadi Extra Light" panose="020B0204020104020204" pitchFamily="34" charset="0"/>
              </a:rPr>
              <a:t>Braços a abrir para acolher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500" b="1" i="1" dirty="0">
                <a:latin typeface="Abadi Extra Light" panose="020B0204020104020204" pitchFamily="34" charset="0"/>
              </a:rPr>
              <a:t>Braços em cruz para dizer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500" b="1" i="1" dirty="0">
                <a:latin typeface="Abadi Extra Light" panose="020B0204020104020204" pitchFamily="34" charset="0"/>
              </a:rPr>
              <a:t>Aqui, aqui está Jesus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1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221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33488"/>
            <a:ext cx="9233807" cy="6413118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Dou-te o braço direito para abraçar o irmão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Para lhe dar o que tenho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Para ser a Tua mão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8321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103"/>
            <a:ext cx="9233807" cy="694157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no ar para gritar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a abrir para acolher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em cruz para dizer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Aqui, aqui está Jesus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1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17436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6172"/>
            <a:ext cx="9233807" cy="6413118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Dou-te o braço esquerdo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Para puxar o arado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Para lançar as redes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Do Teu apostolado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71892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103"/>
            <a:ext cx="9233807" cy="694157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no ar para gritar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a abrir para acolher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em cruz para dizer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Aqui, aqui está Jesus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1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0789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6172"/>
            <a:ext cx="9233807" cy="6413118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Dou-te a perna direita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Para andar o caminho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Que Tu andaste, Senhor.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dirty="0">
                <a:latin typeface="Abadi Extra Light" panose="020B0204020104020204" pitchFamily="34" charset="0"/>
              </a:rPr>
              <a:t>Nunca estarei sozinho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9558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103"/>
            <a:ext cx="9233807" cy="694157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no ar para gritar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a abrir para acolher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em cruz para dizer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Aqui, aqui está Jesus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1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9258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2081"/>
            <a:ext cx="9233807" cy="6413118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Dou-te a perna esquerda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Para correr apressado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Falando de Ti,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Aqui e em todo o lado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08715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103"/>
            <a:ext cx="9233807" cy="694157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no ar para gritar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a abrir para acolher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Braços em cruz para dizer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Aqui, aqui está Jesus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1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8713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97537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Caminhar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8121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Vou contigo procurar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Novos horizontes,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Pela Terra andar.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Novas pontes construir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Novos povos encontrar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Pela terra andar.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29892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188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Caminhar, (caminhar)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Caminhar, (caminhar)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Caminhar, Caminhar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Contigo, procurar.</a:t>
            </a:r>
            <a:endParaRPr lang="pt-PT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38265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22024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Caminho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892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Aqui estamos nós, junto 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Tu nos convidaste a vir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quiseste Tu, estar aqui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Porque nos amas...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 esperança que Tu nos dás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Dentro de nós é uma chama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ajudará a alastrar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a dar amor a todos.</a:t>
            </a:r>
            <a:endParaRPr lang="pt-PT" sz="6400" b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8141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36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caminho 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Não o faremos sós 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Connosco 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Tu caminharás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Junto a Ti seremos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Como Teus braços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Abertos à humanidade</a:t>
            </a:r>
            <a:endParaRPr lang="pt-PT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74928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93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quando o andar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Nos seja difícil, 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Connosco Tu caminharás.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Levaremos a todos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Tua mensagem,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Anúncio de paz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de amor.</a:t>
            </a:r>
          </a:p>
        </p:txBody>
      </p:sp>
    </p:spTree>
    <p:extLst>
      <p:ext uri="{BB962C8B-B14F-4D97-AF65-F5344CB8AC3E}">
        <p14:creationId xmlns:p14="http://schemas.microsoft.com/office/powerpoint/2010/main" val="243714190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3348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Testemunha fiel da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da justiça defensor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És para nós 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Porque não te cansas de amar.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o nosso amigo sempre fiel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Sempre vives com a humanidade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Tens grande predileção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Pelos que estão longe!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79114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36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caminho 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Não o faremos sós 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Connosco 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Tu caminharás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Junto a Ti seremos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Como Teus braços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Abertos á humanidade</a:t>
            </a:r>
            <a:endParaRPr lang="pt-PT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10088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93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quando o andar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Nos seja difícil, 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Connosco Tu caminharás.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Levaremos a todos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Tua mensagem,</a:t>
            </a:r>
            <a:br>
              <a:rPr lang="pt-PT" sz="24000" b="1" i="1" dirty="0">
                <a:latin typeface="Abadi Extra Light" panose="020B0204020104020204" pitchFamily="34" charset="0"/>
              </a:rPr>
            </a:br>
            <a:r>
              <a:rPr lang="pt-PT" sz="24000" b="1" i="1" dirty="0">
                <a:latin typeface="Abadi Extra Light" panose="020B0204020104020204" pitchFamily="34" charset="0"/>
              </a:rPr>
              <a:t>Anúncio de paz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de amor.</a:t>
            </a:r>
          </a:p>
        </p:txBody>
      </p:sp>
    </p:spTree>
    <p:extLst>
      <p:ext uri="{BB962C8B-B14F-4D97-AF65-F5344CB8AC3E}">
        <p14:creationId xmlns:p14="http://schemas.microsoft.com/office/powerpoint/2010/main" val="304432928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05516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Cantai, rezai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022271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Cantai, rezai, celebrai 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Deus nos acolhe povo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Cantai, rezai, celebrai o Seu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Deus nos acolhe na sua casa.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3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7904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47497"/>
            <a:ext cx="9233807" cy="4363006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300" dirty="0">
                <a:latin typeface="Abadi Extra Light" panose="020B0204020104020204" pitchFamily="34" charset="0"/>
              </a:rPr>
              <a:t>Ele fez o céu e a terra,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300" dirty="0">
                <a:latin typeface="Abadi Extra Light" panose="020B0204020104020204" pitchFamily="34" charset="0"/>
              </a:rPr>
              <a:t>Eterno é o seu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300" dirty="0">
                <a:latin typeface="Abadi Extra Light" panose="020B0204020104020204" pitchFamily="34" charset="0"/>
              </a:rPr>
              <a:t>Fez o homem à sua imagem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300" dirty="0">
                <a:latin typeface="Abadi Extra Light" panose="020B0204020104020204" pitchFamily="34" charset="0"/>
              </a:rPr>
              <a:t>Eterno é o seu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3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62651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3276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Cantai, rezai, celebrai 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nos acolhe povo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Cantai, rezai, celebrai o Seu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nos acolhe na sua casa</a:t>
            </a:r>
            <a:endParaRPr lang="pt-PT" sz="144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851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389225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Ele falou pelos profetas,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Eterno é o seu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Sua palavra é uma promessa,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Eterno é o seu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3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56261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3276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Cantai, rezai, celebrai 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nos acolhe povo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Cantai, rezai, celebrai o Seu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nos acolhe na sua casa</a:t>
            </a:r>
            <a:endParaRPr lang="pt-PT" sz="144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02251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59564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600" dirty="0">
                <a:latin typeface="Abadi Extra Light" panose="020B0204020104020204" pitchFamily="34" charset="0"/>
              </a:rPr>
              <a:t>No espírito fomos batizados,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600" dirty="0">
                <a:latin typeface="Abadi Extra Light" panose="020B0204020104020204" pitchFamily="34" charset="0"/>
              </a:rPr>
              <a:t>Eterno é o seu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600" dirty="0">
                <a:latin typeface="Abadi Extra Light" panose="020B0204020104020204" pitchFamily="34" charset="0"/>
              </a:rPr>
              <a:t>O seu amor molda a nossa igreja,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600" dirty="0">
                <a:latin typeface="Abadi Extra Light" panose="020B0204020104020204" pitchFamily="34" charset="0"/>
              </a:rPr>
              <a:t>Eterno é o seu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3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34240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3276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Cantai, rezai, celebrai 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nos acolhe povo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Cantai, rezai, celebrai o Seu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nos acolhe na sua casa</a:t>
            </a:r>
            <a:endParaRPr lang="pt-PT" sz="144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18189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24394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Aclamai Deus, a sua palavra,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Eterno é o seu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Nos criou e nos libertou,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Eterno é o seu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300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87341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432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Cantai todos os povos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679371"/>
            <a:ext cx="9233807" cy="5011575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Cantai todos os povos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Louvai nosso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Cantai todos os povos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Louvai nosso Senhor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98547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52216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Cantarei ao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82256"/>
            <a:ext cx="9233807" cy="501157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Cantarei ao Senhor, enquanto 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Louvarei o meu Deus enquanto existir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Nele encontro a minh’alegria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Nele encontro a minh’alegria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814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6258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Cantarei, cantarei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892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crês em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acreditas que Ele há-de voltar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Segue o caminho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 Jesus te veio ensinar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Então verás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 a vida se pode tornar melhor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86393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3628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Cantarei, cantarei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O que Deus nos veio ensinar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Que a maneira de chegar ao céu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É amar, é amar, 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É amar, é amar,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O pobre o rico o pecador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E tudo o que nesta vida é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  querido do Senhor.</a:t>
            </a:r>
            <a:endParaRPr lang="pt-PT" sz="4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88465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001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Deus quiser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Hei-de deixar de pensar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assim roubar	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Tempo ao tempo para O adorar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Serei feliz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comigo será todo o que cantar!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68120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3628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Cantarei, cantarei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O que Deus nos veio ensinar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Que a maneira de chegar ao céu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É amar, é amar, 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É amar, é amar,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O pobre o rico o pecador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E tudo o que nesta vida é</a:t>
            </a:r>
            <a:br>
              <a:rPr lang="pt-PT" sz="4400" b="1" i="1" dirty="0">
                <a:latin typeface="Abadi Extra Light" panose="020B0204020104020204" pitchFamily="34" charset="0"/>
              </a:rPr>
            </a:br>
            <a:r>
              <a:rPr lang="pt-PT" sz="4400" b="1" i="1" dirty="0">
                <a:latin typeface="Abadi Extra Light" panose="020B0204020104020204" pitchFamily="34" charset="0"/>
              </a:rPr>
              <a:t>  querido do Senhor.</a:t>
            </a:r>
            <a:endParaRPr lang="pt-PT" sz="4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8951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77719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Como são belos os pés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7055" y="17145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Já se ouvem nossos passos a chegar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Já se ouvem nossas vozes de 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Neste dia que é uma bênção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Para a Igreja reunida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Jesus Cristo nos congrega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faz irmãos.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26279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6169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Como são belos os pés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Que anunciam a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as mãos que repartem o pão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Na refeição do cordeiro,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Da palavra, vinho e pão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Somos o povo de Deus em comunhão.</a:t>
            </a:r>
          </a:p>
        </p:txBody>
      </p:sp>
    </p:spTree>
    <p:extLst>
      <p:ext uri="{BB962C8B-B14F-4D97-AF65-F5344CB8AC3E}">
        <p14:creationId xmlns:p14="http://schemas.microsoft.com/office/powerpoint/2010/main" val="324834337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4738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Todos vós que tendes sede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Vinde beber á fonte da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Saciai a vossa fome.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Sem pagar vinho nem pão.</a:t>
            </a: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49635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4962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Como são belos os pés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Que anunciam a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as mãos que repartem o pão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Na refeição do cordeiro,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Da palavra, vinho e pão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Somos o povo de Deus em comunhão.</a:t>
            </a:r>
          </a:p>
        </p:txBody>
      </p:sp>
    </p:spTree>
    <p:extLst>
      <p:ext uri="{BB962C8B-B14F-4D97-AF65-F5344CB8AC3E}">
        <p14:creationId xmlns:p14="http://schemas.microsoft.com/office/powerpoint/2010/main" val="313248875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3414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Já se mudam nossos corações de pedra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Pela força do espírito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Já vencemos as barreiras, que destroem a harmonia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Jesus Cristo nos congrega e faz irmãos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50033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7048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Como são belos os pés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Que anunciam a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as mãos que repartem o pão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Na refeição do cordeiro,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Da palavra, vinho e pão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Somos o povo de Deus em comunhão.</a:t>
            </a:r>
          </a:p>
        </p:txBody>
      </p:sp>
    </p:spTree>
    <p:extLst>
      <p:ext uri="{BB962C8B-B14F-4D97-AF65-F5344CB8AC3E}">
        <p14:creationId xmlns:p14="http://schemas.microsoft.com/office/powerpoint/2010/main" val="18396112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2203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Vinde todos que sóis pobres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Injustiçados, sem teto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ou sem pão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Vinde ser fraternidade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Gerar o Cristo, fazer libertação.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02290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17736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Como são belos os pés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Que anunciam a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as mãos que repartem o pão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Na refeição do cordeiro,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Da palavra, vinho e pão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Somos o povo de Deus em comunhão.</a:t>
            </a:r>
          </a:p>
        </p:txBody>
      </p:sp>
    </p:spTree>
    <p:extLst>
      <p:ext uri="{BB962C8B-B14F-4D97-AF65-F5344CB8AC3E}">
        <p14:creationId xmlns:p14="http://schemas.microsoft.com/office/powerpoint/2010/main" val="420612976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38472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Confiarei (O Senhor é meu pastor)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2519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200" dirty="0">
                <a:latin typeface="Abadi Extra Light" panose="020B0204020104020204" pitchFamily="34" charset="0"/>
              </a:rPr>
              <a:t>Confiarei, nessa voz que não se impõe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200" dirty="0">
                <a:latin typeface="Abadi Extra Light" panose="020B0204020104020204" pitchFamily="34" charset="0"/>
              </a:rPr>
              <a:t>Mas que ouço bem cá dentro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200" dirty="0">
                <a:latin typeface="Abadi Extra Light" panose="020B0204020104020204" pitchFamily="34" charset="0"/>
              </a:rPr>
              <a:t>No silêncio a segredar.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200" dirty="0">
                <a:latin typeface="Abadi Extra Light" panose="020B0204020104020204" pitchFamily="34" charset="0"/>
              </a:rPr>
              <a:t>Confiarei, ainda que mil outras vozes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200" dirty="0">
                <a:latin typeface="Abadi Extra Light" panose="020B0204020104020204" pitchFamily="34" charset="0"/>
              </a:rPr>
              <a:t>Corram muito mais velozes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200" dirty="0">
                <a:latin typeface="Abadi Extra Light" panose="020B0204020104020204" pitchFamily="34" charset="0"/>
              </a:rPr>
              <a:t>Para me fazer parar.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14091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6539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avançarei,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Avançarei no meu caminho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Agora eu sei,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 Tu comigo vens também,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Aonde fores, aí estarei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Em Ti avançarei!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55678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1740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O Senhor é meu Pastor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Sei que nada temerei,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Ele guia o meu andar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Sem medo avançarei. (X2)</a:t>
            </a:r>
          </a:p>
        </p:txBody>
      </p:sp>
    </p:spTree>
    <p:extLst>
      <p:ext uri="{BB962C8B-B14F-4D97-AF65-F5344CB8AC3E}">
        <p14:creationId xmlns:p14="http://schemas.microsoft.com/office/powerpoint/2010/main" val="151476402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75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Confiarei, por verdes prados me levas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em Teu olhar sossegas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 pressa do meu olhar.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Confiarei, a frescura das Tuas fontes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Deixa a minha vida cheia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Minha taça a transbordar</a:t>
            </a:r>
            <a:r>
              <a:rPr lang="pt-PT" sz="21600" dirty="0">
                <a:latin typeface="Abadi Extra Light" panose="020B0204020104020204" pitchFamily="34" charset="0"/>
              </a:rPr>
              <a:t>.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70184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6539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avançarei,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Avançarei no meu caminho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Agora eu sei,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 Tu comigo vens também,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Aonde fores, aí estarei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Em Ti avançarei!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84868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1740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O Senhor é meu Pastor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Sei que nada temerei,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Ele guia o meu andar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Sem medo avançarei. (X2)</a:t>
            </a:r>
          </a:p>
        </p:txBody>
      </p:sp>
    </p:spTree>
    <p:extLst>
      <p:ext uri="{BB962C8B-B14F-4D97-AF65-F5344CB8AC3E}">
        <p14:creationId xmlns:p14="http://schemas.microsoft.com/office/powerpoint/2010/main" val="219486845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95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Confiarei, na Tua mão que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  não me prende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Mas que guia cada passo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Do caminho que eu fizer,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Confiarei, ainda que o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  escureça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há mal que me aconteça,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 eu contigo estiver.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63491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6539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avançarei,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Avançarei no meu caminho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Agora eu sei,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 Tu comigo vens também,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Aonde fores, aí estarei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Em Ti avançarei!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14821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1740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O Senhor é meu Pastor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Sei que nada temerei,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Ele guia o meu andar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b="1" i="1" dirty="0">
                <a:latin typeface="Abadi Extra Light" panose="020B0204020104020204" pitchFamily="34" charset="0"/>
              </a:rPr>
              <a:t>Sem medo avançarei. (X2)</a:t>
            </a:r>
          </a:p>
        </p:txBody>
      </p:sp>
    </p:spTree>
    <p:extLst>
      <p:ext uri="{BB962C8B-B14F-4D97-AF65-F5344CB8AC3E}">
        <p14:creationId xmlns:p14="http://schemas.microsoft.com/office/powerpoint/2010/main" val="12232818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85783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Consagração a Nossa Senhora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25199"/>
            <a:ext cx="9233807" cy="5119730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200" b="1" i="1" dirty="0">
                <a:latin typeface="Abadi Extra Light" panose="020B0204020104020204" pitchFamily="34" charset="0"/>
              </a:rPr>
              <a:t>Ó Senhora minha, ó minha Mãe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200" b="1" i="1" dirty="0">
                <a:latin typeface="Abadi Extra Light" panose="020B0204020104020204" pitchFamily="34" charset="0"/>
              </a:rPr>
              <a:t>Eu me ofereço, todo a vós, em prova da minha devoção para convosco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200" b="1" i="1" dirty="0">
                <a:latin typeface="Abadi Extra Light" panose="020B0204020104020204" pitchFamily="34" charset="0"/>
              </a:rPr>
              <a:t>Vos consagro neste dia e para sempre, os meus olhos, os meus ouvidos, a minha boca, o meu coração e inteiramente todo o meu ser</a:t>
            </a:r>
          </a:p>
          <a:p>
            <a:pPr marL="0" indent="0" algn="ctr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83006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5805"/>
            <a:ext cx="9233807" cy="6133587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porque assim sou vosso, ó incomparável Mãe, guardai-me e defendei-me como coisa e propriedade vossa </a:t>
            </a: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14881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2954"/>
            <a:ext cx="9233807" cy="6133587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Lembrai que vos pertenço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Terna mãe, Senhora nossa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Guardai-me e defendei-me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Como coisa própria vossa</a:t>
            </a:r>
            <a:endParaRPr lang="pt-PT" sz="8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0391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5714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Construtores de luz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466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Quando estamos sós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nos falta a voz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Vamos ser construtores de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 formos um só, um sol a brilhar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Somos construtores de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solidFill>
                  <a:schemeClr val="bg1">
                    <a:lumMod val="95000"/>
                  </a:schemeClr>
                </a:solidFill>
                <a:latin typeface="Abadi Extra Light" panose="020B0204020104020204" pitchFamily="34" charset="0"/>
              </a:rPr>
              <a:t> 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57564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88554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Conta as estrelas do céu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848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Tu, Senhor, sabes bem o que eu penso e conheces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cada palavra antes de eu a dizer.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Tu conheces minh’alma como a palma dessa Tua mão.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Só não entendo, Senhor, como sou tanto p'ra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Porque te páras quando olhas para mim.</a:t>
            </a:r>
            <a:endParaRPr lang="pt-PT" sz="48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13063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8585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Conta as estrelas do céu, soma tudo o que Eu já fiz por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Antes do mar, antes que houvesse luar,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Antes do tempo eu já esperava por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Ai se soubesses do amor, uma só noite, uma paixão,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Tu correrias p'ra mim e dançarias com a cruz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Coisas da vida ao som da Minha canção.</a:t>
            </a:r>
            <a:endParaRPr lang="pt-PT" sz="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34932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067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Vês-me quando caminho, vês-me quando descanso,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Segues atento cada passo que eu der.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Vês-me quando tropeço e nem aí me queres condenar.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Só não entendo, Senhor, como sou tanto p'ra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Porque te páras quando olhas para mim.</a:t>
            </a:r>
            <a:endParaRPr lang="pt-PT" sz="5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11680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8256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Conta as estrelas do céu, soma tudo o que Eu já fiz por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Antes do mar, antes que houvesse luar,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Antes do tempo eu já esperava por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Ai se soubesses do amor, uma só noite, uma paixão,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Tu correrias p'ra mim e dançarias com a cruz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Coisas da vida ao som da Minha canção.</a:t>
            </a:r>
            <a:endParaRPr lang="pt-PT" sz="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29320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23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 eu fugisse a voar sobre as asas da aurora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me escondesse lá nos confins do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Mesmo aí, eu sei bem, haverias de me encontrar.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Só não entendo, Senhor, como sou tanto p'ra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Porque te páras quando olhas para mim.</a:t>
            </a:r>
            <a:endParaRPr lang="pt-PT" sz="5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04224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64982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Conta as estrelas do céu, soma tudo o que Eu já fiz por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Antes do mar, antes que houvesse luar,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Antes do tempo eu já esperava por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Ai se soubesses do amor, uma só noite, uma paixão,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Tu correrias p'ra mim e dançarias com a cruz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Coisas da vida ao som da Minha canção.</a:t>
            </a:r>
            <a:endParaRPr lang="pt-PT" sz="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48618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598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Incontáveis, ó Deus, os mistérios da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Mais numerosos que as areias do mar.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 mistério maior é mesmo Tu acreditares em mim.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Só não entendo, Senhor, como sou tanto p'ra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Porque te páras quando olhas para mim.</a:t>
            </a:r>
            <a:endParaRPr lang="pt-PT" sz="5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89280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59474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Conta as estrelas do céu, soma tudo o que Eu já fiz por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Antes do mar, antes que houvesse luar,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Antes do tempo eu já esperava por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Ai se soubesses do amor, uma só noite, uma paixão,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Tu correrias p'ra mim e dançarias com a cruz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b="1" i="1" dirty="0">
                <a:latin typeface="Abadi Extra Light" panose="020B0204020104020204" pitchFamily="34" charset="0"/>
              </a:rPr>
              <a:t>Coisas da vida ao som da Minha canção.</a:t>
            </a:r>
            <a:endParaRPr lang="pt-PT" sz="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11479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17598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Cristo em mim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466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Senhor </a:t>
            </a:r>
            <a:r>
              <a:rPr lang="pt-PT" sz="19200" b="1" i="1">
                <a:latin typeface="Abadi Extra Light" panose="020B0204020104020204" pitchFamily="34" charset="0"/>
              </a:rPr>
              <a:t>faz com que </a:t>
            </a:r>
            <a:r>
              <a:rPr lang="pt-PT" sz="19200" b="1" i="1" dirty="0">
                <a:latin typeface="Abadi Extra Light" panose="020B0204020104020204" pitchFamily="34" charset="0"/>
              </a:rPr>
              <a:t>olhem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Só te vejam a ti, só te vejam 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ser eu quem fala, mas só tu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Eu quem fala mas só tu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Só Cristo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solidFill>
                  <a:schemeClr val="bg1">
                    <a:lumMod val="95000"/>
                  </a:schemeClr>
                </a:solidFill>
                <a:latin typeface="Abadi Extra Light" panose="020B0204020104020204" pitchFamily="34" charset="0"/>
              </a:rPr>
              <a:t> 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46988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35649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Cristo vive, Anuncia-o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288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Cristo vive anuncia-O,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Escutei-O no meu coração,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Ele falou-me de meu Pai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Que me ama com loucura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70566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979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Cristo vive anuncia-O,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Escutei-O no meu coração,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Tenho-O visto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nos meus irmãos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Os que partilham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Amor e gozo.</a:t>
            </a:r>
            <a:endParaRPr lang="pt-PT" sz="9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93618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36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Oh irmão, vem comigo,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é amar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que move a tua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Mostra que Cristo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Já vive no teu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Olha, Ele vive,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Anuncia-O! (x2)</a:t>
            </a:r>
            <a:endParaRPr lang="pt-PT" sz="2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47402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813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Cristo vive anuncia-O,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Escutei-O no meu coração,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Pois a morte nada pode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Porque o Pai o ressuscita.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Cristo vive anuncia-O,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Escutei-O no meu coração,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me grita aos meus irmãos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que sofrem e vivem sós.</a:t>
            </a: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48652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36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Oh irmão, vem comigo,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é amar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que move a tua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Mostra que Cristo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Já vive no teu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Olha, Ele vive,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Anuncia-O! (x2)</a:t>
            </a:r>
            <a:endParaRPr lang="pt-PT" sz="2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77142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03392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Da pace cordium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1270"/>
            <a:ext cx="9233807" cy="43630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4" name="Marcador de Posição de Conteúdo 2">
            <a:extLst>
              <a:ext uri="{FF2B5EF4-FFF2-40B4-BE49-F238E27FC236}">
                <a16:creationId xmlns:a16="http://schemas.microsoft.com/office/drawing/2014/main" id="{86D6E556-EB59-45F8-8439-FC3E61709CBD}"/>
              </a:ext>
            </a:extLst>
          </p:cNvPr>
          <p:cNvSpPr txBox="1">
            <a:spLocks/>
          </p:cNvSpPr>
          <p:nvPr/>
        </p:nvSpPr>
        <p:spPr>
          <a:xfrm>
            <a:off x="-44904" y="1677910"/>
            <a:ext cx="9233807" cy="436300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PT" sz="11500" dirty="0">
                <a:latin typeface="Abadi Extra Light" panose="020B0204020104020204" pitchFamily="34" charset="0"/>
              </a:rPr>
              <a:t>Da pace cordium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PT" sz="11500" dirty="0">
                <a:latin typeface="Abadi Extra Light" panose="020B0204020104020204" pitchFamily="34" charset="0"/>
              </a:rPr>
              <a:t>Da pace cordium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pt-PT" sz="11500" dirty="0">
                <a:latin typeface="Abadi Extra Light" panose="020B0204020104020204" pitchFamily="34" charset="0"/>
              </a:rPr>
              <a:t>Da pace, da pace</a:t>
            </a:r>
            <a:endParaRPr lang="pt-PT" sz="800" dirty="0">
              <a:latin typeface="Abadi Extra Light" panose="020B0204020104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12496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31686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Dar mais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82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Se a tua voz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Trouxer mil vozes p’ra cantar,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Vais descobrir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Mil harmonias belas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ao céu hão de chegar.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Fica mais rica a alma de quem dá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Chega mais alto o hino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De quem vive a partilhar. </a:t>
            </a:r>
            <a:endParaRPr lang="pt-PT" sz="48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1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21216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Tu tens que dar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tens,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Tens que deixar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há,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Se vais ficar muito orgulhoso,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Vê bem, tens que te lembrar.</a:t>
            </a:r>
            <a:endParaRPr lang="pt-PT" sz="2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4915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3633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És um grãozinho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De uma praia maior,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E deves dar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Tudo o que tens de melhor.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P’ra avaliar a tua alma há leis.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Tu tens que dar 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tens.</a:t>
            </a:r>
            <a:endParaRPr lang="pt-PT" sz="2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25518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132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Olho p’ro céu,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Senti que a sorte estava ali,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E com valor,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Fui conseguindo tornar bom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O que até era mau.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E grão a grão construir o seu poder.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E pouco a pouco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Subiu a escadaria do amor.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4193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Tu tens que dar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tens,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Tens que deixar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há,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Se vais ficar muito orgulhoso,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Vê bem, tens que te lembrar.</a:t>
            </a:r>
            <a:endParaRPr lang="pt-PT" sz="2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83547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8357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És um grãozinho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De uma praia maior,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E deves dar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Tudo o que tens de melhor.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P’ra avaliar a tua alma há leis.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Tu tens que dar 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tens.</a:t>
            </a:r>
            <a:endParaRPr lang="pt-PT" sz="2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797144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67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 tempo vai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E de um rapaz um homem vem.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Sem medo vê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O teu destino vai em frente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P’ra servir o bem.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É tão profunda a mensagem que chegou.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São tão seguras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E largas as pontes que Ele deixou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54635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Tu tens que dar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tens,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Tens que deixar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há,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Se vais ficar muito orgulhoso,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Vê bem, tens que te lembrar.</a:t>
            </a:r>
            <a:endParaRPr lang="pt-PT" sz="2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06685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5720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És um grãozinho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De uma praia maior,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E deves dar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Tudo o que tens de melhor.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P’ra avaliar a tua alma há leis.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Tu tens que dar um pouco mais 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Do que tens.</a:t>
            </a:r>
            <a:endParaRPr lang="pt-PT" sz="24000" b="1" i="1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43954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35571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De noite iremos em busca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8109"/>
            <a:ext cx="9233807" cy="5416199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 noite iremos em busca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Da fonte de água viva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Só nos guia a nossa sede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Só nossa sede nos guia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44961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12436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Deixa Deus entrar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Deixa Deus entrar,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Na Tua própria casa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Deixa-te tocar pela sua graça,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Dentro em segredo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Reza-lhe sem medo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Senhor,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queres que eu faça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96038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686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Só no fundo do ser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Eu vou encontrar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razões de viver,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razões de 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É bem dentro de nós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está a raiz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nos faz 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ser feliz… </a:t>
            </a:r>
          </a:p>
          <a:p>
            <a:pPr marL="0" indent="0">
              <a:buNone/>
            </a:pPr>
            <a:endParaRPr lang="pt-PT" sz="20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64791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Deixa Deus entrar,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Na Tua própria casa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Deixa-te tocar pela sua graça,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Dentro em segredo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Reza-lhe sem medo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Senhor,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queres que eu faça</a:t>
            </a:r>
            <a:endParaRPr lang="pt-PT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64833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686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Tanta coisa me impede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O escutar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Me desvia da meta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 que me propus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Eu vou ter coragem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O deixar entrar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Vou sentir o clarão,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Da Sua luz…</a:t>
            </a:r>
          </a:p>
          <a:p>
            <a:pPr marL="0" indent="0">
              <a:buNone/>
            </a:pPr>
            <a:endParaRPr lang="pt-PT" sz="20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3734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Deixa Deus entrar,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Na Tua própria casa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Deixa-te tocar pela sua graça,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Dentro em segredo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Reza-lhe sem medo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Senhor,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queres que eu faça</a:t>
            </a:r>
            <a:endParaRPr lang="pt-PT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27044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18216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Deus é amor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87790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Deus é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Atreve-te a viver por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Deus é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Nada há a temer</a:t>
            </a:r>
            <a:endParaRPr lang="pt-PT" sz="16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45043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97316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Deus está aqui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Deus está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Tão certo como ar que respiro.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Tão certo como o amanhã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se levanta.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Tão certo como este canto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podes ouvir.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6540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686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O podes sentir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Movendo-se por entre os ramos.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O podes ouvir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Cantando connosco aqui.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O podes levar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Quando por essa porta saias.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O podes guardar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Para sempre no teu coração.</a:t>
            </a:r>
            <a:endParaRPr lang="pt-PT" sz="20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0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62605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537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está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Tão certo como ar que respiro.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Tão certo como o amanhã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se levanta.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Tão certo como este canto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podes ouvir.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69073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686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O podes sentir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 teu lado neste mesmo instante,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sejas também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Daqueles que O não querem ver.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Lhe podes contar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Esse problema que tens.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Deus está aqui,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 quiseres pode-l’O seguir</a:t>
            </a:r>
            <a:endParaRPr lang="pt-PT" sz="20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350845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5377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está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Tão certo como ar que respiro.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Tão certo como o amanhã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se levanta.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Tão certo como este canto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podes ouvir.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70382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56014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Deus precisa de ti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6489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Deus precisa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Muito mais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do que possas imaginar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Deus precisa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Muito mais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do que possas imaginar (X2)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10547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543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Precisa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Muito mais que a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Precisa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Muito mais que 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Precisa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Muito mais que os astros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    Precisa de ti(x2)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446758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6599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precisa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Muito mais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do que possas imaginar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precisa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Muito mais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do que possas imaginar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538375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834355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Deus não quer a morte do pecador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21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Deus não quer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 morte do pecador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Mas que viva,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se converta,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se converta,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que viva! </a:t>
            </a:r>
            <a:endParaRPr lang="pt-PT" sz="3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2424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686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Tua palavra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É luz que me ilumina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Tua palavra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É pão que me alimenta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Com o teu corpo e teu sangue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Me confortas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me fazes viver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Tua própria vida.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129027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7793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Deus não quer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 morte do pecador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Mas que viva,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se converta,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se converta,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que viva!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610154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686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Vou sedento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Buscando a água viva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cego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Anseio ver Tua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Sinto feridas de morte,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Mas não temo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Porque sei que Contigo viverei!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786240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7793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Deus não quer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 morte do pecador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Mas que viva,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se converta,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se converta,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que viva!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490053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265348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Dona la pace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0531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Dona la pace, Signore, a chi confida in 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Dona, dona la pace, Signore, dona la pace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04667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41424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Dona Lua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589473"/>
            <a:ext cx="9233807" cy="5268527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Dona Lua, lá na rua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Diz ao Sol para se ir deitar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 a memória de uma história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Está na hora de ir sonhar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161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30018"/>
            <a:ext cx="9233807" cy="599380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Posso ir ao céu, navegar no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Posso fazer tudo a sonhar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Tu também!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é tão bom dormir e imaginar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logo amanhã vou acordar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789593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73486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Dou-te um abraço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09243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Dou-te um abraço de ternura envolvido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Não digo nada, nada tem que te ser dito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Porque o amor não pode ser descrito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É tudo o que a gente sente por alguém querido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13223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900495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Dou-vos um mandamento novo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978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Sorrir e querer dar as mãos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8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Amar cada irmão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185318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 é belo e universal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Cada passo é uma flor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Aberta para amar.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Este rio que agora eu canto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Tem a voz que não é minha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É o prémio de um caminho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De uma caminho para a vida.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36023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Sorrir e querer dar as mãos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8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Amar cada irmão</a:t>
            </a:r>
          </a:p>
          <a:p>
            <a:pPr marL="0" indent="0">
              <a:buNone/>
            </a:pPr>
            <a:endParaRPr lang="pt-PT" sz="16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300701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Neste mundo em que vivemos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Muito se tem a fazer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Gritar bem alto no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Para alguém vir para ver.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Esta janela para 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Este abraço de prazer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É o choro da criança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É a vida a nascer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03206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Sorrir e querer dar as mãos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8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Dou-vos um mandamento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Amar cada irmão</a:t>
            </a:r>
          </a:p>
          <a:p>
            <a:pPr marL="0" indent="0">
              <a:buNone/>
            </a:pPr>
            <a:endParaRPr lang="pt-PT" sz="16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691201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046843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Duc in altum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97839"/>
            <a:ext cx="9233807" cy="5730547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Do mar salgado dos teus olhos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Caem lágrimas, certezas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De um mundo sem memórias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Há oceanos de ternura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Vida e luz de um novo cosmos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Pulsar de nova humanidade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723016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70271"/>
            <a:ext cx="9233807" cy="6449961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300" dirty="0">
                <a:latin typeface="Abadi Extra Light" panose="020B0204020104020204" pitchFamily="34" charset="0"/>
              </a:rPr>
              <a:t>Abraçar de uma vez o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dirty="0">
                <a:latin typeface="Abadi Extra Light" panose="020B0204020104020204" pitchFamily="34" charset="0"/>
              </a:rPr>
              <a:t>Deixar os ódios naufragar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dirty="0">
                <a:latin typeface="Abadi Extra Light" panose="020B0204020104020204" pitchFamily="34" charset="0"/>
              </a:rPr>
              <a:t>Construir unidade e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dirty="0">
                <a:latin typeface="Abadi Extra Light" panose="020B0204020104020204" pitchFamily="34" charset="0"/>
              </a:rPr>
              <a:t>Que Cristo veio anunciar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922001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73625"/>
            <a:ext cx="9233807" cy="705956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000" b="1" i="1" dirty="0">
                <a:latin typeface="Abadi Extra Light" panose="020B0204020104020204" pitchFamily="34" charset="0"/>
              </a:rPr>
              <a:t>Duc in altum, Duc in altum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000" b="1" i="1" dirty="0">
                <a:latin typeface="Abadi Extra Light" panose="020B0204020104020204" pitchFamily="34" charset="0"/>
              </a:rPr>
              <a:t>Verdade e vida és tu Senhor (x2)</a:t>
            </a:r>
          </a:p>
          <a:p>
            <a:pPr marL="0" indent="0">
              <a:buNone/>
            </a:pPr>
            <a:endParaRPr lang="pt-PT" sz="16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45517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78425"/>
            <a:ext cx="9233807" cy="644996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Partir de Cristo na aventura de ser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Orar a vida santidade a 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Rumo ao espaço da história, na memória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Do evangelho a acontecer, em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Acontecer em ti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415721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73625"/>
            <a:ext cx="9233807" cy="705956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000" b="1" i="1" dirty="0">
                <a:latin typeface="Abadi Extra Light" panose="020B0204020104020204" pitchFamily="34" charset="0"/>
              </a:rPr>
              <a:t>Duc in altum, Duc in altum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000" b="1" i="1" dirty="0">
                <a:latin typeface="Abadi Extra Light" panose="020B0204020104020204" pitchFamily="34" charset="0"/>
              </a:rPr>
              <a:t>Verdade e vida és tu Senhor (x2)</a:t>
            </a:r>
          </a:p>
          <a:p>
            <a:pPr marL="0" indent="0">
              <a:buNone/>
            </a:pPr>
            <a:endParaRPr lang="pt-PT" sz="16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726395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19413"/>
            <a:ext cx="9233807" cy="5730547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Do mar profundo dos teus sonhos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Vejo a cor e a esperança de um milénio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De mãos dadas conseguimos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Mudar todo o instante de lágrimas vazias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159834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52051"/>
            <a:ext cx="9233807" cy="6449961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Abraçar de uma vez o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Deixar os ódios naufragar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Construir unidade e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300" b="1" i="1" dirty="0">
                <a:latin typeface="Abadi Extra Light" panose="020B0204020104020204" pitchFamily="34" charset="0"/>
              </a:rPr>
              <a:t>Que Cristo veio anunciar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51466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73625"/>
            <a:ext cx="9233807" cy="705956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000" b="1" i="1" dirty="0">
                <a:latin typeface="Abadi Extra Light" panose="020B0204020104020204" pitchFamily="34" charset="0"/>
              </a:rPr>
              <a:t>Duc in altum, Duc in altum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000" b="1" i="1" dirty="0">
                <a:latin typeface="Abadi Extra Light" panose="020B0204020104020204" pitchFamily="34" charset="0"/>
              </a:rPr>
              <a:t>Verdade e vida és tu Senhor (x2)</a:t>
            </a:r>
          </a:p>
          <a:p>
            <a:pPr marL="0" indent="0">
              <a:buNone/>
            </a:pPr>
            <a:endParaRPr lang="pt-PT" sz="16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088784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694477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É impossível eu não crer em Ti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8576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Olho em tudo e sempre encontro 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Estás no céu, na terra aonde for.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Em tudo o que acontece, encontro o Teu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Já não se pode mais deixar de crer no amor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591831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70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impossível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Eu não crer em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impossível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Eu não te encontrar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impossível não fazer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 meu ideal, o meu ideal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817857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722777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É Natal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66444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É Natal! É Natal! Salvação e luz!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Alegria, cristãos: Já nasceu Jesus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651400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671543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Rasgaram-se as trevas, tudo tem mais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estrela em Belém mostra-nos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Já tocam os sinos, na terra e nos céus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Já soam nas alturas cânticos ao nosso Deus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111766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77840"/>
            <a:ext cx="9233807" cy="5485308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Natal! É Natal! Salvação e luz!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Alegria, cristãos: Já nasceu Jesus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519214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671543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Paz na terra aos homens! Alegria e Bem!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Foi a Boa Nova do anjo em Belém.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todos os homens de boa vontade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anunciou Jesus nova humanidade.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50707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77840"/>
            <a:ext cx="9233807" cy="5485308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Natal! É Natal! Salvação e luz!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Alegria, cristãos: Já nasceu Jesus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86103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532032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É o meu corpo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Como o Senhor nos amou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Jamais alguém pode amar,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P'lo caminho da justiça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Nos ensina a caminhar.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Quando estamos reunidos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partilhamos Seu pão,       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Ele nos dá o Seu amor e a Sua paz.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211041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o Meu Corpo,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Tomai e comei (palmas)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o Meu Sangue,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Tomai e bebei (palmas)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Sou a Vida,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Sou o Amor.     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Ó Senhor faz-nos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Viver no Teu Amor</a:t>
            </a:r>
            <a:endParaRPr lang="pt-PT" sz="19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9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257552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o Senhor nos amou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Jamais alguém pode amar,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Em tudo o que nos legou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Manifestou Seu amor: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"Quem comer a Minha carne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beber do Meu sangue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Permanecerá em Mim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eu nele”.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945698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o Meu Corpo,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Tomai e comei (palmas)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o Meu Sangue,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Tomai e bebei (palmas)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Sou a Vida,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Sou o Amor.     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Ó Senhor faz-nos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Viver no Teu Amor</a:t>
            </a:r>
            <a:endParaRPr lang="pt-PT" sz="19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9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87962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o Senhor nos amou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Jamais alguém pode amar,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Reuniu os homens todos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Na justiça e na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Quem no mundo quer 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É um membro do Seu corpo,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Nada o pode separar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Do Seu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111635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o Meu Corpo,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Tomai e comei (palmas)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o Meu Sangue,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Tomai e bebei (palmas)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Sou a Vida,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Sou o Amor.     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Ó Senhor faz-nos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Viver no Teu Amor</a:t>
            </a:r>
            <a:endParaRPr lang="pt-PT" sz="19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9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817230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Glória ao Pai que nos criou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Glória ao Filho redentor,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Glória ao Espírito da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 nos dá o seu amor,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Unidos por este pão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 Seu poder transformou,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Dêmos graças ao Senhor Que nos salvou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204883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o Meu Corpo,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Tomai e comei (palmas)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o Meu Sangue,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Tomai e bebei (palmas)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Sou a Vida,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Sou o Amor.     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Ó Senhor faz-nos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Viver no Teu Amor</a:t>
            </a:r>
            <a:endParaRPr lang="pt-PT" sz="19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9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619119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521514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É tempo amigo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não te importas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Em esmagar alguém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achas que podes 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Tendo a riqueza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maior bem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Julgando que tens o poder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395753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1010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É tempo amigo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De conhecer Jesus,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Que à vida deu sentido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Numa cruz! (x2)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387784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071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Se a vida 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Para ti uma competição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Conforme o orgulho te diz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Pelo prestígio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De uma posição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Procuras assim ser feliz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172242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3648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É tempo amigo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De conhecer Jesus,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Que à vida deu sentido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Numa cruz! (x2)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07781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071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Se julgas que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Tu poderás construir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Na ilusão de procurar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Todo o bem-estar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Que tu queres possuir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 pensas dever conquistar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377776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4855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É tempo amigo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De conhecer Jesus,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Que à vida deu sentido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Numa cruz! (x2)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888164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003809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É tempo de ser esperança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Sou apenas mais um cidadão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acredita no amor;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quem crê por favor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Não disfarce a esperança que tem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Quem não crê tem a minha amizade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respeito também;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Eu porem acredito em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 quem chamo Senhor.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030578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7705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ser esperança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comunicar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ser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Testemunha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Neste mundo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não sabe amar.  (X2)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003822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615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Neste mundo que faz da matéria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Seu Deus e seu fim,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tem fé, por favor,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se omita fingindo não ter;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não tem, por favor,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Nunca deixe a matéria vencer,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Eu, porém, acredito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o Reino de Deus vive em mim.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589067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7705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ser esperança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comunicar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ser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Testemunha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Neste mundo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não sabe amar.  (X2)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779224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615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Quando eu vejo que existe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 mundo esta falta de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cristãos com vergonha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ser como Cristo pediu,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Tanta gente buscando 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Em caminhos sem Deus,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Vou gritando com todas as forças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que sou capaz.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746215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7705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ser esperança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comunicar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 tempo de ser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Testemunha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Neste mundo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não sabe amar.  (X2)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863547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319060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Embarca neste porto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Vem, caminha nesta estrada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Desponta a madrugada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Jesus é nosso porto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Vem, já nasce um novo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Traz a tua 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Embarca neste porto</a:t>
            </a:r>
            <a:endParaRPr lang="pt-PT" sz="112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188117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950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Chegamos de muitas margens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Refazemos pontes e cais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Destruímos as barreiras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Inventamos ideias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Carregamos nossas vidas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Cheias de sol e de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Escrevemos nossa história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Somos jovens seguidores de Jesus!!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498779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7928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Vem, caminha nesta estrada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Desponta a madrugada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 é nosso porto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Vem, já nasce um novo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Traz a tua 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Embarca neste porto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668466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658474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Encontra a maré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Quando o mundo está cinzento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o vento me quer levar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Quando não sinto cá dentro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o tempo me quer esperar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Solto a dor que me engana,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chama a desistir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prometo a mim mesmo,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hoje, vou resistir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014657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092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Porque essa dor já passou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agora escrevo quem sou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Hei de perder, hei de sofrer,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Mas vou...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02076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8489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Vou remar contra a maré,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a vida não espera por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Quando voltar, vou recordar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fim...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813267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615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Não deixes que a tua história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perca na solidão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torne numa memória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De esperança que foste em vão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Anda, vamos todos juntos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Em frente,  que há quem nos vê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Somos mais do que uma força,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Crescemos , sabes porquê?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267552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09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Porque essa dor já passou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 o vento nem tudo agarrou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Pode soprar, não vai levar-me a mim…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594909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8372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Corre de encontro à maré,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o mundo precisa de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Somos mudança;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não vamos voltar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 estar sós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415434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4421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Vou remar contra a maré,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a vida não espera por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Quando voltar, vou recordar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fim...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467318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023582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Ensina-me a dizer sim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0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Escuta, Maria, a minha prece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Sou um frágil viajante nesta estrada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Na mochila carrego uma missão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Mas sou poeira, pedaço de nada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Que eu tenha força para avançar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Mesmo que a estrada me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Prenda ao chão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Dá-me um pouco dessa fé sem fundo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Escuta o pulsar do meu coração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77777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4779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Maria ensina-me a dizer sim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 dar a vida a caminhar sem medo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 abraçar 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Criado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 ser fiel, a olhar em segredo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Pois só tu sabes de cor os trilhos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Que o teu filho me chama a seguir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És o farol, a flor, a fonte e o berço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Nesse amor, que eu nasci para servir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0290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165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há caminho que apague essa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me invade a cada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Carrego-a para a dar ao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derrubar a noite mais sombria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É o teu filho que me seduz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vem num silêncio para me chamar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Sigo abraçado à sua cruz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resisto, deixo-me conquistar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186490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4779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Maria ensina-me a dizer sim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 dar a vida a caminhar sem medo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 abraçar 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Criado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 ser fiel, a olhar em segredo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Pois só tu sabes de cor os trilhos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Que o teu filho me chama a seguir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És o farol, a flor, a fonte e o berço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Nesse amor, que eu nasci para servir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222201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584337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Ensina-me a viver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33384"/>
            <a:ext cx="9233807" cy="5036532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Senhor, eu peço o teu amor por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É tão mais fácil conviver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Com atenção ouvimos Tua  voz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dirty="0">
                <a:latin typeface="Abadi Extra Light" panose="020B0204020104020204" pitchFamily="34" charset="0"/>
              </a:rPr>
              <a:t>Para podermos aprender.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253370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0386"/>
            <a:ext cx="9233807" cy="5861944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5000" dirty="0">
                <a:latin typeface="Abadi Extra Light" panose="020B0204020104020204" pitchFamily="34" charset="0"/>
              </a:rPr>
              <a:t>Oh Senhor dá-nos Tua graça e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5000" dirty="0">
                <a:latin typeface="Abadi Extra Light" panose="020B0204020104020204" pitchFamily="34" charset="0"/>
              </a:rPr>
              <a:t>Para podermos caminhar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5000" dirty="0">
                <a:latin typeface="Abadi Extra Light" panose="020B0204020104020204" pitchFamily="34" charset="0"/>
              </a:rPr>
              <a:t>E carregando esta nossa Cruz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5000" dirty="0">
                <a:latin typeface="Abadi Extra Light" panose="020B0204020104020204" pitchFamily="34" charset="0"/>
              </a:rPr>
              <a:t>Fica mais fácil suportar</a:t>
            </a:r>
            <a:endParaRPr lang="pt-PT" sz="20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98314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47799"/>
            <a:ext cx="9233807" cy="6050964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Senhor, ensina-me a 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 dar e a receber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De ti o que eu mereço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É tudo o que eu te peço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Para continuar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    A poder caminhar para a frente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393410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918"/>
            <a:ext cx="9233807" cy="6649082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500" dirty="0">
                <a:latin typeface="Abadi Extra Light" panose="020B0204020104020204" pitchFamily="34" charset="0"/>
              </a:rPr>
              <a:t>Gostava de Te poder ter aqui,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500" dirty="0">
                <a:latin typeface="Abadi Extra Light" panose="020B0204020104020204" pitchFamily="34" charset="0"/>
              </a:rPr>
              <a:t>tudo seria bem diferente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500" dirty="0">
                <a:latin typeface="Abadi Extra Light" panose="020B0204020104020204" pitchFamily="34" charset="0"/>
              </a:rPr>
              <a:t>Dar-Te a mão e irmos por aí,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500" dirty="0">
                <a:latin typeface="Abadi Extra Light" panose="020B0204020104020204" pitchFamily="34" charset="0"/>
              </a:rPr>
              <a:t>falar de Ti a toda a gente</a:t>
            </a:r>
            <a:endParaRPr lang="pt-PT" sz="9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331109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47799"/>
            <a:ext cx="9233807" cy="6050964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Senhor, ensina-me a 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 dar e a receber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De ti o que eu mereço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É tudo o que eu te peço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Para continuar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    A poder caminhar para a frente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506462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73899"/>
            <a:ext cx="9233807" cy="6310201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(Oh, Senhor) Dá-me a Tua mão,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que eu nunca diga não.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Tu és a minha luz,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és Tu quem me conduz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até à eternidade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com toda a liberdade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para sempre… Oh, Senhor!</a:t>
            </a:r>
            <a:endParaRPr lang="pt-PT" sz="24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03843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170233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Entrega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39856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600" dirty="0">
                <a:latin typeface="Abadi Extra Light" panose="020B0204020104020204" pitchFamily="34" charset="0"/>
              </a:rPr>
              <a:t>Sei, Senhor, que na vida, nem sempre temos tudo, tudo dado.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600" dirty="0">
                <a:latin typeface="Abadi Extra Light" panose="020B0204020104020204" pitchFamily="34" charset="0"/>
              </a:rPr>
              <a:t>Por isso aqui estou pronto para ser, ser ajudado…</a:t>
            </a:r>
            <a:endParaRPr lang="pt-PT" sz="185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019162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91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Senhor a Ti me entrego com todo o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eu nunca fui tão sincero, não sei mais o que fazer,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sem Ti eu não sei viver, ouve a minha oração: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Senhor dá-me a Tua mão</a:t>
            </a:r>
            <a:endParaRPr lang="pt-PT" sz="5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583511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165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Sei Senhor que não posso ter tudo o que quero ou que gosto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por isso peço-Te a Ti, que me leves sempre, sempre contigo</a:t>
            </a:r>
            <a:endParaRPr lang="pt-PT" sz="4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800255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91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Senhor a Ti me entrego com todo o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eu nunca fui tão sincero, não sei mais o que fazer,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sem Ti eu não sei viver, ouve a minha oração: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Senhor dá-me a Tua mão</a:t>
            </a:r>
            <a:endParaRPr lang="pt-PT" sz="5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777887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708186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Ergue-te ao sol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7280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Quando acordares olha por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em silêncio beija-me assim,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Conta-me como é acreditar,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Mostra-me o mundo pr ’além do olhar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991720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1166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Vozes no mar que se escondem,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E com vergonha de te ver, talvez…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Passo a vida sem acreditar,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Na corda bamba a vacilar.</a:t>
            </a:r>
          </a:p>
        </p:txBody>
      </p:sp>
    </p:spTree>
    <p:extLst>
      <p:ext uri="{BB962C8B-B14F-4D97-AF65-F5344CB8AC3E}">
        <p14:creationId xmlns:p14="http://schemas.microsoft.com/office/powerpoint/2010/main" val="2653786454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5836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800" b="1" i="1" dirty="0">
                <a:latin typeface="Abadi Extra Light" panose="020B0204020104020204" pitchFamily="34" charset="0"/>
              </a:rPr>
              <a:t>Ergue-te ao Sol,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800" b="1" i="1" dirty="0">
                <a:latin typeface="Abadi Extra Light" panose="020B0204020104020204" pitchFamily="34" charset="0"/>
              </a:rPr>
              <a:t>Vive cada dia como um só,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800" b="1" i="1" dirty="0">
                <a:latin typeface="Abadi Extra Light" panose="020B0204020104020204" pitchFamily="34" charset="0"/>
              </a:rPr>
              <a:t>Solta a tua voz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800" b="1" i="1" dirty="0">
                <a:latin typeface="Abadi Extra Light" panose="020B0204020104020204" pitchFamily="34" charset="0"/>
              </a:rPr>
              <a:t>Vem comigo acreditar!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5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628272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542063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És a minha vida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És a minha vida, Cristo meu Senhor,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És o meu caminho, a minha verdade.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 Tua palavra, eu caminharei,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Pois o Teu amor me envolve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sempre atua em mim.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Nada temerei porque tu estás comigo;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 eu jamais me afaste de Ti</a:t>
            </a:r>
            <a:r>
              <a:rPr lang="pt-PT" sz="14400" dirty="0">
                <a:latin typeface="Abadi Extra Light" panose="020B0204020104020204" pitchFamily="34" charset="0"/>
              </a:rPr>
              <a:t>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108570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615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És a minha força,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outra eu não tenho,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És a minha paz, minha liberdade.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Nada nesta vida, nos vai separar: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Sei que a Tua mão amiga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O não deixará;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E do mal a força em mim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Não irá vencer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Pois no Teu amor viverei.</a:t>
            </a:r>
            <a:endParaRPr lang="pt-PT" sz="11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180233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429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Creio em Ti, Senhor, filho de Maria,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Verbo eterno e Santo,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Homem como nós.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Morto por amor, vives entre nós: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És uma só coisa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Com o Pai e com os Teus.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Até aquele dia, eu sei,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Em que voltarás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Para completares Teu Reino.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360533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429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Creio em Ti , Pai,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Que és fonte da vida.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Creio em Ti, Jesus, Filho Salvador.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Vem, Espírito Santo,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Vem Fogo de amor.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Reunir na unidade todos os irmãos: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E por mil caminhos, sim,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Onde Tu quiseres, </a:t>
            </a:r>
            <a:br>
              <a:rPr lang="pt-PT" sz="17600" dirty="0">
                <a:latin typeface="Abadi Extra Light" panose="020B0204020104020204" pitchFamily="34" charset="0"/>
              </a:rPr>
            </a:br>
            <a:r>
              <a:rPr lang="pt-PT" sz="17600" dirty="0">
                <a:latin typeface="Abadi Extra Light" panose="020B0204020104020204" pitchFamily="34" charset="0"/>
              </a:rPr>
              <a:t>A palavra semearemos.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761315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817480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Espírito Santo sopro de vida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14539"/>
            <a:ext cx="9233807" cy="5416021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b="1" i="1" dirty="0">
                <a:latin typeface="Abadi Extra Light" panose="020B0204020104020204" pitchFamily="34" charset="0"/>
              </a:rPr>
              <a:t>Espírito Santo sopro de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b="1" i="1" dirty="0">
                <a:latin typeface="Abadi Extra Light" panose="020B0204020104020204" pitchFamily="34" charset="0"/>
              </a:rPr>
              <a:t>Espírito Santo sopro de fogo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b="1" i="1" dirty="0">
                <a:latin typeface="Abadi Extra Light" panose="020B0204020104020204" pitchFamily="34" charset="0"/>
              </a:rPr>
              <a:t>Espírito Santo consolador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b="1" i="1" dirty="0">
                <a:latin typeface="Abadi Extra Light" panose="020B0204020104020204" pitchFamily="34" charset="0"/>
              </a:rPr>
              <a:t>Tu nos santificas.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563380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54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Senhor, vem visitar-nos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aos nossos corações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Senhor vivificar-nos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nós Te esperamos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sopro de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sopro de fogo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consolador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Tu nos santificas.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927480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54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ó dom de Santidade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Espírito de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ó dom de caridade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nós Te esperamos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sopro de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sopro de fogo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consolador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Tu nos santificas.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19604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54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Senhor, vem reunir-nos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Senhor fortalecer-nos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Senhor recriar-nos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nós Te esperamos.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sopro de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sopro de fogo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Espírito Santo consolador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Tu nos santificas.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075463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818592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Esta é a festa da juventude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5416021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Esta é a festa da juventude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A alegria onde Deus está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Eu me pergunto onde está __________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Vamos todos ponham-se de pé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E dá uma volta e dança connosco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Dança connosco a mexer o pé (x2)</a:t>
            </a:r>
            <a:endParaRPr lang="pt-PT" sz="48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8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25158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872593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Estávamos perdidos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541602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Estávamos perdidos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Mas Jesus encontrou-nos;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300" dirty="0">
                <a:latin typeface="Abadi Extra Light" panose="020B0204020104020204" pitchFamily="34" charset="0"/>
              </a:rPr>
              <a:t>Éramos ovelhas transviadas</a:t>
            </a:r>
            <a:r>
              <a:rPr lang="pt-PT" sz="3900" dirty="0">
                <a:latin typeface="Abadi Extra Light" panose="020B0204020104020204" pitchFamily="34" charset="0"/>
              </a:rPr>
              <a:t>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Veio ao nosso encontro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Tomou-nos pela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trouxe a paz ao nosso coração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8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853040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54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 nosso coração estava vazio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Mas Jesus veio abri-lo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À promessa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Semeou nele a esperança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Veio ao nosso encontro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Tomou-nos pela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 trouxe a paz ao nosso coração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682207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69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 nossa vida era trevas e morte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Mas Deus mandou o Seu Filho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P’ra mudar a nossa sorte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Cumpriu em nós a promessa de Deus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Veio ao nosso encontro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Tomou-nos pela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 trouxe a paz ao nosso coração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683143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778989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Estrela Polar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Esta sede de Te encontrar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De correr p’ra Ti de estar junto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Guias pelos vales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O decurso do meu rio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Única razão és Tu, único sustento Tu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A minha vida existe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Porque existes Tu.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35747437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16938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Tudo gira à Tua volta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Em função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Não importa o quando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O onde e o porquê. (X2)</a:t>
            </a: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692354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Gira o firmamento sem nunca ter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Mas existe um ponto a brilhar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A Estrela Polar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Que fixa os meus passos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A Estrela polar és Tu,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A estrela segura és Tu.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A minha vida existe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Porque existes Tu.</a:t>
            </a:r>
            <a:endParaRPr lang="pt-PT" sz="6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812823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16938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Tudo gira à Tua volta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Em função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Não importa o quando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O onde e o porquê. (X2)</a:t>
            </a: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593841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Brilha a Tua luz no centro do meu ser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Dá sentido à vida que em mim nasceu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Tudo o que farei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Será somente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Único sustento Tu,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A estrela polar és Tu.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A minha vida existe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Porque existes Tu.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6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385276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16938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Tudo gira à Tua volta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Em função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Não importa o quando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O onde e o porquê. (X2)</a:t>
            </a:r>
          </a:p>
          <a:p>
            <a:pPr marL="0" indent="0" algn="ctr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4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28141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758989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Eu sou feliz porque o meu Cristo quer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081076"/>
            <a:ext cx="9233807" cy="477692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Eu sou feliz porque o meu Cristo quer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Eu sou feliz porque o meu Cristo quer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Felicidade não é uma coisa qualquer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Eu sou feliz porque o meu Cristo quer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05521310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122885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Faz o que Deus espera de ti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991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Chegou a hora de dizer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Quem nos leva a estar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Quem nos leva a caminhar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Quem nos faz buscar sentido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dirty="0">
                <a:latin typeface="Abadi Extra Light" panose="020B0204020104020204" pitchFamily="34" charset="0"/>
              </a:rPr>
              <a:t>Põe-te a mexer, põe-te a mexer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78310396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164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Chegou a hora de assumir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 verdade e o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Toda a esperança, toda a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Nossa fé no Deus que 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Põe-te a mexer, põe-te a mexer</a:t>
            </a:r>
            <a:endParaRPr lang="pt-PT" sz="8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637970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463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Faz o que Deus espera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Faz sem medo de te enganares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essa voz que tu ouves te faz vibrar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a voz deste Pai, Pai de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Por isso faz, hoje e sempre, Faz o que Deus espera de ti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42406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164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Chegou a hora de gozar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Da beleza deste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Das riquezas que há em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Da vida eterna em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Põe-te a mexer, põe-te a mexer</a:t>
            </a:r>
            <a:endParaRPr lang="pt-PT" sz="8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6459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463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Faz o que Deus espera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Faz sem medo de te enganares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essa voz que tu ouves te faz vibrar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a voz deste Pai, Pai de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Por isso faz, hoje e sempre, Faz o que Deus espera de ti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625381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811591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Fé a arder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47986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Há uma chama, na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Mas seu brilho é sem vigor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Pouco a pouco ela cresce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sei que em breve, dará calor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52557878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Minha fé está a arder,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um fogo a crescer,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Minha vida levo até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o mundo vai 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que há um fogo em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A brilhar com todo o Teu poder,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Vem inflama a minha fé, fé a arder</a:t>
            </a:r>
            <a:endParaRPr lang="pt-PT" sz="5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872019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69428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000" dirty="0">
                <a:latin typeface="Abadi Extra Light" panose="020B0204020104020204" pitchFamily="34" charset="0"/>
              </a:rPr>
              <a:t>Uma vela acesa, pode acender outra,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000" dirty="0">
                <a:latin typeface="Abadi Extra Light" panose="020B0204020104020204" pitchFamily="34" charset="0"/>
              </a:rPr>
              <a:t>E se essa mesma, o repetir.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000" dirty="0">
                <a:latin typeface="Abadi Extra Light" panose="020B0204020104020204" pitchFamily="34" charset="0"/>
              </a:rPr>
              <a:t>Em pouco tempo, o mundo inteiro,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000" dirty="0">
                <a:latin typeface="Abadi Extra Light" panose="020B0204020104020204" pitchFamily="34" charset="0"/>
              </a:rPr>
              <a:t>Em chama unida irá luzir.</a:t>
            </a:r>
            <a:endParaRPr lang="pt-PT" sz="50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471239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Minha fé está a arder,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um fogo a crescer,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Minha vida levo até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o mundo vai 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que há um fogo em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A brilhar com todo o Teu poder,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Vem inflama a minha fé, fé a arder</a:t>
            </a:r>
            <a:endParaRPr lang="pt-PT" sz="5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44271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16675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600" dirty="0">
                <a:latin typeface="Abadi Extra Light" panose="020B0204020104020204" pitchFamily="34" charset="0"/>
              </a:rPr>
              <a:t>Há uma mensagem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dirty="0">
                <a:latin typeface="Abadi Extra Light" panose="020B0204020104020204" pitchFamily="34" charset="0"/>
              </a:rPr>
              <a:t>que é preciso partilhar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dirty="0">
                <a:latin typeface="Abadi Extra Light" panose="020B0204020104020204" pitchFamily="34" charset="0"/>
              </a:rPr>
              <a:t>Mostrando que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dirty="0">
                <a:latin typeface="Abadi Extra Light" panose="020B0204020104020204" pitchFamily="34" charset="0"/>
              </a:rPr>
              <a:t>em nós pode brilhar</a:t>
            </a:r>
            <a:endParaRPr lang="pt-PT" sz="66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806233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Minha fé está a arder,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um fogo a crescer,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Minha vida levo até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o mundo vai 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que há um fogo em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A brilhar com todo o Teu poder,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Vem inflama a minha fé, fé a arder</a:t>
            </a:r>
            <a:endParaRPr lang="pt-PT" sz="5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282632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5406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l-PL" sz="8000" dirty="0">
                <a:latin typeface="Abadi Extra Light" panose="020B0204020104020204" pitchFamily="34" charset="0"/>
              </a:rPr>
              <a:t>Na na na-na-na-na-na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l-PL" sz="8000" dirty="0">
                <a:latin typeface="Abadi Extra Light" panose="020B0204020104020204" pitchFamily="34" charset="0"/>
              </a:rPr>
              <a:t>Na na na-na-na-na-na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l-PL" sz="8000" dirty="0">
                <a:latin typeface="Abadi Extra Light" panose="020B0204020104020204" pitchFamily="34" charset="0"/>
              </a:rPr>
              <a:t>Na na na-na-na-na-na</a:t>
            </a:r>
          </a:p>
        </p:txBody>
      </p:sp>
    </p:spTree>
    <p:extLst>
      <p:ext uri="{BB962C8B-B14F-4D97-AF65-F5344CB8AC3E}">
        <p14:creationId xmlns:p14="http://schemas.microsoft.com/office/powerpoint/2010/main" val="978246185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829459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Fogo de Deus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850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Fogo de Deus, luz lá dos céus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 ofusca o meu olhar e me faz duvidar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desse amor que me envolve, Senhor.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Brisa vazia, cor, sinfonia,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força que acalma o mar e eu torno a duvidar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 és Tu que me bates e eu não deixo entrar.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46158330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324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És Tu,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Tu que descobres caminhos de luz,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Tua magia que a mim me seduz,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atravessando o oceano de vento.</a:t>
            </a: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270995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5184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Pergunto-me, és Tu,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Tu que me acordas ao amanhecer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 que me embalas ao anoitecer,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 mesmo assim eu duvido outra vez.</a:t>
            </a: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709276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Homem que chama, Deus que me ama.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Palavra eterna e pura que em mim hoje perdura.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É assim que eu mostro o que vai em mim.</a:t>
            </a:r>
          </a:p>
        </p:txBody>
      </p:sp>
    </p:spTree>
    <p:extLst>
      <p:ext uri="{BB962C8B-B14F-4D97-AF65-F5344CB8AC3E}">
        <p14:creationId xmlns:p14="http://schemas.microsoft.com/office/powerpoint/2010/main" val="4110449385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605658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És Tu,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Tu que descobres caminhos de luz,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Tua magia que a mim me seduz,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atravessando o oceano de vento.</a:t>
            </a: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704868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5184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Pergunto-me, és Tu,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Tu que me acordas ao amanhecer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que me embalas ao anoitecer,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mesmo assim eu duvido outra vez.</a:t>
            </a:r>
            <a:r>
              <a:rPr lang="pt-PT" sz="600" b="1" i="1" dirty="0">
                <a:solidFill>
                  <a:schemeClr val="bg1">
                    <a:lumMod val="95000"/>
                  </a:schemeClr>
                </a:solidFill>
                <a:latin typeface="ø" panose="00000200000000000000" pitchFamily="2" charset="0"/>
              </a:rPr>
              <a:t> </a:t>
            </a:r>
            <a:endParaRPr lang="pt-PT" sz="48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És tu Senhor, és tu Senhor</a:t>
            </a:r>
            <a:endParaRPr lang="pt-PT" sz="600" b="1" i="1" dirty="0"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352434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76425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Fonte inesgotável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Fonte inesgotável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Ó fonte da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Vem saciar-nos para a vida eterna.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Mar que a todos banhas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Rio que tudo fecundas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Vem renovar a Tua igreja!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93751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0146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Luz que nos dás 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anima a terra,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Luz que nos dás 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que vences a noite;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Tu que iluminas hoje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Os nossos corações,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Vem iluminar a Tua igreja!</a:t>
            </a: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252521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897735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Fui Judeu com o Judeu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5805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Fui Judeu com o Judeu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 pagão com o pagão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Fiz-me débil com o débil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Fiz-me pobre com o pobre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 fiz-me tudo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  P’ra todos para servir     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B7E6ACD8-A7A4-4C04-BE9A-B97A4C42E4DD}"/>
              </a:ext>
            </a:extLst>
          </p:cNvPr>
          <p:cNvCxnSpPr/>
          <p:nvPr/>
        </p:nvCxnSpPr>
        <p:spPr>
          <a:xfrm>
            <a:off x="7754816" y="4897316"/>
            <a:ext cx="0" cy="133643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A33F86-E432-467B-BF0F-271D95BA488B}"/>
              </a:ext>
            </a:extLst>
          </p:cNvPr>
          <p:cNvSpPr txBox="1"/>
          <p:nvPr/>
        </p:nvSpPr>
        <p:spPr>
          <a:xfrm>
            <a:off x="7833946" y="5211588"/>
            <a:ext cx="102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i="1" dirty="0">
                <a:latin typeface="Abadi Extra Light" panose="020B0204020104020204" pitchFamily="34" charset="0"/>
              </a:rPr>
              <a:t>(x2)</a:t>
            </a:r>
          </a:p>
        </p:txBody>
      </p:sp>
    </p:spTree>
    <p:extLst>
      <p:ext uri="{BB962C8B-B14F-4D97-AF65-F5344CB8AC3E}">
        <p14:creationId xmlns:p14="http://schemas.microsoft.com/office/powerpoint/2010/main" val="827622241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Anunciar os novos Céus,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Não é outro o meu dever,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Vão é o orgulho qu’encerra.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8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 semente lanço à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Outro é que a faz crescer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Todo o mérito é de Deus.</a:t>
            </a:r>
            <a:endParaRPr lang="pt-PT" sz="8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963795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5343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Fui Judeu com o Judeu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pagão com o pagão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Fiz-me débil com o débil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Fiz-me pobre com o pobre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fiz-me tudo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  P’ra todos para servir </a:t>
            </a:r>
            <a:r>
              <a:rPr lang="pt-PT" sz="17600" b="1" i="1" dirty="0">
                <a:latin typeface="Abadi Extra Light" panose="020B0204020104020204" pitchFamily="34" charset="0"/>
              </a:rPr>
              <a:t>    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B7E6ACD8-A7A4-4C04-BE9A-B97A4C42E4DD}"/>
              </a:ext>
            </a:extLst>
          </p:cNvPr>
          <p:cNvCxnSpPr>
            <a:cxnSpLocks/>
          </p:cNvCxnSpPr>
          <p:nvPr/>
        </p:nvCxnSpPr>
        <p:spPr>
          <a:xfrm>
            <a:off x="8150469" y="4545624"/>
            <a:ext cx="0" cy="162657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A33F86-E432-467B-BF0F-271D95BA488B}"/>
              </a:ext>
            </a:extLst>
          </p:cNvPr>
          <p:cNvSpPr txBox="1"/>
          <p:nvPr/>
        </p:nvSpPr>
        <p:spPr>
          <a:xfrm>
            <a:off x="8097714" y="5004969"/>
            <a:ext cx="102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i="1" dirty="0">
                <a:latin typeface="Abadi Extra Light" panose="020B0204020104020204" pitchFamily="34" charset="0"/>
              </a:rPr>
              <a:t>(x2)</a:t>
            </a:r>
          </a:p>
        </p:txBody>
      </p:sp>
    </p:spTree>
    <p:extLst>
      <p:ext uri="{BB962C8B-B14F-4D97-AF65-F5344CB8AC3E}">
        <p14:creationId xmlns:p14="http://schemas.microsoft.com/office/powerpoint/2010/main" val="1124688378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Não avanço à aventura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Sem norte no horizonte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Corro ao encontro da meta.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8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Incansável, qual atleta,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Até que um dia desponte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 manhã na noite escura.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927857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5343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Fui Judeu com o Judeu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pagão com o pagão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Fiz-me débil com o débil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Fiz-me pobre com o pobre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fiz-me tudo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  P’ra todos para servir </a:t>
            </a:r>
            <a:r>
              <a:rPr lang="pt-PT" sz="17600" b="1" i="1" dirty="0">
                <a:latin typeface="Abadi Extra Light" panose="020B0204020104020204" pitchFamily="34" charset="0"/>
              </a:rPr>
              <a:t>    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B7E6ACD8-A7A4-4C04-BE9A-B97A4C42E4DD}"/>
              </a:ext>
            </a:extLst>
          </p:cNvPr>
          <p:cNvCxnSpPr>
            <a:cxnSpLocks/>
          </p:cNvCxnSpPr>
          <p:nvPr/>
        </p:nvCxnSpPr>
        <p:spPr>
          <a:xfrm>
            <a:off x="8150469" y="4545624"/>
            <a:ext cx="0" cy="162657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A33F86-E432-467B-BF0F-271D95BA488B}"/>
              </a:ext>
            </a:extLst>
          </p:cNvPr>
          <p:cNvSpPr txBox="1"/>
          <p:nvPr/>
        </p:nvSpPr>
        <p:spPr>
          <a:xfrm>
            <a:off x="8097714" y="5004969"/>
            <a:ext cx="102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i="1" dirty="0">
                <a:latin typeface="Abadi Extra Light" panose="020B0204020104020204" pitchFamily="34" charset="0"/>
              </a:rPr>
              <a:t>(x2)</a:t>
            </a:r>
          </a:p>
        </p:txBody>
      </p:sp>
    </p:spTree>
    <p:extLst>
      <p:ext uri="{BB962C8B-B14F-4D97-AF65-F5344CB8AC3E}">
        <p14:creationId xmlns:p14="http://schemas.microsoft.com/office/powerpoint/2010/main" val="1591734396"/>
      </p:ext>
    </p:extLst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A coroa da vitória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Que aos seus tem Deus guardada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No termo me cingirá.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De alegria se ergue já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Em vida nova mudada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No universo a antiga História.</a:t>
            </a:r>
            <a:endParaRPr lang="pt-PT" sz="46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2030"/>
      </p:ext>
    </p:extLst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5343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Fui Judeu com o Judeu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pagão com o pagão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Fiz-me débil com o débil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Fiz-me pobre com o pobre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fiz-me tudo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  P’ra todos para servir </a:t>
            </a:r>
            <a:r>
              <a:rPr lang="pt-PT" sz="17600" b="1" i="1" dirty="0">
                <a:latin typeface="Abadi Extra Light" panose="020B0204020104020204" pitchFamily="34" charset="0"/>
              </a:rPr>
              <a:t>    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B7E6ACD8-A7A4-4C04-BE9A-B97A4C42E4DD}"/>
              </a:ext>
            </a:extLst>
          </p:cNvPr>
          <p:cNvCxnSpPr>
            <a:cxnSpLocks/>
          </p:cNvCxnSpPr>
          <p:nvPr/>
        </p:nvCxnSpPr>
        <p:spPr>
          <a:xfrm>
            <a:off x="8150469" y="4545624"/>
            <a:ext cx="0" cy="162657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A33F86-E432-467B-BF0F-271D95BA488B}"/>
              </a:ext>
            </a:extLst>
          </p:cNvPr>
          <p:cNvSpPr txBox="1"/>
          <p:nvPr/>
        </p:nvSpPr>
        <p:spPr>
          <a:xfrm>
            <a:off x="8097714" y="5004969"/>
            <a:ext cx="102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i="1" dirty="0">
                <a:latin typeface="Abadi Extra Light" panose="020B0204020104020204" pitchFamily="34" charset="0"/>
              </a:rPr>
              <a:t>(x2)</a:t>
            </a:r>
          </a:p>
        </p:txBody>
      </p:sp>
    </p:spTree>
    <p:extLst>
      <p:ext uri="{BB962C8B-B14F-4D97-AF65-F5344CB8AC3E}">
        <p14:creationId xmlns:p14="http://schemas.microsoft.com/office/powerpoint/2010/main" val="2219680607"/>
      </p:ext>
    </p:extLst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593079"/>
      </p:ext>
    </p:extLst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Glória in excelsis Deo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71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Ah! Vinde todos à porfia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Cantar um hino de louvor,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Hino de paz e alegria,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os anjos cantam ao Senhor: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Glória in excelsis Deo!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22393647"/>
      </p:ext>
    </p:extLst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797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Naquela noite venturosa,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Em que nasceu o Salvador,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anjos com voz harmoniosa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Deram no céu este clamor: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Glória in excelsis Deo!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02490764"/>
      </p:ext>
    </p:extLst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797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Vamos juntar-nos aos pastores,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P’ra irmos todos a Belém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Saudar férvidos louvores,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 Salvador que hoje nos vem.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Glória in excelsis Deo!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81143551"/>
      </p:ext>
    </p:extLst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797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requer faustos aparatos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é riqueza lá dos céus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Ó pobrezinhos vinde gratos,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Reconhecer o vosso Deus.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Glória in excelsis Deo!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96648960"/>
      </p:ext>
    </p:extLst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458759"/>
      </p:ext>
    </p:extLst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Graças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3212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pelo amor que até a Ti hoje nos traz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pela bondade e pela tua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pelo dom desta pertença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por seres Tu o nosso ideal</a:t>
            </a: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33158068"/>
      </p:ext>
    </p:extLst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0899"/>
            <a:ext cx="9233807" cy="576671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 assim seremos um lado a lado a caminhar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Seremos um em Ti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Guiados pela luz do Teu olhar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537406"/>
      </p:ext>
    </p:extLst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0899"/>
            <a:ext cx="9233807" cy="576671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 deixa o amor cantar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As maravilhas do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Deixa o amor brilhar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Até ao dia em que tudo iluminar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559863"/>
      </p:ext>
    </p:extLst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1450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pela alegria que só Tu nos podes 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pela cruz que quisestes partilhar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pela esperança em cada amanhecer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por seres Tu o nosso viver</a:t>
            </a: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12840989"/>
      </p:ext>
    </p:extLst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0899"/>
            <a:ext cx="9233807" cy="576671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 assim seremos um lado a lado a caminhar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Seremos um em Ti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Guiados pela luz do Teu olhar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814191"/>
      </p:ext>
    </p:extLst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0899"/>
            <a:ext cx="9233807" cy="576671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 deixa o amor cantar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As maravilhas do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Deixa o amor brilhar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Até ao dia em que tudo iluminar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910423"/>
      </p:ext>
    </p:extLst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1450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por seres Pai pelo Teu abraço de perdão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pelo céu e pela redenção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pela fé que dá sentido ao nosso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Graças por seres Tu a nossa companhia</a:t>
            </a: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69127163"/>
      </p:ext>
    </p:extLst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0899"/>
            <a:ext cx="9233807" cy="576671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 assim seremos um lado a lado a caminhar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Seremos um em Ti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Guiados pela luz do Teu olhar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106334"/>
      </p:ext>
    </p:extLst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0899"/>
            <a:ext cx="9233807" cy="576671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 deixa o amor cantar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As maravilhas do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Deixa o amor brilhar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Até ao dia em que tudo iluminar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951556"/>
      </p:ext>
    </p:extLst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465638"/>
      </p:ext>
    </p:extLst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Grita comigo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3212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Amigo te canto a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O primeiro inconformista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Que rompendo com a moda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Criaste a anti moda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93780012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Ao mesmo tempo choro por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Porque a sociedade te cativou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E calou teu grito de protesto e luta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E a tua moda apareceu,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Nas galerias e desfiles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Valoriza-se o teu vestir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600" dirty="0">
                <a:latin typeface="Abadi Extra Light" panose="020B0204020104020204" pitchFamily="34" charset="0"/>
              </a:rPr>
              <a:t>E se vende a grande preço…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6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180873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2425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Grita comigo que é possível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Avançar contra a corrente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Grita comigo que é possível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te tiram as palavras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Será tua vida a que grita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Fortemente!!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030490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6185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Amigo, que fazer,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Se o consumo e o conforto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Têm mais publicidade que a liberdade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Manipulam e confundem a tua criatividade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E te envolvem na respeitável sociedade.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Assassinando o amor,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Em aventuras passageiras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Procurando a evasão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Entre a vida que se escapa.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4626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2425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Grita comigo que é possível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Avançar contra a corrente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Grita comigo que é possível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te tiram as palavras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Será tua vida a que grita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Fortemente!!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26989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452029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Guiado pela mão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066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Guiado pela mão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com Jesus eu vou   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E sigo como ovelha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que encontrou pastor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Guiado pela mão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com Jesus eu vou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800" b="1" i="1" dirty="0">
                <a:latin typeface="Abadi Extra Light" panose="020B0204020104020204" pitchFamily="34" charset="0"/>
              </a:rPr>
              <a:t>Aonde Ele vai. 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609436"/>
      </p:ext>
    </p:extLst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429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 Jesus te diz: "Amigo,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deixa tudo e vem comigo".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Como posso resistir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Ao seu amor (ao seu amor)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 Jesus te diz: "Amigo,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deixa tudo e vem comigo".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Minha mão porei na sua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irei com Ele.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474854"/>
      </p:ext>
    </p:extLst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316" y="11416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Guiado pela mão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com Jesus eu vou   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sigo como ovelha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encontrou pastor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Guiado pela mão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com Jesus eu vou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Aonde Ele vai. 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895485"/>
      </p:ext>
    </p:extLst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429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 Jesus te diz: "Amigo,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deixa tudo e vem comigo".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Como posso ser feliz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Sem ir com Ele (sem ir com Ele)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 Jesus te diz: "Amigo,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deixa tudo e vem comigo".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Seguirei o Seu caminho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irei com Ele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996943"/>
      </p:ext>
    </p:extLst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316" y="11416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Guiado pela mão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com Jesus eu vou   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sigo como ovelha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encontrou pastor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Guiado pela mão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com Jesus eu vou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Aonde Ele vai. 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278791"/>
      </p:ext>
    </p:extLst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696988"/>
      </p:ext>
    </p:extLst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Há pressa no 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818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De todo o mundo para este lugar,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Partimos, voámos, chegámos aqui.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Com Maria, ensaiamos um sim.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Queremos servir, fazer a vontade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Do Pai, nosso Pai.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Chamados a ser com Cristo Jesus,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Queremos dar, queremos estar,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Dispostos ao sim, fazer como a Mãe.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00019032"/>
      </p:ext>
    </p:extLst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7731" y="10989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Todos vão ouvir a nossa voz,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Levantemos braços, há pressa no 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 vive e não nos deixa sós: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mais deixaremos de amar.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621201"/>
      </p:ext>
    </p:extLst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136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Tu que andas à procura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Parte à descoberta, vem ver o que eu vi.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connosco, vem olhar para além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Daquilo que fazes e que não te deixa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Sorrir e amar.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Não olhes para trás, não digas que não.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Ouve o teu coração,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parte, sem medo, nesta missão.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19325291"/>
      </p:ext>
    </p:extLst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7731" y="10989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Todos vão ouvir a nossa voz,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Levantemos braços, há pressa no 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 vive e não nos deixa sós: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mais deixaremos de amar.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932687"/>
      </p:ext>
    </p:extLst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136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Foi Maria quem primeiro acolheu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 grande surpresa da vida sem fim.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Confiante e simples, quis receber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Tão grande mistério de um Deus que 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p’ra sempre / Por ti e por mim.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Não posso calar, não posso deixar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 dizer: “Meu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Conta comigo, não mais calarei!”</a:t>
            </a: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03963515"/>
      </p:ext>
    </p:extLst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7731" y="10989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Todos vão ouvir a nossa voz,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Levantemos braços, há pressa no 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 vive e não nos deixa sós: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mais deixaremos de amar.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016737"/>
      </p:ext>
    </p:extLst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136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Sem ter dúvidas da sua missão,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Maria, tão jovem, depressa deixou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Sua casa e </a:t>
            </a:r>
            <a:r>
              <a:rPr lang="pt-PT" sz="16000" dirty="0" err="1">
                <a:latin typeface="Abadi Extra Light" panose="020B0204020104020204" pitchFamily="34" charset="0"/>
              </a:rPr>
              <a:t>p’la</a:t>
            </a:r>
            <a:r>
              <a:rPr lang="pt-PT" sz="16000" dirty="0">
                <a:latin typeface="Abadi Extra Light" panose="020B0204020104020204" pitchFamily="34" charset="0"/>
              </a:rPr>
              <a:t> montanha subiu,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P’ra ver Isabel e logo encontrou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Saudação, comunhão.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 fruto é bendito, é o meu Senhor!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eu também quero ouvir: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“Porque acreditaste, para sempre és feliz!”</a:t>
            </a: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10302524"/>
      </p:ext>
    </p:extLst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7731" y="10989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Todos vão ouvir a nossa voz,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Levantemos braços, há pressa no 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 vive e não nos deixa sós: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mais deixaremos de amar.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006542"/>
      </p:ext>
    </p:extLst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616941"/>
      </p:ext>
    </p:extLst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Impele a tua própria canoa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92968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deixes cair teus olhos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te deixes enganar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Olha de frente os escolhos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Olha, podes encalhar.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94343133"/>
      </p:ext>
    </p:extLst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É urgente estar atento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Ver para onde corre a maré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Ver de onde sopra o vento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vás tu perder o pé.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300473"/>
      </p:ext>
    </p:extLst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316" y="11416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 é quem te diz oh, oh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Impele a tua própria canoa,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queres mesmo ser feliz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te deixes ir à toa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Impele a tua própria canoa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Ooh…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Impele a tua própria canoa.</a:t>
            </a:r>
            <a:r>
              <a:rPr lang="pt-PT" sz="21600" b="1" i="1" dirty="0">
                <a:latin typeface="ø" panose="00000200000000000000" pitchFamily="2" charset="0"/>
              </a:rPr>
              <a:t>			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468842"/>
      </p:ext>
    </p:extLst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549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vida não é deserto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Não queiras ficar no cais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Lenço rubro é rumo certo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Decide tu onde vais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Não queiras ficar no cais.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116568"/>
      </p:ext>
    </p:extLst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316" y="11416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 é quem te diz oh, oh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Impele a tua própria canoa,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queres mesmo ser feliz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te deixes ir à toa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Impele a tua própria canoa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Ooh…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   Impele a tua própria canoa.</a:t>
            </a:r>
            <a:r>
              <a:rPr lang="pt-PT" sz="21600" b="1" i="1" dirty="0">
                <a:latin typeface="ø" panose="00000200000000000000" pitchFamily="2" charset="0"/>
              </a:rPr>
              <a:t>			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706329"/>
      </p:ext>
    </p:extLst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155990"/>
      </p:ext>
    </p:extLst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In manus tuas Pater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24805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In manus tuas Pater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Commendo spiritum meum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In manus tuas Pater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Commendo spiritum meum</a:t>
            </a:r>
            <a:endParaRPr lang="pt-PT" sz="27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40122284"/>
      </p:ext>
    </p:extLst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334798"/>
      </p:ext>
    </p:extLst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Inunda o meu ser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3799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Inunda o meu ser,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inunda o meu ser,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Espírito, inunda o meu ser.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Com fogo de amor,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ó vem sobre mim.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Espírito inunda o meu ser. 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709220"/>
      </p:ext>
    </p:extLst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762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Ensina-me a amar,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ensina-me a amar,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Espírito, ensina-me a amar.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Como ama Jesus,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ó vem sobre mim.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Espírito ensina-me a amar. </a:t>
            </a: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01949263"/>
      </p:ext>
    </p:extLst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450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Aumenta-me a fé,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aumenta-me a fé,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Espírito, aumenta-me a fé.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 fogo de amor,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ó vem sobre mim.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Espírito aumenta-me a fé  </a:t>
            </a: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71739721"/>
      </p:ext>
    </p:extLst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450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Ensina-me a orar,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ensina-me a orar,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Espírito, ensina-me a orar.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Como ora Jesus,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ó vem sobre mim.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Espírito ensina-me a </a:t>
            </a:r>
            <a:r>
              <a:rPr lang="pt-PT" sz="21600">
                <a:latin typeface="Abadi Extra Light" panose="020B0204020104020204" pitchFamily="34" charset="0"/>
              </a:rPr>
              <a:t>orar  </a:t>
            </a: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78636647"/>
      </p:ext>
    </p:extLst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931862"/>
      </p:ext>
    </p:extLst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Jesus Cristo és minha vida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556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Jesus Cristo, és vida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Jesus Cristo, és vida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És vida em mim, Aleluia!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40363051"/>
      </p:ext>
    </p:extLst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4505"/>
            <a:ext cx="9233807" cy="5914113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És caminho, Tu és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Tu és a nossa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Caminhando junto a Ti</a:t>
            </a:r>
            <a:br>
              <a:rPr lang="pt-PT" sz="21600" dirty="0">
                <a:latin typeface="Abadi Extra Light" panose="020B0204020104020204" pitchFamily="34" charset="0"/>
              </a:rPr>
            </a:br>
            <a:r>
              <a:rPr lang="pt-PT" sz="21600" dirty="0">
                <a:latin typeface="Abadi Extra Light" panose="020B0204020104020204" pitchFamily="34" charset="0"/>
              </a:rPr>
              <a:t>Viveremos </a:t>
            </a:r>
            <a:r>
              <a:rPr lang="pt-PT" sz="21600" dirty="0" err="1">
                <a:latin typeface="Abadi Extra Light" panose="020B0204020104020204" pitchFamily="34" charset="0"/>
              </a:rPr>
              <a:t>p’ra</a:t>
            </a:r>
            <a:r>
              <a:rPr lang="pt-PT" sz="21600" dirty="0">
                <a:latin typeface="Abadi Extra Light" panose="020B0204020104020204" pitchFamily="34" charset="0"/>
              </a:rPr>
              <a:t> sempre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93218071"/>
      </p:ext>
    </p:extLst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Jesus Cristo, és vida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Jesus Cristo, és vida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És vida em mim, Aleluia!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96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81369449"/>
      </p:ext>
    </p:extLst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7460"/>
            <a:ext cx="9233807" cy="591411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Na alegria caminharemos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Trazendo o Teu Evangelho.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Testemunhos de caridade,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Filhos de Deus no mundo</a:t>
            </a:r>
            <a:r>
              <a:rPr lang="pt-PT" sz="21600" dirty="0">
                <a:latin typeface="Abadi Extra Light" panose="020B0204020104020204" pitchFamily="34" charset="0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39484003"/>
      </p:ext>
    </p:extLst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Jesus Cristo, és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Jesus Cristo, és minha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És minha luz, Aleluia!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99922544"/>
      </p:ext>
    </p:extLst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4002"/>
            <a:ext cx="9233807" cy="591411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Tu nos reúnes na unidade,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Tu nos reúnes em Teu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Diante de Ti em alegria,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Cantamos tua Glória.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66720599"/>
      </p:ext>
    </p:extLst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Jesus Cristo, és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Jesus Cristo, és minha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És minha luz, Aleluia!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9891391"/>
      </p:ext>
    </p:extLst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830051"/>
      </p:ext>
    </p:extLst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Jesus Cristo mora aqui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2667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Onde moras meu Senhor, quero saber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caminhos que percorres quero 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Teus sonhos, Tua paz quero 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Teu caminho, Teu amor quero sentir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6604628"/>
      </p:ext>
    </p:extLst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316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sei que amas, que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 me queres que me adoras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sempre, sempre,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 sempre sem pensares em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Tu darias Tua vida por aquele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  por aquela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Pelo outro pela outra por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  nós todos e por mim.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461792"/>
      </p:ext>
    </p:extLst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316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Jesus Cristo mora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Na paz do meu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Me seduz e me convoca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Ao encontro do irmão.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Se este sim lhe quero 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Contigo hei-de cantar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ser feliz é 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viver é respirar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    JESUS CRISTO!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591147"/>
      </p:ext>
    </p:extLst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624317"/>
      </p:ext>
    </p:extLst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Jesus, filho de Deus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5642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Jesus, filho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No teu reino lembra-Te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Jesus, filho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No teu reino lembra-te  de mim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19945301"/>
      </p:ext>
    </p:extLst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354885"/>
      </p:ext>
    </p:extLst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Jovem ergue o teu lema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760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Se te sentes só,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Procura 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No amor, no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Que vem de Deus!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92295432"/>
      </p:ext>
    </p:extLst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5099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Se não tens fé,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Não podes construir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Teu sonho de paz,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Teu reino de amor,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Teu mundo melhor!</a:t>
            </a:r>
            <a:endParaRPr lang="pt-PT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76416802"/>
      </p:ext>
    </p:extLst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5316" y="14067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Jovem ergue o teu lema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Faz um poema e canta a canção;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Semeia a verdade,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Ergue a tua voz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Não fiques parado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Segue comigo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dá-me a tua mão!</a:t>
            </a:r>
            <a:endParaRPr lang="pt-PT" sz="8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936267"/>
      </p:ext>
    </p:extLst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57100"/>
      </p:ext>
    </p:extLst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Levanta-te que está chegando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32124"/>
            <a:ext cx="9233807" cy="541602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b="1" i="1" dirty="0">
                <a:latin typeface="Abadi Extra Light" panose="020B0204020104020204" pitchFamily="34" charset="0"/>
              </a:rPr>
              <a:t>Levanta-te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b="1" i="1" dirty="0">
                <a:latin typeface="Abadi Extra Light" panose="020B0204020104020204" pitchFamily="34" charset="0"/>
              </a:rPr>
              <a:t>Que está chegando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b="1" i="1" dirty="0">
                <a:latin typeface="Abadi Extra Light" panose="020B0204020104020204" pitchFamily="34" charset="0"/>
              </a:rPr>
              <a:t>O Senhor virá!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412865"/>
      </p:ext>
    </p:extLst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942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Ele nos trará, seu esplendor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Ele nos trará a Luz e a Paz.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Levanta-te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está chegando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Senhor virá!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191659"/>
      </p:ext>
    </p:extLst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753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no Senhor confiarei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Ele nos dará a salvação.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Levanta-te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está chegando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Senhor virá!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950577"/>
      </p:ext>
    </p:extLst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548485"/>
      </p:ext>
    </p:extLst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Logo que nasceu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74808"/>
            <a:ext cx="9233807" cy="5416021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Logo que nasceu, Jesus acampou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E à luz das estrelas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Uma voz soou: </a:t>
            </a:r>
            <a:r>
              <a:rPr lang="pt-PT" sz="7600" dirty="0" err="1">
                <a:latin typeface="Abadi Extra Light" panose="020B0204020104020204" pitchFamily="34" charset="0"/>
              </a:rPr>
              <a:t>Uaaa</a:t>
            </a:r>
            <a:r>
              <a:rPr lang="pt-PT" sz="7600" dirty="0">
                <a:latin typeface="Abadi Extra Light" panose="020B0204020104020204" pitchFamily="34" charset="0"/>
              </a:rPr>
              <a:t>… </a:t>
            </a:r>
            <a:r>
              <a:rPr lang="pt-PT" sz="7600" dirty="0" err="1">
                <a:latin typeface="Abadi Extra Light" panose="020B0204020104020204" pitchFamily="34" charset="0"/>
              </a:rPr>
              <a:t>Uaaaa</a:t>
            </a:r>
            <a:r>
              <a:rPr lang="pt-PT" sz="7600" dirty="0">
                <a:latin typeface="Abadi Extra Light" panose="020B0204020104020204" pitchFamily="34" charset="0"/>
              </a:rPr>
              <a:t>….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932761"/>
      </p:ext>
    </p:extLst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84873"/>
            <a:ext cx="9233807" cy="541602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Maria Senhora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Seu filho embalou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E à luz das estrelas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Uma voz soou: </a:t>
            </a:r>
            <a:r>
              <a:rPr lang="pt-PT" sz="7600" dirty="0" err="1">
                <a:latin typeface="Abadi Extra Light" panose="020B0204020104020204" pitchFamily="34" charset="0"/>
              </a:rPr>
              <a:t>Uaaa</a:t>
            </a:r>
            <a:r>
              <a:rPr lang="pt-PT" sz="7600" dirty="0">
                <a:latin typeface="Abadi Extra Light" panose="020B0204020104020204" pitchFamily="34" charset="0"/>
              </a:rPr>
              <a:t>… </a:t>
            </a:r>
            <a:r>
              <a:rPr lang="pt-PT" sz="7600" dirty="0" err="1">
                <a:latin typeface="Abadi Extra Light" panose="020B0204020104020204" pitchFamily="34" charset="0"/>
              </a:rPr>
              <a:t>Uaaaa</a:t>
            </a:r>
            <a:r>
              <a:rPr lang="pt-PT" sz="7600" dirty="0">
                <a:latin typeface="Abadi Extra Light" panose="020B0204020104020204" pitchFamily="34" charset="0"/>
              </a:rPr>
              <a:t>….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48157"/>
      </p:ext>
    </p:extLst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62459"/>
      </p:ext>
    </p:extLst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Louvado sejas, ó meu Senhor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41979"/>
            <a:ext cx="9233807" cy="5416021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000" b="1" i="1" dirty="0">
                <a:latin typeface="Abadi Extra Light" panose="020B0204020104020204" pitchFamily="34" charset="0"/>
              </a:rPr>
              <a:t>Louvado sejas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000" b="1" i="1" dirty="0">
                <a:latin typeface="Abadi Extra Light" panose="020B0204020104020204" pitchFamily="34" charset="0"/>
              </a:rPr>
              <a:t>ó meu senhor (x4</a:t>
            </a:r>
            <a:r>
              <a:rPr lang="pt-PT" sz="9000" b="1" i="1" dirty="0">
                <a:latin typeface="Abadi Extra Light" panose="020B0204020104020204" pitchFamily="34" charset="0"/>
              </a:rPr>
              <a:t>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000" dirty="0">
                <a:latin typeface="Abadi Extra Light" panose="020B0204020104020204" pitchFamily="34" charset="0"/>
              </a:rPr>
              <a:t>Nós queremos louvar-Te,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000" dirty="0">
                <a:latin typeface="Abadi Extra Light" panose="020B0204020104020204" pitchFamily="34" charset="0"/>
              </a:rPr>
              <a:t>em todo o tempo.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000" dirty="0">
                <a:latin typeface="Abadi Extra Light" panose="020B0204020104020204" pitchFamily="34" charset="0"/>
              </a:rPr>
              <a:t>Pela lua o sol e as estrelas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000" dirty="0">
                <a:latin typeface="Abadi Extra Light" panose="020B0204020104020204" pitchFamily="34" charset="0"/>
              </a:rPr>
              <a:t>E por todas as Tuas criaturas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8000" dirty="0">
                <a:latin typeface="Abadi Extra Light" panose="020B0204020104020204" pitchFamily="34" charset="0"/>
              </a:rPr>
              <a:t>Que há no mundo e são tão belas.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213807"/>
      </p:ext>
    </p:extLst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76373"/>
            <a:ext cx="9233807" cy="541602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Louvado sejas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ó meu senhor (x4</a:t>
            </a:r>
            <a:r>
              <a:rPr lang="pt-PT" sz="16000" b="1" i="1" dirty="0">
                <a:latin typeface="Abadi Extra Light" panose="020B0204020104020204" pitchFamily="34" charset="0"/>
              </a:rPr>
              <a:t>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Pela terra,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 a todos nos sustenta.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Pelos frutos, as ervas e as flores.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Pelo dia, com sol ou em tormenta.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Nós cantamos os Teus louvores.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213856"/>
      </p:ext>
    </p:extLst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76373"/>
            <a:ext cx="9233807" cy="541602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Louvado sejas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ó meu senhor (x4</a:t>
            </a:r>
            <a:r>
              <a:rPr lang="pt-PT" sz="16000" b="1" i="1" dirty="0">
                <a:latin typeface="Abadi Extra Light" panose="020B0204020104020204" pitchFamily="34" charset="0"/>
              </a:rPr>
              <a:t>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Pelos lares, que vivem tão unidos,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são fonte fecunda do teu povo,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Pelos jovens,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 lutam com pujança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Para termos um mundo novo.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506206"/>
      </p:ext>
    </p:extLst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94487"/>
            <a:ext cx="9233807" cy="541602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Louvado sejas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ó meu senhor (x4</a:t>
            </a:r>
            <a:r>
              <a:rPr lang="pt-PT" sz="16000" b="1" i="1" dirty="0">
                <a:latin typeface="Abadi Extra Light" panose="020B0204020104020204" pitchFamily="34" charset="0"/>
              </a:rPr>
              <a:t>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Por aqueles que sofrem a injustiça,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 certeza que haja liberdade,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Pelos homens lançados na aventura,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 semearem a felicidade.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72167"/>
      </p:ext>
    </p:extLst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055444"/>
      </p:ext>
    </p:extLst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Luz terna e suave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41979"/>
            <a:ext cx="9233807" cy="5416021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Que importa,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se é tão longe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a praia onde tenho de chegar.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Se sobre mim levar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pousada a clara luz do teu olhar.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Hoje te peço,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para seres a luz que me ilumina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na plenitude da tua luz divina.</a:t>
            </a: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958533"/>
      </p:ext>
    </p:extLst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3420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Luz terna e suave no meio da noite,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leva-nos mais longe.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Não temos aqui uma morada permanente.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Leva-nos mais longe,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Luz terna e suave no meio da noite.</a:t>
            </a:r>
            <a:endParaRPr lang="pt-PT" sz="10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584997"/>
      </p:ext>
    </p:extLst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9208"/>
            <a:ext cx="9233807" cy="6589643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Esquece,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os meus passos mal andados, meu desamor,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perdoa os meus pecados. Eu sei que vai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raiar a madrugada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e não me deixarás abandonado.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Se Tu me dás a mão,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meus passos serão firmes no andar.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Leva-me mais longe para a Ti chegar.</a:t>
            </a:r>
            <a:endParaRPr lang="pt-PT" sz="32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123951"/>
      </p:ext>
    </p:extLst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3420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Luz terna e suave no meio da noite,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leva-nos mais longe.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Não temos aqui uma morada permanente.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Leva-nos mais longe,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Luz terna e suave no meio da noite.</a:t>
            </a:r>
            <a:endParaRPr lang="pt-PT" sz="10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530815"/>
      </p:ext>
    </p:extLst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925169"/>
      </p:ext>
    </p:extLst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Mãe de toda a Igreja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41979"/>
            <a:ext cx="9233807" cy="541602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dirty="0">
                <a:latin typeface="Abadi Extra Light" panose="020B0204020104020204" pitchFamily="34" charset="0"/>
              </a:rPr>
              <a:t>Sabemos o Teu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dirty="0">
                <a:latin typeface="Abadi Extra Light" panose="020B0204020104020204" pitchFamily="34" charset="0"/>
              </a:rPr>
              <a:t>Veneramos tua imagem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dirty="0">
                <a:latin typeface="Abadi Extra Light" panose="020B0204020104020204" pitchFamily="34" charset="0"/>
              </a:rPr>
              <a:t>Sabemos tua história,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dirty="0">
                <a:latin typeface="Abadi Extra Light" panose="020B0204020104020204" pitchFamily="34" charset="0"/>
              </a:rPr>
              <a:t>Admiramos tua coragem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dirty="0">
                <a:latin typeface="Abadi Extra Light" panose="020B0204020104020204" pitchFamily="34" charset="0"/>
              </a:rPr>
              <a:t>Maria, muito mais para bendizer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dirty="0">
                <a:latin typeface="Abadi Extra Light" panose="020B0204020104020204" pitchFamily="34" charset="0"/>
              </a:rPr>
              <a:t>Maria muito mais do que uma mulher!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475659"/>
      </p:ext>
    </p:extLst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0989"/>
            <a:ext cx="9233807" cy="5416021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És mãe e és exemplo,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Amor nunca antes visto.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És mãe de toda a igreja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E mãe de Jesus Cristo.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Maria, tu és a Nossa Senhora,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Maria, és a nossa protetora.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460280"/>
      </p:ext>
    </p:extLst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0989"/>
            <a:ext cx="9233807" cy="6210753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3500" b="1" i="1" dirty="0">
                <a:latin typeface="Abadi Extra Light" panose="020B0204020104020204" pitchFamily="34" charset="0"/>
              </a:rPr>
              <a:t>Maria, o Teu nome vou chamar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3500" b="1" i="1" dirty="0">
                <a:latin typeface="Abadi Extra Light" panose="020B0204020104020204" pitchFamily="34" charset="0"/>
              </a:rPr>
              <a:t>Maria, Tu me ensinaste a 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3500" b="1" i="1" dirty="0">
                <a:latin typeface="Abadi Extra Light" panose="020B0204020104020204" pitchFamily="34" charset="0"/>
              </a:rPr>
              <a:t>Maria, não esquecemos Tua missão,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3500" b="1" i="1" dirty="0">
                <a:latin typeface="Abadi Extra Light" panose="020B0204020104020204" pitchFamily="34" charset="0"/>
              </a:rPr>
              <a:t>Que o amor a Jesus Cristo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3500" b="1" i="1" dirty="0">
                <a:latin typeface="Abadi Extra Light" panose="020B0204020104020204" pitchFamily="34" charset="0"/>
              </a:rPr>
              <a:t>É o caminho para o perdão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829569"/>
      </p:ext>
    </p:extLst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12602"/>
            <a:ext cx="9233807" cy="621075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Maria, és exemplo para 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Maria, não vacilaste um segundo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Maria, és a mãe de toda a igreja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o teu manto nos proteja, Mãe!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990361"/>
      </p:ext>
    </p:extLst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0989"/>
            <a:ext cx="9233807" cy="5416021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Tu és a mãe de Deus,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És a nossa santa mãe.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Tu és a virgem santa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Que encarnou o bem!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Maria, Teu enorme coração,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Maria, ensinou-nos o perdão.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06542"/>
      </p:ext>
    </p:extLst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834028"/>
      </p:ext>
    </p:extLst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Mãe, o meu dia chegou ao fim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41979"/>
            <a:ext cx="9233807" cy="541602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o meu dia chegou ao fim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Sinto uma paz dentro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 estou feliz no meu cansaço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por tudo o que eu fui e  dei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Leva o meu obrigado ao Pai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Enquanto fico em teu regaço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043158"/>
      </p:ext>
    </p:extLst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5789"/>
            <a:ext cx="9233807" cy="541602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Aqui vou encontrar o que procuro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Mais alegria para dar e para ser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Mãe, confio em ti és meu seguro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E sinto, mãe, que tu me estás a acolher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069925"/>
      </p:ext>
    </p:extLst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2211"/>
            <a:ext cx="9233807" cy="541602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o meu dia chegou ao fim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Sinto uma paz dentro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 estou feliz no meu cansaço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por tudo o que eu fui e  dei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Leva o meu obrigado ao Pai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Enquanto fico em teu regaço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93717"/>
      </p:ext>
    </p:extLst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9815"/>
            <a:ext cx="9233807" cy="541602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Aqui o abandono filial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Vou aprender e em teu colo experimentar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Mãe, confio em ti o meu ideal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E sinto bem que tu me estás a transformar.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584270"/>
      </p:ext>
    </p:extLst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2211"/>
            <a:ext cx="9233807" cy="541602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o meu dia chegou ao fim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Sinto uma paz dentro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 estou feliz no meu cansaço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por tudo o que eu fui e  dei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Leva o meu obrigado ao Pai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Enquanto fico em teu regaço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20094"/>
      </p:ext>
    </p:extLst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9815"/>
            <a:ext cx="9233807" cy="541602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Aqui tu me preparas p’ra missão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Seara enorme, paciente, a esperar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De novo faço a minha consagração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Sei que amanhã me voltarás a enviar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206698"/>
      </p:ext>
    </p:extLst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2211"/>
            <a:ext cx="9233807" cy="541602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o meu dia chegou ao fim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Sinto uma paz dentro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 estou feliz no meu cansaço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por tudo o que eu fui e  dei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Leva o meu obrigado ao Pai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Enquanto fico em teu regaço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295957"/>
      </p:ext>
    </p:extLst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534946"/>
      </p:ext>
    </p:extLst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Mãe, olha para mim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41979"/>
            <a:ext cx="9233807" cy="541602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olha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Guarda o meu Sim, neste novo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Como Tu, quero me entregar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Ensina-me a rezar. Avé Maria!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464953"/>
      </p:ext>
    </p:extLst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9815"/>
            <a:ext cx="9233807" cy="541602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Coloca Tuas mãos sobre meus olhos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De Mãe que o filho adormece;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Fixa no meu o Teu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Escuta, Virgem Mãe, a minha prece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687530"/>
      </p:ext>
    </p:extLst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8152" y="852043"/>
            <a:ext cx="9233807" cy="541602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olha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Guarda o meu Sim, neste novo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Como Tu, quero me entregar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Ensina-me a rezar. Avé Maria!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095888"/>
      </p:ext>
    </p:extLst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37531"/>
            <a:ext cx="9233807" cy="541602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Coloca Tuas mãos em minha fronte,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Envolve-me no manto que aquece;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Venho para estar junto de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Escuta, Virgem Mãe, a minha prece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734227"/>
      </p:ext>
    </p:extLst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8152" y="852043"/>
            <a:ext cx="9233807" cy="541602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olha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Guarda o meu Sim, neste novo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Como Tu, quero me entregar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Ensina-me a rezar. Avé Maria!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549861"/>
      </p:ext>
    </p:extLst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0"/>
            <a:ext cx="9233807" cy="541602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Sabes dos meus sonhos e anseios,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‎Que eles sejam, Mãe, também os Teus;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Escuta, Virgem Mãe, a minha prece,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Ensina-me a dizer meu Sim a Deus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006160"/>
      </p:ext>
    </p:extLst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8152" y="852043"/>
            <a:ext cx="9233807" cy="541602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Mãe, olha para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Guarda o meu Sim, neste novo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Como Tu, quero me entregar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500" b="1" i="1" dirty="0">
                <a:latin typeface="Abadi Extra Light" panose="020B0204020104020204" pitchFamily="34" charset="0"/>
              </a:rPr>
              <a:t>Ensina-me a rezar. Avé Maria!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793001"/>
      </p:ext>
    </p:extLst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74185"/>
      </p:ext>
    </p:extLst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Magnificat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41979"/>
            <a:ext cx="9233807" cy="5416021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Magnificat, magnificat, magnificat anima mea Dominum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Magnificat, magnificat, magnificat anima mea!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723096"/>
      </p:ext>
    </p:extLst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329154"/>
      </p:ext>
    </p:extLst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Maravilhas fez em mim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41979"/>
            <a:ext cx="9233807" cy="541602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Maravilhas fez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Minh’alma canta de gozo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Pois em minha pequenez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Se detiveram seus olhos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596929"/>
      </p:ext>
    </p:extLst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40818"/>
            <a:ext cx="9233807" cy="5416021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E o Santo e Poderoso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Espera hoje por meu sim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Minha alma canta de gozo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600" dirty="0">
                <a:latin typeface="Abadi Extra Light" panose="020B0204020104020204" pitchFamily="34" charset="0"/>
              </a:rPr>
              <a:t>Maravilhas fez em mim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281103"/>
      </p:ext>
    </p:extLst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5836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Maravilhas fez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Da alma brota o meu canto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O Senhor me amou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Como aos lírios do campo</a:t>
            </a:r>
            <a:endParaRPr lang="pt-PT" sz="36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010072"/>
      </p:ext>
    </p:extLst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518746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E por seu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Ele habita hoje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Que não pare nunca este canto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Maravilhas fez em mim</a:t>
            </a:r>
          </a:p>
        </p:txBody>
      </p:sp>
    </p:spTree>
    <p:extLst>
      <p:ext uri="{BB962C8B-B14F-4D97-AF65-F5344CB8AC3E}">
        <p14:creationId xmlns:p14="http://schemas.microsoft.com/office/powerpoint/2010/main" val="925073096"/>
      </p:ext>
    </p:extLst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825674"/>
      </p:ext>
    </p:extLst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Maria de Nazaré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Maria de Nazaré, Maria me cativou;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Fez mais forte a minha fé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por filho me adotou.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Às vezes eu paro e fico a pensar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sem perceber me vejo a rezar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meu coração se põe a cantar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P’ra Virgem de Nazaré.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05672206"/>
      </p:ext>
    </p:extLst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463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Menina que Deus amou e escolheu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P'ra mãe de Jesus, o Filho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Maria que o povo inteiro elegeu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Senhora e mãe do céu.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Avé Maria, Avé Maria,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Avé Maria, Mãe de Jesus</a:t>
            </a:r>
            <a:endParaRPr lang="pt-PT" sz="105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433550"/>
      </p:ext>
    </p:extLst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463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Maria eu quero bem,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Maria do puro amor;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Igual a você, ninguém,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Mãe pura do meu Senhor.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3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Em cada melhor que a terra criou,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Um traço de Deus, Maria deixou,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Um sonho de mãe, Maria plantou,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dirty="0">
                <a:latin typeface="Abadi Extra Light" panose="020B0204020104020204" pitchFamily="34" charset="0"/>
              </a:rPr>
              <a:t>Pró mundo encontrar paz.</a:t>
            </a:r>
          </a:p>
        </p:txBody>
      </p:sp>
    </p:spTree>
    <p:extLst>
      <p:ext uri="{BB962C8B-B14F-4D97-AF65-F5344CB8AC3E}">
        <p14:creationId xmlns:p14="http://schemas.microsoft.com/office/powerpoint/2010/main" val="57674875"/>
      </p:ext>
    </p:extLst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463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Maria que fez o Cristo falar,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Maria que fez Jesus caminhar,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Maria que só viveu p’ra seu Deus,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Maria do povo meu.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Avé Maria, Avé Maria,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Avé Maria, Mãe de Jesus</a:t>
            </a:r>
            <a:endParaRPr lang="pt-PT" sz="105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548405"/>
      </p:ext>
    </p:extLst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990919"/>
      </p:ext>
    </p:extLst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Maria, um sorriso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 Teu sorriso o Teu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mais preciso para fazer-me ao mar.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 teu sorrir a viver convida,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Me faça partir repartir a minha vida.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Acolhe-me em Teus braços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eu vou fazer-me ao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Num mundo sem abraços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Envia-me a abraçar…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63811592"/>
      </p:ext>
    </p:extLst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463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Aconchego maternal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Na hora da partida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É a luz matinal que a viver convida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Partilhar do meu pão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Partilhar a minha fome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MÃE minha missão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Sorrir em teu nome</a:t>
            </a:r>
            <a:endParaRPr lang="pt-PT" sz="10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325449"/>
      </p:ext>
    </p:extLst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566423"/>
      </p:ext>
    </p:extLst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Meu bom mestre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Meu bom mestre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 que hei-de eu fazer para ter,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Meu bom Mestre, a vida eterna?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“Olha vai, vende tudo o que tens…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 Olha vai, vende tudo o que tens…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 Vem comigo, vem!”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44850930"/>
      </p:ext>
    </p:extLst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953699"/>
      </p:ext>
    </p:extLst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Minha força és tu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47586"/>
            <a:ext cx="9233807" cy="436300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200" b="1" i="1" dirty="0">
                <a:latin typeface="Abadi Extra Light" panose="020B0204020104020204" pitchFamily="34" charset="0"/>
              </a:rPr>
              <a:t>Minha força és Tu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200" b="1" i="1" dirty="0">
                <a:latin typeface="Abadi Extra Light" panose="020B0204020104020204" pitchFamily="34" charset="0"/>
              </a:rPr>
              <a:t>(3x)</a:t>
            </a:r>
            <a:endParaRPr lang="pt-PT" sz="4800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99359960"/>
      </p:ext>
    </p:extLst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077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Não vai ruir, esta casa que em ti ergo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Podem entrar: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chuvas, dores, mágoas, ventos.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És minha rocha, que me abraça em ternura.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Se os rios movem, os lagos sobem,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os mares podem transbordar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Não tenho medo, és meu sustento,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em ti me vou edificar.</a:t>
            </a:r>
          </a:p>
        </p:txBody>
      </p:sp>
    </p:spTree>
    <p:extLst>
      <p:ext uri="{BB962C8B-B14F-4D97-AF65-F5344CB8AC3E}">
        <p14:creationId xmlns:p14="http://schemas.microsoft.com/office/powerpoint/2010/main" val="2453717129"/>
      </p:ext>
    </p:extLst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6397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200" b="1" i="1" dirty="0">
                <a:latin typeface="Abadi Extra Light" panose="020B0204020104020204" pitchFamily="34" charset="0"/>
              </a:rPr>
              <a:t>Minha força és Tu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200" b="1" i="1" dirty="0">
                <a:latin typeface="Abadi Extra Light" panose="020B0204020104020204" pitchFamily="34" charset="0"/>
              </a:rPr>
              <a:t>(3x)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0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45102"/>
      </p:ext>
    </p:extLst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077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Faz-te ouvir.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Nos teus versos me alimento.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Para espalhar, Tua Palavra ao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Tu és a marra, pilar onde eu me prendo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Se as brisas sopram, ventos levantam,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e a tempestade vai chegar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Não tenho medo, és meu sustento,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Abadi Extra Light" panose="020B0204020104020204" pitchFamily="34" charset="0"/>
              </a:rPr>
              <a:t>em ti me vou edificar.</a:t>
            </a:r>
          </a:p>
        </p:txBody>
      </p:sp>
    </p:spTree>
    <p:extLst>
      <p:ext uri="{BB962C8B-B14F-4D97-AF65-F5344CB8AC3E}">
        <p14:creationId xmlns:p14="http://schemas.microsoft.com/office/powerpoint/2010/main" val="1626852997"/>
      </p:ext>
    </p:extLst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6397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200" b="1" i="1" dirty="0">
                <a:latin typeface="Abadi Extra Light" panose="020B0204020104020204" pitchFamily="34" charset="0"/>
              </a:rPr>
              <a:t>Minha força és Tu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200" b="1" i="1" dirty="0">
                <a:latin typeface="Abadi Extra Light" panose="020B0204020104020204" pitchFamily="34" charset="0"/>
              </a:rPr>
              <a:t>(3x)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0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790204"/>
      </p:ext>
    </p:extLst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077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Se os rios movem, os lagos sobem,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os mares podem transbordar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Não tenho medo, és meu sustento,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dirty="0">
                <a:latin typeface="Abadi Extra Light" panose="020B0204020104020204" pitchFamily="34" charset="0"/>
              </a:rPr>
              <a:t>em ti me vou edificar.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Minha força és Tu (x3)</a:t>
            </a:r>
          </a:p>
        </p:txBody>
      </p:sp>
    </p:spTree>
    <p:extLst>
      <p:ext uri="{BB962C8B-B14F-4D97-AF65-F5344CB8AC3E}">
        <p14:creationId xmlns:p14="http://schemas.microsoft.com/office/powerpoint/2010/main" val="3342381160"/>
      </p:ext>
    </p:extLst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823845"/>
      </p:ext>
    </p:extLst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 Misericordias domini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911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As misericórdias do Senhor para sempre cantarei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Misericordias domini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In aeternum </a:t>
            </a:r>
            <a:r>
              <a:rPr lang="pt-PT" sz="17600" b="1" i="1" dirty="0" err="1">
                <a:latin typeface="Abadi Extra Light" panose="020B0204020104020204" pitchFamily="34" charset="0"/>
              </a:rPr>
              <a:t>cantabo</a:t>
            </a:r>
            <a:endParaRPr lang="pt-PT" sz="176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08148"/>
      </p:ext>
    </p:extLst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803510"/>
      </p:ext>
    </p:extLst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 Missão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831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Senhor, aceita a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Antes que o tempo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Desgaste anos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Estou, disposto </a:t>
            </a:r>
            <a:r>
              <a:rPr lang="pt-PT" sz="17600">
                <a:latin typeface="Abadi Extra Light" panose="020B0204020104020204" pitchFamily="34" charset="0"/>
              </a:rPr>
              <a:t>a partir</a:t>
            </a: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Seja para onde for,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chamas-me a seguir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843956"/>
      </p:ext>
    </p:extLst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4290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Leva-me onde os Homens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Necessitem das tuas palavras e precisem,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De forças para 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Onde falte a esperança,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Onde os Homens não amem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Simplesmente,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Por não te conhecer.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0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671036"/>
      </p:ext>
    </p:extLst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288032"/>
      </p:ext>
    </p:extLst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 Momentos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39620"/>
            <a:ext cx="9233807" cy="5321617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Chegas de longe, de tão perto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De mãos vazias, cheias de ambições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No peito a ânsia, a 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Nos olhos a imensidão, dos céus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700390"/>
      </p:ext>
    </p:extLst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9262"/>
            <a:ext cx="9233807" cy="60087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Vamos acordar de novo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Novos rumos a atingir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Ser o princípio da estrada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dirty="0">
                <a:latin typeface="Abadi Extra Light" panose="020B0204020104020204" pitchFamily="34" charset="0"/>
              </a:rPr>
              <a:t>Que muitos vão seguir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0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769984"/>
      </p:ext>
    </p:extLst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5069"/>
            <a:ext cx="9233807" cy="60087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Ah! Este som que a voz ecoa</a:t>
            </a:r>
            <a:br>
              <a:rPr lang="pt-PT" sz="6000" b="1" i="1" dirty="0">
                <a:latin typeface="Abadi Extra Light" panose="020B0204020104020204" pitchFamily="34" charset="0"/>
              </a:rPr>
            </a:br>
            <a:r>
              <a:rPr lang="pt-PT" sz="6000" b="1" i="1" dirty="0">
                <a:latin typeface="Abadi Extra Light" panose="020B0204020104020204" pitchFamily="34" charset="0"/>
              </a:rPr>
              <a:t>Sobre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Sobre a terra e sobre o mar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0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444106"/>
      </p:ext>
    </p:extLst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9262"/>
            <a:ext cx="9233807" cy="60087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Vive cada momento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Como se fosse um só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Para gritares no firmamento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Valeu a pena estar aqui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0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526458"/>
      </p:ext>
    </p:extLst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72955"/>
      </p:ext>
    </p:extLst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 Nada nos separará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80134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Nada nos separará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Nada nos separará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Nada nos separará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Do Amor de Deus</a:t>
            </a:r>
            <a:endParaRPr lang="pt-PT" b="1" i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292468"/>
      </p:ext>
    </p:extLst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086212"/>
      </p:ext>
    </p:extLst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 Nada te turbe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2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Nada te turbe,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Nada te espante.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Quem a Deus tem,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Nada lhe falta!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Nada te turbe,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Nada te espante.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Só Deus, basta!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077211"/>
      </p:ext>
    </p:extLst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511571"/>
      </p:ext>
    </p:extLst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 Nada temo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1680"/>
            <a:ext cx="9233807" cy="4363006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Se me envolve a noite escura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 caminho sobre abismos de amargura,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nada temo, porque a luz está comigo.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Nada temo, porque…</a:t>
            </a:r>
            <a:endParaRPr lang="pt-PT" sz="8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18735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7519"/>
            <a:ext cx="9233807" cy="656048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Se me colhe a tempestade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e Jesus vai a dormir na minha barca,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nada temo porque a Paz está comigo.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Nada temo porque…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5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9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778975"/>
      </p:ext>
    </p:extLst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29402"/>
            <a:ext cx="9233807" cy="656048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 porque nunca estou sozinha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temo, tenho Deus no meu caminho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8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418755"/>
      </p:ext>
    </p:extLst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710"/>
            <a:ext cx="9233807" cy="678028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Se me perco no deserto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e de sede me consumo e desfaleço,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nada temo, porque a Fonte está comigo.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Nada temo porque…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Se os descrentes me insultarem e se os ímpios mortalmente me odiarem,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Nada temo, porque a Vida está comigo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Nada temo porque…</a:t>
            </a:r>
            <a:endParaRPr lang="pt-PT" sz="10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758164"/>
      </p:ext>
    </p:extLst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29402"/>
            <a:ext cx="9233807" cy="656048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 porque nunca estou sozinha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temo, tenho Deus no meu caminho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8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867432"/>
      </p:ext>
    </p:extLst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710"/>
            <a:ext cx="9233807" cy="678028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Se os amigos me deixarem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em caminhos de miséria e orfandade,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nada temo, porque o Pai está comigo.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Nada temo porque…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Se me envolve a noite escura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e caminho sobre abismos de amargura,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nada temo, porque a luz está comigo.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Nada temo porque…</a:t>
            </a:r>
            <a:endParaRPr lang="pt-PT" sz="10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501092"/>
      </p:ext>
    </p:extLst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29402"/>
            <a:ext cx="9233807" cy="656048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 porque nunca estou sozinha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temo, tenho Deus no meu caminho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Nada temo…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8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177741"/>
      </p:ext>
    </p:extLst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435836"/>
      </p:ext>
    </p:extLst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 Não adores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adores nunca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Ninguém mais que a Deus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adores nunca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Ninguém mais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adores nunca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Ninguém mais que a Deus! 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971723"/>
      </p:ext>
    </p:extLst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escutes nunca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Ninguém mais que a Deus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escutes nunca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Ninguém mais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escutes nunca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Ninguém mais que a Deus!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contemples …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820923"/>
      </p:ext>
    </p:extLst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só ele é o Senhor (X2)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adores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Nunca ninguém mais,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escutes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Nunca ninguém mais,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contemples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Nunca ninguém mais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a Deus!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00575"/>
      </p:ext>
    </p:extLst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991985"/>
      </p:ext>
    </p:extLst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 Não sei como louvar-te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Não sei como louvar-Te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Nem que dizer Senhor.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Confio em Tua palavra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me abre o coração.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Toma a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é simples ante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Ela quer ser louvor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Pelo que fazes em mim.</a:t>
            </a:r>
            <a:endParaRPr lang="pt-PT" sz="16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096438"/>
      </p:ext>
    </p:extLst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65654" y="1881555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000" b="1" i="1" dirty="0">
                <a:latin typeface="Abadi Extra Light" panose="020B0204020104020204" pitchFamily="34" charset="0"/>
              </a:rPr>
              <a:t>Glória, Glória a Deus.</a:t>
            </a:r>
            <a:br>
              <a:rPr lang="pt-PT" sz="8000" b="1" i="1" dirty="0">
                <a:latin typeface="Abadi Extra Light" panose="020B0204020104020204" pitchFamily="34" charset="0"/>
              </a:rPr>
            </a:br>
            <a:r>
              <a:rPr lang="pt-PT" sz="8000" b="1" i="1" dirty="0">
                <a:latin typeface="Abadi Extra Light" panose="020B0204020104020204" pitchFamily="34" charset="0"/>
              </a:rPr>
              <a:t>   Glória, Glória (X2)</a:t>
            </a:r>
            <a:endParaRPr lang="pt-PT" sz="14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285517"/>
      </p:ext>
    </p:extLst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4517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Sinto em mim Tua presença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Sou como Tu me vês,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Toma a minha pobreza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dá-me a tua paz.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Indigno de Teus dons,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Mas por Teu grande amor,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Teu espírito me anima,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Graças Te dou Senhor!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58154674"/>
      </p:ext>
    </p:extLst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18408" y="1661747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8000" b="1" i="1" dirty="0">
                <a:latin typeface="Abadi Extra Light" panose="020B0204020104020204" pitchFamily="34" charset="0"/>
              </a:rPr>
              <a:t>Glória, Glória a Deus.</a:t>
            </a:r>
            <a:br>
              <a:rPr lang="pt-PT" sz="8000" b="1" i="1" dirty="0">
                <a:latin typeface="Abadi Extra Light" panose="020B0204020104020204" pitchFamily="34" charset="0"/>
              </a:rPr>
            </a:br>
            <a:r>
              <a:rPr lang="pt-PT" sz="8000" b="1" i="1" dirty="0">
                <a:latin typeface="Abadi Extra Light" panose="020B0204020104020204" pitchFamily="34" charset="0"/>
              </a:rPr>
              <a:t>   Glória, Glória (X2)</a:t>
            </a:r>
            <a:endParaRPr lang="pt-PT" sz="14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145854"/>
      </p:ext>
    </p:extLst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150887"/>
      </p:ext>
    </p:extLst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Ninguém te ama como eu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Quanto esperei este momento,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Quanto esperei que estivesses aqui,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Quanto esperei que me falasses,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Quanto esperei que viesses a mim.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Sei bem o que tens vivido,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Sei bem porque tens chorado,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Eu sei porque tens sofrido,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Sempre estive ao teu lado.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96864771"/>
      </p:ext>
    </p:extLst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638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Ninguém te ama como eu,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Ninguém te ama como eu.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Olha p’ra cruz,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a minha maior prova,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Ninguém te ama como eu.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28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960994"/>
      </p:ext>
    </p:extLst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4840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28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Ninguém te ama como eu,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Ninguém te ama como eu.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Foi por Ti só por Ti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Porque te amo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Ninguém te ama como eu.</a:t>
            </a:r>
            <a:endParaRPr lang="pt-PT" sz="2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345848"/>
      </p:ext>
    </p:extLst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434482"/>
      </p:ext>
    </p:extLst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Nos amou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Salvos pela graça,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Cheios do seu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Queremos proclamar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Quão grande é 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Aquele que nos tirou das trevas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Nos firmou na sua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Pagou um alto preço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Seu nome é Jesus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9142786"/>
      </p:ext>
    </p:extLst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176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constrange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liberta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é mais forte, o seu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transforma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imutável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Grande é o seu amor que faz todas as coisas novas</a:t>
            </a:r>
            <a:endParaRPr lang="pt-PT" sz="8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43306"/>
      </p:ext>
    </p:extLst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24517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 quem prestar louvor?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P'ra quem adoração?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Senão aquele que nos livrou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Da morte e da prisão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Pois Ele nos tirou das trevas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Nos firmou na sua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Pagou um alto preço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Seu nome é Jesus</a:t>
            </a:r>
            <a:endParaRPr lang="pt-PT" sz="11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77749117"/>
      </p:ext>
    </p:extLst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176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constrange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liberta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é mais forte, o seu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transforma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imutável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Grande é o seu amor que faz todas as coisas novas</a:t>
            </a:r>
            <a:endParaRPr lang="pt-PT" sz="8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42496"/>
      </p:ext>
    </p:extLst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10188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iremos calar o louvor que puseste em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Sabemos quem És, Sabemos quem És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Iremos confiar todo o nosso ser e caminhar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Sabemos quem És, Sabemos quem És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10446057"/>
      </p:ext>
    </p:extLst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176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constrange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liberta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é mais forte, o seu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que transforma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Nos amou com amor imutável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Grande é o seu amor que faz todas as coisas novas</a:t>
            </a:r>
            <a:endParaRPr lang="pt-PT" sz="8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249482"/>
      </p:ext>
    </p:extLst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860209"/>
      </p:ext>
    </p:extLst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Noite feliz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6490"/>
            <a:ext cx="9233807" cy="49851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Noite feliz, noite feliz!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 Senhor, Deus de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Pobrezinho nasceu em Belém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Eis na lapa Jesus, nosso bem!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Dorme em paz, ó Jesus!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Dorme em paz, ó Jesus!</a:t>
            </a:r>
            <a:endParaRPr lang="pt-PT" sz="11200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34601342"/>
      </p:ext>
    </p:extLst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7225"/>
            <a:ext cx="9233807" cy="49851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Noite feliz, noite feliz!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Ó Jesus, Deus de Luz,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Quão amável é Teu coração,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quiseste nascer nosso irmão,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a todos salvar!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a todos salvar!</a:t>
            </a: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94631769"/>
      </p:ext>
    </p:extLst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7225"/>
            <a:ext cx="9233807" cy="49851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Noite feliz, noite feliz!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Eis que no ar vêm cantar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Aos pastores, os anjos dos céus,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Anunciando a chegada de Deus,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Jesus Salvador!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Jesus Salvador!</a:t>
            </a: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095865"/>
      </p:ext>
    </p:extLst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979637"/>
      </p:ext>
    </p:extLst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Nunca mais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6490"/>
            <a:ext cx="9233807" cy="49851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 eu fosse capaz de avistar o seu manso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Porquê não voar então, já que tudo é tão perfeito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Neste sonho meu de um dia te encontrar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1200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70899733"/>
      </p:ext>
    </p:extLst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6400"/>
            <a:ext cx="9233807" cy="49851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Tenho sua palavra guardada em meu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 promessa divina de que a vida não é em vão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Porque não sorrir então, se apesar do imperfeito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Desse corpo meu, tens um céu a me esperar</a:t>
            </a: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95720146"/>
      </p:ext>
    </p:extLst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6400"/>
            <a:ext cx="9233807" cy="4985199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Para nunca mais separar-me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 viver onde a dor não vai existir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Ah se o mundo soubesse quão perto estás de vir</a:t>
            </a: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51636669"/>
      </p:ext>
    </p:extLst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0594"/>
            <a:ext cx="9233807" cy="49851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Hoje o homem procura na sua vida realizar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seus sonhos terrestres sem ao menos se importar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que existe um Deus no céu e o que importa é 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Dedicada ao senhor, uma vida de valor</a:t>
            </a: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64726815"/>
      </p:ext>
    </p:extLst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4955"/>
            <a:ext cx="9233807" cy="498519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 maior dissabor é viver longe de ti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Pois eu tento voar, mas consigo apenas afundar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Não fui feito pra viver uma vida em que nela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 senhor não está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Vem logo me levar</a:t>
            </a: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8285757"/>
      </p:ext>
    </p:extLst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6400"/>
            <a:ext cx="9233807" cy="4985199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Para nunca mais separar-me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 viver onde a dor não vai existir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Ah se o mundo soubesse quão perto estás de vir</a:t>
            </a:r>
          </a:p>
          <a:p>
            <a:pPr marL="0" indent="0" algn="ctr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49113408"/>
      </p:ext>
    </p:extLst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452589"/>
      </p:ext>
    </p:extLst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 reino de Deus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2801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O reino de Deus é um reino de paz, justiça e alegria.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Senhor, em nós vem abrir as portas do Teu reino</a:t>
            </a:r>
            <a:endParaRPr lang="pt-PT" sz="8700" b="1" i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16823436"/>
      </p:ext>
    </p:extLst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241712"/>
      </p:ext>
    </p:extLst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 Senhor é a minha força (Taizé)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4074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Senhor é a minha força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Ao Senhor o meu canto,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Ele é nosso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Nele eu confio e nada temo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Nele eu confio e nada temo.</a:t>
            </a:r>
            <a:r>
              <a:rPr lang="pt-PT" sz="14400" b="1" i="1" dirty="0">
                <a:latin typeface="Abadi Extra Light" panose="020B0204020104020204" pitchFamily="34" charset="0"/>
              </a:rPr>
              <a:t> </a:t>
            </a: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958911"/>
      </p:ext>
    </p:extLst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05260"/>
      </p:ext>
    </p:extLst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 Senhor é meu Pastor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7254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O Senhor é meu Pastor,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nada me falta! (X2)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ø" panose="00000200000000000000" pitchFamily="2" charset="0"/>
              </a:rPr>
              <a:t> 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071051"/>
      </p:ext>
    </p:extLst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165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Me conduz para as fontes de água viva e me apascenta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Me protege de todos os perigos porque me ama | x2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Senhor é meu Pastor,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nada me falta! (X2)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ø" panose="00000200000000000000" pitchFamily="2" charset="0"/>
              </a:rPr>
              <a:t>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136327"/>
      </p:ext>
    </p:extLst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165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 me afasto me busca sem descanso, me vai chamando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Me encontrando me abraça comovido, porque me ama | x2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Senhor é meu Pastor,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nada me falta! (X2)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722438"/>
      </p:ext>
    </p:extLst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165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Me alimenta com o pão que dá a vida, seu próprio Corpo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seu Vinho é Seu Sangue derramado porque me ama| x2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Senhor é meu Pastor,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nada me falta! (X2)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ø" panose="00000200000000000000" pitchFamily="2" charset="0"/>
              </a:rPr>
              <a:t>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739312"/>
      </p:ext>
    </p:extLst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165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Dá-me o Pão do Seu Amor para que ame o mundo inteiro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lhe ofereço minha alma e minha vida, porque O Amo| x2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Senhor é meu Pastor,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nada me falta! (X2)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ø" panose="00000200000000000000" pitchFamily="2" charset="0"/>
              </a:rPr>
              <a:t>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318909"/>
      </p:ext>
    </p:extLst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7717089"/>
      </p:ext>
    </p:extLst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O sonho é…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6507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Há um lugar, longe de se ver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Onde o azul passou.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Já conheci e por lá passei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Onde o sonho andou.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Recordei, num abraço o dia!</a:t>
            </a:r>
            <a:endParaRPr lang="pt-PT" sz="48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114966"/>
      </p:ext>
    </p:extLst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9463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3200" dirty="0">
                <a:latin typeface="Abadi Extra Light" panose="020B0204020104020204" pitchFamily="34" charset="0"/>
              </a:rPr>
              <a:t>Faço crescer, a vontade só, 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De olhar para trás.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Mas não mudará 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Mesmo o lugar 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Só o tempo faz.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Vou andar respirar a vida.</a:t>
            </a:r>
            <a:endParaRPr lang="pt-PT" sz="2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862778"/>
      </p:ext>
    </p:extLst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sonho vai,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sonho é correr e mudar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Sem voltar.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Para o tempo de amar,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só deixar o mundo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Para trás.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só querer. (X2)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521515"/>
      </p:ext>
    </p:extLst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2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3200" dirty="0">
                <a:latin typeface="Abadi Extra Light" panose="020B0204020104020204" pitchFamily="34" charset="0"/>
              </a:rPr>
              <a:t>Solto no ar este meu querer 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Vive e não mudou.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Cresce o amor sente-se no céu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O que já mudou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Sou um sol, </a:t>
            </a:r>
            <a:br>
              <a:rPr lang="pt-PT" sz="23200" dirty="0">
                <a:latin typeface="Abadi Extra Light" panose="020B0204020104020204" pitchFamily="34" charset="0"/>
              </a:rPr>
            </a:br>
            <a:r>
              <a:rPr lang="pt-PT" sz="23200" dirty="0">
                <a:latin typeface="Abadi Extra Light" panose="020B0204020104020204" pitchFamily="34" charset="0"/>
              </a:rPr>
              <a:t>Ser que quer a vida!</a:t>
            </a:r>
            <a:endParaRPr lang="pt-PT" sz="2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998469"/>
      </p:ext>
    </p:extLst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sonho vai,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sonho é correr e mudar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Sem voltar.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Para o tempo de amar,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só deixar o mundo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Para trás.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só querer. (X2)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130317"/>
      </p:ext>
    </p:extLst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98753"/>
      </p:ext>
    </p:extLst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O verbo de Deus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65072"/>
            <a:ext cx="9233807" cy="4904554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Queres saber de que cor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São os sonhos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Volta a olhar 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Pela primeira vez</a:t>
            </a:r>
            <a:endParaRPr lang="pt-PT" sz="48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675785"/>
      </p:ext>
    </p:extLst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89066"/>
            <a:ext cx="9233807" cy="6699875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Pois o verbo de Deus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Acampou entre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Pois o verbo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Acampou entre nós</a:t>
            </a:r>
            <a:endParaRPr lang="pt-PT" sz="13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600378"/>
      </p:ext>
    </p:extLst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76723"/>
            <a:ext cx="9233807" cy="4904554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Queres saber o lugar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Da morada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Volta a olhar o Homem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pela primeira vez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118484"/>
      </p:ext>
    </p:extLst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89066"/>
            <a:ext cx="9233807" cy="6699875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Pois o verbo de Deus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Acampou entre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Pois o verbo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Acampou entre nós</a:t>
            </a:r>
            <a:endParaRPr lang="pt-PT" sz="13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1511"/>
      </p:ext>
    </p:extLst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76723"/>
            <a:ext cx="9233807" cy="4904554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Queres saber o segredo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Do coração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Volta a olhar o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pela primeira vez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661844"/>
      </p:ext>
    </p:extLst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89066"/>
            <a:ext cx="9233807" cy="6699875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Pois o verbo de Deus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Acampou entre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Pois o verbo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2800" b="1" i="1" dirty="0">
                <a:latin typeface="Abadi Extra Light" panose="020B0204020104020204" pitchFamily="34" charset="0"/>
              </a:rPr>
              <a:t>Acampou entre nós</a:t>
            </a:r>
            <a:endParaRPr lang="pt-PT" sz="13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326764"/>
      </p:ext>
    </p:extLst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201995"/>
      </p:ext>
    </p:extLst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O vinhateiro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De manhãzinha mal desponta o sol,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Caminhando com seu ar ligeiro.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Para os campos que dele precisam,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Dirige-se o vinhateiro.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Não desanima no seu caminhar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Nem o cansam a sede e o calor.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Há uma vinha que quer cultivar,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Uma vinha que é todo o seu amor  </a:t>
            </a:r>
            <a:endParaRPr lang="pt-PT" sz="8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459052"/>
      </p:ext>
    </p:extLst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é teu 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vinhateiro,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te cultiva de sol a sol.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é teu 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vinhateiro,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te reclama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teu ser inteiro.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5643"/>
      </p:ext>
    </p:extLst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0448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Protege a vinha com forte valado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Cercando-a em todo o redor.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Tira de dentro as pedras do mal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escolhe a terra melhor.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Planta as cepas com todo o cuidado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rega-as o dia inteiro.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Diz-me se pode fazer ainda mais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P’la sua vinha o vinhateiro. 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640374"/>
      </p:ext>
    </p:extLst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é teu 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vinhateiro,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te cultiva de sol a sol.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é teu 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vinhateiro,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te reclama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teu ser inteiro.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307120"/>
      </p:ext>
    </p:extLst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 manhãzinha mal desponta o sol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Caminhando com seu ar ligeiro.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Para os campos que dele precisam,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Dirige-se o vinhateiro.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só uns cachos de amargo sabor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Recolheu em cada canteiro.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Diz-me se não puderá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esperar mais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Da sua vinha o vinhateiro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242244"/>
      </p:ext>
    </p:extLst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é teu 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vinhateiro,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te cultiva de sol a sol.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é teu 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vinhateiro,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te reclama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teu ser inteiro.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411256"/>
      </p:ext>
    </p:extLst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920078"/>
      </p:ext>
    </p:extLst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Obrigado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Obrigado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Por este dia que passou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Pelos passos pelos voos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pela vida que há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Obrigado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Por essa força ao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Por essa chama que me queima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pela vida que há em mim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423561"/>
      </p:ext>
    </p:extLst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Obrigado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Por essa voz que em mim habita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Por essa mão que necessita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De outra mão que saiba amar e ser feliz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Obrigado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Pela estrada percorrido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Pelos exemplos que dão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Obrigado pelos dons que recebi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769763"/>
      </p:ext>
    </p:extLst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923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Obrigado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Pela amizade e confiança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Pela saudade e a lembrança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 tudo aquilo que nos marcou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Obrigado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Pela presença que não passa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Pela esperança que abraça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pelo amor que em nós ficou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889046"/>
      </p:ext>
    </p:extLst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Obrigado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Por essa voz que em mim habita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Por essa mão que necessita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De outra mão que saiba amar e ser feliz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Obrigado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Pela estrada percorrido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Pelos exemplos que dão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Obrigado pelos dons que recebi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472282"/>
      </p:ext>
    </p:extLst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566955"/>
      </p:ext>
    </p:extLst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Oceans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2801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Tu me chamas sobre as águas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Onde os meus pés podem falhar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ali Te encontro no mistério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No mar profundo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Aguento em fé</a:t>
            </a: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0824467"/>
      </p:ext>
    </p:extLst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36332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pelo Teu nome vou chamar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Para lá das ondas vou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 a maré subir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No Teu abraço vou ficar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Pois eu sou Teu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Tu és meu</a:t>
            </a:r>
            <a:endParaRPr lang="pt-PT" sz="9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816520"/>
      </p:ext>
    </p:extLst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058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No mar Tua graça é abundante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As Tuas mãos vão-me guiar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medo acampa à minha volta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Contudo Tu não falharás</a:t>
            </a:r>
            <a:endParaRPr lang="pt-PT" sz="3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51651221"/>
      </p:ext>
    </p:extLst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36332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pelo Teu nome vou chamar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Para lá das ondas vou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 a maré subir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No Teu abraço vou ficar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Pois eu sou Teu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Tu és meu</a:t>
            </a:r>
            <a:endParaRPr lang="pt-PT" sz="9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033523"/>
      </p:ext>
    </p:extLst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Guia-me onde a confiança é sem fronteiras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Quero andar sobre as águas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Até onde me chamares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Leva-me para lá do que é o mais profundo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Chegar a uma fé sem fundo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Mergulhar na Tua presença (x2)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51063868"/>
      </p:ext>
    </p:extLst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36332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pelo Teu nome vou chamar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Para lá das ondas vou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Se a maré subir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No Teu abraço vou ficar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Pois eu sou Teu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E Tu és meu</a:t>
            </a:r>
            <a:endParaRPr lang="pt-PT" sz="9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192880"/>
      </p:ext>
    </p:extLst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447205"/>
      </p:ext>
    </p:extLst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Oh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8291"/>
            <a:ext cx="9233807" cy="4901625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Oh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difícil é falar quando chorarmos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Quando a alma não tem força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Quando não podemos 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 beleza que tu entregas em cada amanhecer</a:t>
            </a:r>
            <a:endParaRPr lang="pt-PT" sz="8700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10333093"/>
      </p:ext>
    </p:extLst>
  </p:cSld>
  <p:clrMapOvr>
    <a:masterClrMapping/>
  </p:clrMapOvr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27526"/>
            <a:ext cx="9233807" cy="5402948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Oh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dá-me forças para poder encontrar-te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ver-te em cada gesto,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em cada coisa desta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 Tu desenhaste só para mim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119563"/>
      </p:ext>
    </p:extLst>
  </p:cSld>
  <p:clrMapOvr>
    <a:masterClrMapping/>
  </p:clrMapOvr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73984"/>
            <a:ext cx="9233807" cy="5716984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Oh Senhor, sim, eu preciso da tua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Do abraço deste amigo que não está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Dá-me luz, à minha alma tão cansada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Que num sonho queria acordar</a:t>
            </a:r>
            <a:endParaRPr lang="pt-PT" sz="900" dirty="0"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82245"/>
      </p:ext>
    </p:extLst>
  </p:cSld>
  <p:clrMapOvr>
    <a:masterClrMapping/>
  </p:clrMapOvr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249"/>
            <a:ext cx="9233807" cy="5402948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Oh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hoje quero entregar-te o meu canto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 a música que sinto.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Eu queria transmitir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através destas palavras. Fico mais perto de ti.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4777399"/>
      </p:ext>
    </p:extLst>
  </p:cSld>
  <p:clrMapOvr>
    <a:masterClrMapping/>
  </p:clrMapOvr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73984"/>
            <a:ext cx="9233807" cy="5716984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Oh Senhor, sim, eu preciso da tua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Do abraço deste amigo que não está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Dá-me luz, à minha alma tão cansada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b="1" i="1" dirty="0">
                <a:latin typeface="Abadi Extra Light" panose="020B0204020104020204" pitchFamily="34" charset="0"/>
              </a:rPr>
              <a:t>Que num sonho queria acordar</a:t>
            </a:r>
            <a:endParaRPr lang="pt-PT" sz="900" dirty="0"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144804"/>
      </p:ext>
    </p:extLst>
  </p:cSld>
  <p:clrMapOvr>
    <a:masterClrMapping/>
  </p:clrMapOvr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27959"/>
      </p:ext>
    </p:extLst>
  </p:cSld>
  <p:clrMapOvr>
    <a:masterClrMapping/>
  </p:clrMapOvr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Onde Deus te levar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Podes achar que não tens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Para onde ir, ou o que fazer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Não sabes bem que és aqui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Neste mundo, tão grande e frio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Mas há qualquer coisa em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te faz querer…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Querer ser alguém…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Querer ser alguém!!!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516558"/>
      </p:ext>
    </p:extLst>
  </p:cSld>
  <p:clrMapOvr>
    <a:masterClrMapping/>
  </p:clrMapOvr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a vida não vai parar 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Vai com o vento,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Tens tudo a 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percas tempo!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Podes saber 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vais chegar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Onde DEUS te levar!!!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892530"/>
      </p:ext>
    </p:extLst>
  </p:cSld>
  <p:clrMapOvr>
    <a:masterClrMapping/>
  </p:clrMapOvr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576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Mas pode ser tão difícil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'acreditar em Deus assim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Será que ele se vai lembrar…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De me ajudar, será que sim?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Mas há qualquer coisa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te faz querer…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Acreditar…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Acreditar!!!</a:t>
            </a:r>
            <a:endParaRPr lang="pt-PT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879604"/>
      </p:ext>
    </p:extLst>
  </p:cSld>
  <p:clrMapOvr>
    <a:masterClrMapping/>
  </p:clrMapOvr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1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a vida não vai parar 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Vai com o vento,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Tens tudo a 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percas tempo!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Podes saber 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vais chegar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Onde DEUS te levar!!!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753004"/>
      </p:ext>
    </p:extLst>
  </p:cSld>
  <p:clrMapOvr>
    <a:masterClrMapping/>
  </p:clrMapOvr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030518"/>
      </p:ext>
    </p:extLst>
  </p:cSld>
  <p:clrMapOvr>
    <a:masterClrMapping/>
  </p:clrMapOvr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Onde está o teu irmão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41978"/>
            <a:ext cx="9233807" cy="5127937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Se eu quisesse deixar de viver a sonhar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Há uma luz que não deixa de me acompanhar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Fui sozinho atrás do que eu perdi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Mas tu seguiste-me e então renasci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7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915119"/>
      </p:ext>
    </p:extLst>
  </p:cSld>
  <p:clrMapOvr>
    <a:masterClrMapping/>
  </p:clrMapOvr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52429"/>
            <a:ext cx="9233807" cy="65265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200" b="1" i="1" dirty="0">
                <a:latin typeface="Abadi Extra Light" panose="020B0204020104020204" pitchFamily="34" charset="0"/>
              </a:rPr>
              <a:t>Deixei de acreditar que estendias a mão….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200" b="1" i="1" dirty="0">
                <a:latin typeface="Abadi Extra Light" panose="020B0204020104020204" pitchFamily="34" charset="0"/>
              </a:rPr>
              <a:t>Pa </a:t>
            </a:r>
            <a:r>
              <a:rPr lang="pt-PT" sz="7200" b="1" i="1" dirty="0" err="1">
                <a:latin typeface="Abadi Extra Light" panose="020B0204020104020204" pitchFamily="34" charset="0"/>
              </a:rPr>
              <a:t>ra</a:t>
            </a:r>
            <a:r>
              <a:rPr lang="pt-PT" sz="7200" b="1" i="1" dirty="0">
                <a:latin typeface="Abadi Extra Light" panose="020B0204020104020204" pitchFamily="34" charset="0"/>
              </a:rPr>
              <a:t> pa </a:t>
            </a:r>
            <a:r>
              <a:rPr lang="pt-PT" sz="7200" b="1" i="1" dirty="0" err="1">
                <a:latin typeface="Abadi Extra Light" panose="020B0204020104020204" pitchFamily="34" charset="0"/>
              </a:rPr>
              <a:t>pa</a:t>
            </a:r>
            <a:r>
              <a:rPr lang="pt-PT" sz="7200" b="1" i="1" dirty="0">
                <a:latin typeface="Abadi Extra Light" panose="020B0204020104020204" pitchFamily="34" charset="0"/>
              </a:rPr>
              <a:t> </a:t>
            </a:r>
            <a:r>
              <a:rPr lang="pt-PT" sz="7200" b="1" i="1" dirty="0" err="1">
                <a:latin typeface="Abadi Extra Light" panose="020B0204020104020204" pitchFamily="34" charset="0"/>
              </a:rPr>
              <a:t>pa</a:t>
            </a:r>
            <a:endParaRPr lang="pt-PT" sz="7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611469"/>
      </p:ext>
    </p:extLst>
  </p:cSld>
  <p:clrMapOvr>
    <a:masterClrMapping/>
  </p:clrMapOvr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28396"/>
            <a:ext cx="9233807" cy="6527810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Onde está o teu irmão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o deixes sozinho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Dá-lhe a tua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junta-te ao caminho</a:t>
            </a: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168094"/>
      </p:ext>
    </p:extLst>
  </p:cSld>
  <p:clrMapOvr>
    <a:masterClrMapping/>
  </p:clrMapOvr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588028"/>
      </p:ext>
    </p:extLst>
  </p:cSld>
  <p:clrMapOvr>
    <a:masterClrMapping/>
  </p:clrMapOvr>
</p:sld>
</file>

<file path=ppt/slides/slide6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Oração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Quando quiseres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Contemplar o céu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Leva-me contigo,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para estarmos sós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em silêncio, em 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Vamos ver o que Deus fez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solidFill>
                  <a:schemeClr val="bg1">
                    <a:lumMod val="95000"/>
                  </a:schemeClr>
                </a:solidFill>
                <a:latin typeface="ø" panose="00000200000000000000" pitchFamily="2" charset="0"/>
              </a:rPr>
              <a:t> 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579453"/>
      </p:ext>
    </p:extLst>
  </p:cSld>
  <p:clrMapOvr>
    <a:masterClrMapping/>
  </p:clrMapOvr>
</p:sld>
</file>

<file path=ppt/slides/slide6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840066"/>
      </p:ext>
    </p:extLst>
  </p:cSld>
  <p:clrMapOvr>
    <a:masterClrMapping/>
  </p:clrMapOvr>
</p:sld>
</file>

<file path=ppt/slides/slide6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Oração de São Francisco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69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Onde houver ódio que eu leve o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houver ofensa que eu leve o perdão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houver discórdia que eu leve união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onde houver dúvida que eu leve a fé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Senhor Jesus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732622"/>
      </p:ext>
    </p:extLst>
  </p:cSld>
  <p:clrMapOvr>
    <a:masterClrMapping/>
  </p:clrMapOvr>
</p:sld>
</file>

<file path=ppt/slides/slide6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73763"/>
            <a:ext cx="9233807" cy="6163367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Senhor Jesus fazei de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um instrumento da vossa paz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Pois é dando (que se recebe)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é perdoando (que se é perdoado)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é morrendo (que se renasce)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Para a vida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250741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4304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Onde houver erro, que eu leve a verdade.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desespero, que eu leve a esperança.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Onde houver tristeza, que eu leve a alegria.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Onde houver trevas, que eu leve a luz.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Senhor Jesus.</a:t>
            </a: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08784"/>
      </p:ext>
    </p:extLst>
  </p:cSld>
  <p:clrMapOvr>
    <a:masterClrMapping/>
  </p:clrMapOvr>
</p:sld>
</file>

<file path=ppt/slides/slide6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73763"/>
            <a:ext cx="9233807" cy="6163367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Senhor Jesus fazei de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um instrumento da vossa paz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Pois é dando (que se recebe)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é perdoando (que se é perdoado)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é morrendo (que se renasce)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Para a vida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324599"/>
      </p:ext>
    </p:extLst>
  </p:cSld>
  <p:clrMapOvr>
    <a:masterClrMapping/>
  </p:clrMapOvr>
</p:sld>
</file>

<file path=ppt/slides/slide6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93571"/>
            <a:ext cx="9233807" cy="525775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Mestre, fazei que eu procure mais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Consolar que ser consolado,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Compreender que ser compreendido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 amar mais que ser amado,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Senhor Jesus.</a:t>
            </a:r>
            <a:endParaRPr lang="pt-PT" sz="8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892928"/>
      </p:ext>
    </p:extLst>
  </p:cSld>
  <p:clrMapOvr>
    <a:masterClrMapping/>
  </p:clrMapOvr>
</p:sld>
</file>

<file path=ppt/slides/slide6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73763"/>
            <a:ext cx="9233807" cy="6163367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Senhor Jesus fazei de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um instrumento da vossa paz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Pois é dando (que se recebe)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é perdoando (que se é perdoado)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é morrendo (que se renasce)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Para a vida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03399"/>
      </p:ext>
    </p:extLst>
  </p:cSld>
  <p:clrMapOvr>
    <a:masterClrMapping/>
  </p:clrMapOvr>
</p:sld>
</file>

<file path=ppt/slides/slide6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061711"/>
      </p:ext>
    </p:extLst>
  </p:cSld>
  <p:clrMapOvr>
    <a:masterClrMapping/>
  </p:clrMapOvr>
</p:sld>
</file>

<file path=ppt/slides/slide6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Oração de Santo Inácio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Tomai Senhor e recebei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Toda a minha liberdade,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A minha memória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E o meu entendimento,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Toda a minha vontade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E tudo o que eu possuo.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Vós mo destes, a Vós o restituo.</a:t>
            </a:r>
            <a:r>
              <a:rPr lang="pt-PT" sz="16000" b="1" i="1" dirty="0">
                <a:solidFill>
                  <a:schemeClr val="bg1">
                    <a:lumMod val="95000"/>
                  </a:schemeClr>
                </a:solidFill>
                <a:latin typeface="Abadi Extra Light" panose="020B0204020104020204" pitchFamily="34" charset="0"/>
              </a:rPr>
              <a:t> 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478251"/>
      </p:ext>
    </p:extLst>
  </p:cSld>
  <p:clrMapOvr>
    <a:masterClrMapping/>
  </p:clrMapOvr>
</p:sld>
</file>

<file path=ppt/slides/slide6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8034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Tudo é Vosso: disponde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Pela vossa vontade.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Dai-me apenas,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vosso amor e graça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esta, me basta,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esta, me basta.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505105"/>
      </p:ext>
    </p:extLst>
  </p:cSld>
  <p:clrMapOvr>
    <a:masterClrMapping/>
  </p:clrMapOvr>
</p:sld>
</file>

<file path=ppt/slides/slide6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729558"/>
      </p:ext>
    </p:extLst>
  </p:cSld>
  <p:clrMapOvr>
    <a:masterClrMapping/>
  </p:clrMapOvr>
</p:sld>
</file>

<file path=ppt/slides/slide6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Oração de São Pedro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Foi por ti que um dia fui p’ra além da praia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Descobri em ti um mar que eu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nem sabia haver.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“Faz-te ao largo, confia em mim”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Disseste e a praia inteira parou.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“Lança as redes, confia em Mim”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Passaste e segredaste-me “vem”</a:t>
            </a:r>
            <a:endParaRPr lang="pt-PT" sz="2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714005"/>
      </p:ext>
    </p:extLst>
  </p:cSld>
  <p:clrMapOvr>
    <a:masterClrMapping/>
  </p:clrMapOvr>
</p:sld>
</file>

<file path=ppt/slides/slide6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8034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Onde iria eu sem ti,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 Tu falas e eu ouço o mar?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Irei contigo onde quer que vás,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Onde quer que o vento sopre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Até ao dia em que o mar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me levar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380880"/>
      </p:ext>
    </p:extLst>
  </p:cSld>
  <p:clrMapOvr>
    <a:masterClrMapping/>
  </p:clrMapOvr>
</p:sld>
</file>

<file path=ppt/slides/slide6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041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Eis aqui o amigo em que tu confiaste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um dia te negou, por medo ou por traição nem sei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Mas olhaste e o mar se acalmou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Em teu perdão de novo encontrei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Noutra praia um dia a nascer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Passaste e segredaste-me vem</a:t>
            </a:r>
          </a:p>
          <a:p>
            <a:pPr marL="0" indent="0" algn="ctr">
              <a:lnSpc>
                <a:spcPct val="120000"/>
              </a:lnSpc>
              <a:buNone/>
            </a:pPr>
            <a:br>
              <a:rPr lang="pt-PT" sz="16000" dirty="0">
                <a:latin typeface="ø" panose="00000200000000000000" pitchFamily="2" charset="0"/>
              </a:rPr>
            </a:b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175726"/>
      </p:ext>
    </p:extLst>
  </p:cSld>
  <p:clrMapOvr>
    <a:masterClrMapping/>
  </p:clrMapOvr>
</p:sld>
</file>

<file path=ppt/slides/slide6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8034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Onde iria eu sem ti,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 Tu falas e eu ouço o mar?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Irei contigo onde quer que vás,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Onde quer que o vento sopre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Até ao dia em que o mar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me levar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074774"/>
      </p:ext>
    </p:extLst>
  </p:cSld>
  <p:clrMapOvr>
    <a:masterClrMapping/>
  </p:clrMapOvr>
</p:sld>
</file>

<file path=ppt/slides/slide6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993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Vi em ti a força e a ambição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da rocha, invencível 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contigo a caminhar </a:t>
            </a:r>
            <a:r>
              <a:rPr lang="pt-PT" sz="17600" dirty="0" err="1">
                <a:latin typeface="Abadi Extra Light" panose="020B0204020104020204" pitchFamily="34" charset="0"/>
              </a:rPr>
              <a:t>pl’o</a:t>
            </a:r>
            <a:r>
              <a:rPr lang="pt-PT" sz="17600" dirty="0">
                <a:latin typeface="Abadi Extra Light" panose="020B0204020104020204" pitchFamily="34" charset="0"/>
              </a:rPr>
              <a:t>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Mas um dia não entendi, vieste </a:t>
            </a:r>
            <a:r>
              <a:rPr lang="pt-PT" sz="17600" dirty="0" err="1">
                <a:latin typeface="Abadi Extra Light" panose="020B0204020104020204" pitchFamily="34" charset="0"/>
              </a:rPr>
              <a:t>pr’a</a:t>
            </a:r>
            <a:r>
              <a:rPr lang="pt-PT" sz="17600" dirty="0">
                <a:latin typeface="Abadi Extra Light" panose="020B0204020104020204" pitchFamily="34" charset="0"/>
              </a:rPr>
              <a:t> me lavar os pés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és tu senhor?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sou eu?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Passaste e segredaste-me vem</a:t>
            </a:r>
            <a:br>
              <a:rPr lang="pt-PT" sz="16000" dirty="0">
                <a:latin typeface="ø" panose="00000200000000000000" pitchFamily="2" charset="0"/>
              </a:rPr>
            </a:b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3832"/>
      </p:ext>
    </p:extLst>
  </p:cSld>
  <p:clrMapOvr>
    <a:masterClrMapping/>
  </p:clrMapOvr>
</p:sld>
</file>

<file path=ppt/slides/slide6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8034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Onde iria eu sem ti,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 Tu falas e eu ouço o mar?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Irei contigo onde quer que vás,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Onde quer que o vento sopre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Até ao dia em que o mar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me levar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045131"/>
      </p:ext>
    </p:extLst>
  </p:cSld>
  <p:clrMapOvr>
    <a:masterClrMapping/>
  </p:clrMapOvr>
</p:sld>
</file>

<file path=ppt/slides/slide6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790886"/>
      </p:ext>
    </p:extLst>
  </p:cSld>
  <p:clrMapOvr>
    <a:masterClrMapping/>
  </p:clrMapOvr>
</p:sld>
</file>

<file path=ppt/slides/slide6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Pão do Céu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964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Pão do Céu, pão de Deus,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Vida em mim és Senhor Jesus.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No caminho da vida és o pão que dá força e luz.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Quem comer deste pão viverá por mim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Quem deste vinho beber, viverá no amor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feliz reinará com o seu Senhor. </a:t>
            </a:r>
          </a:p>
          <a:p>
            <a:pPr marL="0" indent="0" algn="ctr">
              <a:buNone/>
            </a:pP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693213"/>
      </p:ext>
    </p:extLst>
  </p:cSld>
  <p:clrMapOvr>
    <a:masterClrMapping/>
  </p:clrMapOvr>
</p:sld>
</file>

<file path=ppt/slides/slide6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254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Eu sou o pão da vida.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Eu sou a ressurreição.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Tomai e comei este é o meu corpo: pão de vida e unidade.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17419"/>
      </p:ext>
    </p:extLst>
  </p:cSld>
  <p:clrMapOvr>
    <a:masterClrMapping/>
  </p:clrMapOvr>
</p:sld>
</file>

<file path=ppt/slides/slide6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54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Permanecei em mim: eu a videira vós os ramos.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Tomai e bebei este é o meu sangue para a vossa salvação.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23075"/>
      </p:ext>
    </p:extLst>
  </p:cSld>
  <p:clrMapOvr>
    <a:masterClrMapping/>
  </p:clrMapOvr>
</p:sld>
</file>

<file path=ppt/slides/slide6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7558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Bom pastor és caminho seguro verdade e vida.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te segue não anda no mundo perdido e só.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Nem a vida, ou a morte, ou algum poder, do seu amor poderá jamais separar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Para a vida sem fim ressuscitará.</a:t>
            </a:r>
            <a:br>
              <a:rPr lang="pt-PT" sz="16000" dirty="0">
                <a:latin typeface="Abadi Extra Light" panose="020B0204020104020204" pitchFamily="34" charset="0"/>
              </a:rPr>
            </a:br>
            <a:endParaRPr lang="pt-PT" sz="16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432748"/>
      </p:ext>
    </p:extLst>
  </p:cSld>
  <p:clrMapOvr>
    <a:masterClrMapping/>
  </p:clrMapOvr>
</p:sld>
</file>

<file path=ppt/slides/slide6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254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Eu sou o pão da vida.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Eu sou a ressurreição.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Tomai e comei este é o meu corpo: pão de vida e unidade.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805515"/>
      </p:ext>
    </p:extLst>
  </p:cSld>
  <p:clrMapOvr>
    <a:masterClrMapping/>
  </p:clrMapOvr>
</p:sld>
</file>

<file path=ppt/slides/slide6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54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Permanecei em mim: eu a videira vós os ramos.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Tomai e bebei este é o meu sangue para a vossa salvação.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76016"/>
      </p:ext>
    </p:extLst>
  </p:cSld>
  <p:clrMapOvr>
    <a:masterClrMapping/>
  </p:clrMapOvr>
</p:sld>
</file>

<file path=ppt/slides/slide6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230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Pão do céu é o maná que nos dás com sabor a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És a força que alenta o nosso peregrinar.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tem sede há-de em ti encontrar a fonte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Da alegria sem fim e da tua paz E brotará dele um rio de água viva.</a:t>
            </a:r>
            <a:br>
              <a:rPr lang="pt-PT" sz="17600" dirty="0">
                <a:latin typeface="Abadi Extra Light" panose="020B0204020104020204" pitchFamily="34" charset="0"/>
              </a:rPr>
            </a:b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br>
              <a:rPr lang="pt-PT" sz="16000" dirty="0">
                <a:latin typeface="ø" panose="00000200000000000000" pitchFamily="2" charset="0"/>
              </a:rPr>
            </a:b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923211"/>
      </p:ext>
    </p:extLst>
  </p:cSld>
  <p:clrMapOvr>
    <a:masterClrMapping/>
  </p:clrMapOvr>
</p:sld>
</file>

<file path=ppt/slides/slide6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254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Eu sou o pão da vida.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Eu sou a ressurreição.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Tomai e comei este é o meu corpo: pão de vida e unidade.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556985"/>
      </p:ext>
    </p:extLst>
  </p:cSld>
  <p:clrMapOvr>
    <a:masterClrMapping/>
  </p:clrMapOvr>
</p:sld>
</file>

<file path=ppt/slides/slide6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54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Permanecei em mim: eu a videira vós os ramos.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Tomai e bebei este é o meu sangue para a vossa salvação.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198945"/>
      </p:ext>
    </p:extLst>
  </p:cSld>
  <p:clrMapOvr>
    <a:masterClrMapping/>
  </p:clrMapOvr>
</p:sld>
</file>

<file path=ppt/slides/slide6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778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Para quem temos de ir se tu és o Santo de Deus.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palavras, Senhor, que nos dás são de vida eterna.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te segue não se perderá na noite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Em caminhos e vales de solidão Pois terá luz da vida, vida verdadeira.</a:t>
            </a:r>
          </a:p>
          <a:p>
            <a:pPr marL="0" indent="0" algn="ctr">
              <a:lnSpc>
                <a:spcPct val="120000"/>
              </a:lnSpc>
              <a:buNone/>
            </a:pPr>
            <a:br>
              <a:rPr lang="pt-PT" sz="16000" dirty="0">
                <a:latin typeface="ø" panose="00000200000000000000" pitchFamily="2" charset="0"/>
              </a:rPr>
            </a:b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202367"/>
      </p:ext>
    </p:extLst>
  </p:cSld>
  <p:clrMapOvr>
    <a:masterClrMapping/>
  </p:clrMapOvr>
</p:sld>
</file>

<file path=ppt/slides/slide6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254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Eu sou o pão da vida.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Eu sou a ressurreição.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Tomai e comei este é o meu corpo: pão de vida e unidade.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115786"/>
      </p:ext>
    </p:extLst>
  </p:cSld>
  <p:clrMapOvr>
    <a:masterClrMapping/>
  </p:clrMapOvr>
</p:sld>
</file>

<file path=ppt/slides/slide6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254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Permanecei em mim: eu a videira vós os ramos.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Tomai e bebei este é o meu sangue para a vossa salvação.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59155"/>
      </p:ext>
    </p:extLst>
  </p:cSld>
  <p:clrMapOvr>
    <a:masterClrMapping/>
  </p:clrMapOvr>
</p:sld>
</file>

<file path=ppt/slides/slide6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299137"/>
      </p:ext>
    </p:extLst>
  </p:cSld>
  <p:clrMapOvr>
    <a:masterClrMapping/>
  </p:clrMapOvr>
</p:sld>
</file>

<file path=ppt/slides/slide6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Partilhai a riqueza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1560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Povos de toda a terra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Fazei da vida uma refeição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Preparai o caminho,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Abri as portas p’ra repartir.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Nesses bairros de fome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Onde a miséria resseca o homem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Nessa casa sem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Onde ninguém consegue morar.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59453259"/>
      </p:ext>
    </p:extLst>
  </p:cSld>
  <p:clrMapOvr>
    <a:masterClrMapping/>
  </p:clrMapOvr>
</p:sld>
</file>

<file path=ppt/slides/slide6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Partilhai a riqueza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Deus de todos é Pai,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Sois benditos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Entrai no reino da luz.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tive fome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Vós deste-Me de comer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Tive sede e vós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Deste-Me de beber.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293470"/>
      </p:ext>
    </p:extLst>
  </p:cSld>
  <p:clrMapOvr>
    <a:masterClrMapping/>
  </p:clrMapOvr>
</p:sld>
</file>

<file path=ppt/slides/slide6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69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São malditos aqueles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 vendo o pobre o deixam ficar,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Aplanai as veredas,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Endireitai o vosso andar.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Pela força do amor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Nasceu a esperança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Nos olhos tristes,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Sê feliz no meu reino,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Estava nu e tu Me vestiste.</a:t>
            </a:r>
            <a:endParaRPr lang="pt-PT" sz="9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49658572"/>
      </p:ext>
    </p:extLst>
  </p:cSld>
  <p:clrMapOvr>
    <a:masterClrMapping/>
  </p:clrMapOvr>
</p:sld>
</file>

<file path=ppt/slides/slide6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Partilhai a riqueza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Deus de todos é Pai,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Sois benditos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Entrai no reino da luz.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tive fome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Vós deste-Me de comer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Tive sede e vós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Deste-Me de beber.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91697"/>
      </p:ext>
    </p:extLst>
  </p:cSld>
  <p:clrMapOvr>
    <a:masterClrMapping/>
  </p:clrMapOvr>
</p:sld>
</file>

<file path=ppt/slides/slide6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69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Ergue-te na alegria,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Povo chamado à salvação.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Deixa o traje de luto,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Porque o Senhor é a nossa justiça.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Alegre-se o deserto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rejubile a fonte mais pura.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Consolai o meu povo,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Tende coragem,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Deus nos conduz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74297199"/>
      </p:ext>
    </p:extLst>
  </p:cSld>
  <p:clrMapOvr>
    <a:masterClrMapping/>
  </p:clrMapOvr>
</p:sld>
</file>

<file path=ppt/slides/slide6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Partilhai a riqueza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Deus de todos é Pai,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Sois benditos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Entrai no reino da luz.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Eu tive fome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Vós deste-Me de comer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Tive sede e vós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Deste-Me de beber.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37627"/>
      </p:ext>
    </p:extLst>
  </p:cSld>
  <p:clrMapOvr>
    <a:masterClrMapping/>
  </p:clrMapOvr>
</p:sld>
</file>

<file path=ppt/slides/slide6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800247"/>
      </p:ext>
    </p:extLst>
  </p:cSld>
  <p:clrMapOvr>
    <a:masterClrMapping/>
  </p:clrMapOvr>
</p:sld>
</file>

<file path=ppt/slides/slide6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Parábola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1560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Na longa estrada de Jericó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Um homem sofre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eu vou passar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Vou apressado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Vou em missão,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Mas bate triste meu coração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29521032"/>
      </p:ext>
    </p:extLst>
  </p:cSld>
  <p:clrMapOvr>
    <a:masterClrMapping/>
  </p:clrMapOvr>
</p:sld>
</file>

<file path=ppt/slides/slide6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37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 eu penso em mim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tu ficas só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 eu penso em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seremos nós.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a tua dor vai acabar,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eu mais seguro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vou caminhar.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520335"/>
      </p:ext>
    </p:extLst>
  </p:cSld>
  <p:clrMapOvr>
    <a:masterClrMapping/>
  </p:clrMapOvr>
</p:sld>
</file>

<file path=ppt/slides/slide6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97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Seremos dois a enfrentar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longa estrada de Jericó.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Não temerei,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Não temerás,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Os salteadores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 espreitam lá.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675856"/>
      </p:ext>
    </p:extLst>
  </p:cSld>
  <p:clrMapOvr>
    <a:masterClrMapping/>
  </p:clrMapOvr>
</p:sld>
</file>

<file path=ppt/slides/slide6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37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 eu penso em mim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tu ficas só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 eu penso em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seremos nós.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a tua dor vai acabar,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eu mais seguro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vou caminhar.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511229"/>
      </p:ext>
    </p:extLst>
  </p:cSld>
  <p:clrMapOvr>
    <a:masterClrMapping/>
  </p:clrMapOvr>
</p:sld>
</file>

<file path=ppt/slides/slide6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97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na cidade de Jericó,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Vamos cear amor e pão.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quem nos vir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Há-de pensar: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-Vale sempre a pena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Estender a mão.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535308"/>
      </p:ext>
    </p:extLst>
  </p:cSld>
  <p:clrMapOvr>
    <a:masterClrMapping/>
  </p:clrMapOvr>
</p:sld>
</file>

<file path=ppt/slides/slide6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37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 eu penso em mim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tu ficas só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 eu penso em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seremos nós.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a tua dor vai acabar,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eu mais seguro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vou caminhar.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97054"/>
      </p:ext>
    </p:extLst>
  </p:cSld>
  <p:clrMapOvr>
    <a:masterClrMapping/>
  </p:clrMapOvr>
</p:sld>
</file>

<file path=ppt/slides/slide6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09141"/>
      </p:ext>
    </p:extLst>
  </p:cSld>
  <p:clrMapOvr>
    <a:masterClrMapping/>
  </p:clrMapOvr>
</p:sld>
</file>

<file path=ppt/slides/slide6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Passa por mim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908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Passa por mim faz-me viver,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Junto de Ti neste caminho.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Passa por mim faz-me sentir,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na Tua presença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estou sozinho</a:t>
            </a:r>
            <a:r>
              <a:rPr lang="pt-PT" sz="19200" b="1" i="1" dirty="0">
                <a:latin typeface="Abadi Extra Light" panose="020B0204020104020204" pitchFamily="34" charset="0"/>
              </a:rPr>
              <a:t>.</a:t>
            </a:r>
            <a:endParaRPr lang="pt-PT" sz="40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848885"/>
      </p:ext>
    </p:extLst>
  </p:cSld>
  <p:clrMapOvr>
    <a:masterClrMapping/>
  </p:clrMapOvr>
</p:sld>
</file>

<file path=ppt/slides/slide6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Minha história  conquistaste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Estou aqui p’ra Te dizer: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Sem Ti nada posso fazer.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Passa por mim faz-me viver,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Junto de Ti neste caminho.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Passa por mim faz-me sentir,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na Tua presença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Não estou sozinho.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064675"/>
      </p:ext>
    </p:extLst>
  </p:cSld>
  <p:clrMapOvr>
    <a:masterClrMapping/>
  </p:clrMapOvr>
</p:sld>
</file>

<file path=ppt/slides/slide6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Neste mundo, Tua vinha,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Pequeno ramo nasceu: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Sem Ti nada sou eu.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Passa por mim faz-me viver,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Junto de Ti neste caminho.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Passa por mim faz-me sentir,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na Tua presença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Não estou sozinho.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445129"/>
      </p:ext>
    </p:extLst>
  </p:cSld>
  <p:clrMapOvr>
    <a:masterClrMapping/>
  </p:clrMapOvr>
</p:sld>
</file>

<file path=ppt/slides/slide6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Tudo quanto tenho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da Tua mão: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Até o meu pequeno coração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Passa por mim faz-me viver,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Junto de Ti neste caminho.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Passa por mim faz-me sentir,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na Tua presença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Não estou sozinho.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585305"/>
      </p:ext>
    </p:extLst>
  </p:cSld>
  <p:clrMapOvr>
    <a:masterClrMapping/>
  </p:clrMapOvr>
</p:sld>
</file>

<file path=ppt/slides/slide6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748213"/>
      </p:ext>
    </p:extLst>
  </p:cSld>
  <p:clrMapOvr>
    <a:masterClrMapping/>
  </p:clrMapOvr>
</p:sld>
</file>

<file path=ppt/slides/slide6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Passo a passo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908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Passo a passo, grão a grão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Completamos esta construção,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imaginas o poder,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te deixaram na palma da mão.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659767"/>
      </p:ext>
    </p:extLst>
  </p:cSld>
  <p:clrMapOvr>
    <a:masterClrMapping/>
  </p:clrMapOvr>
</p:sld>
</file>

<file path=ppt/slides/slide6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69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Recolhe a âncora, faz-te ao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Rumo ao norte tu vais navegar,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há alguém que acredita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tu tens força p’ra remar.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Tens uma vida a construir,</a:t>
            </a:r>
            <a:br>
              <a:rPr lang="pt-PT" sz="16000" dirty="0">
                <a:latin typeface="Abadi Extra Light" panose="020B0204020104020204" pitchFamily="34" charset="0"/>
              </a:rPr>
            </a:br>
            <a:r>
              <a:rPr lang="pt-PT" sz="16000" dirty="0">
                <a:latin typeface="Abadi Extra Light" panose="020B0204020104020204" pitchFamily="34" charset="0"/>
              </a:rPr>
              <a:t>Um Novo Reino vai surgir!</a:t>
            </a:r>
            <a:br>
              <a:rPr lang="pt-PT" sz="16000" dirty="0">
                <a:latin typeface="Abadi Extra Light" panose="020B0204020104020204" pitchFamily="34" charset="0"/>
              </a:rPr>
            </a:br>
            <a:r>
              <a:rPr lang="pt-PT" sz="16000" dirty="0">
                <a:latin typeface="Abadi Extra Light" panose="020B0204020104020204" pitchFamily="34" charset="0"/>
              </a:rPr>
              <a:t>Se anseias um mundo melhor,</a:t>
            </a:r>
            <a:br>
              <a:rPr lang="pt-PT" sz="16000" dirty="0">
                <a:latin typeface="Abadi Extra Light" panose="020B0204020104020204" pitchFamily="34" charset="0"/>
              </a:rPr>
            </a:br>
            <a:r>
              <a:rPr lang="pt-PT" sz="16000" dirty="0">
                <a:latin typeface="Abadi Extra Light" panose="020B0204020104020204" pitchFamily="34" charset="0"/>
              </a:rPr>
              <a:t>Jesus é o teu construtor!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99911265"/>
      </p:ext>
    </p:extLst>
  </p:cSld>
  <p:clrMapOvr>
    <a:masterClrMapping/>
  </p:clrMapOvr>
</p:sld>
</file>

<file path=ppt/slides/slide6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696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Passo a passo, grão a grão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Completamos esta construção,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imaginas o poder,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te deixaram na palma da mão.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Recolhe a âncora, faz-te ao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Rumo ao norte tu vais navegar,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há alguém que acredita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tu tens força p’ra remar.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74632074"/>
      </p:ext>
    </p:extLst>
  </p:cSld>
  <p:clrMapOvr>
    <a:masterClrMapping/>
  </p:clrMapOvr>
</p:sld>
</file>

<file path=ppt/slides/slide6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866" y="75513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Vamos todos ajudar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Para a missão continuar.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Seguiremos teus passos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 a Tua força e o Teu amor!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52380341"/>
      </p:ext>
    </p:extLst>
  </p:cSld>
  <p:clrMapOvr>
    <a:masterClrMapping/>
  </p:clrMapOvr>
</p:sld>
</file>

<file path=ppt/slides/slide6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938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Passo a passo, grão a grão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Completamos esta construção,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imaginas o poder,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te deixaram na palma da mão.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Recolhe a âncora, faz-te ao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Rumo ao norte tu vais navegar,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há alguém que acredita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tu tens força p’ra remar.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78943613"/>
      </p:ext>
    </p:extLst>
  </p:cSld>
  <p:clrMapOvr>
    <a:masterClrMapping/>
  </p:clrMapOvr>
</p:sld>
</file>

<file path=ppt/slides/slide6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866" y="75513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Tens um rumo a traçar,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um sonho a realizar,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Tu não podes nunca desistir,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Pois contigo Ele quer ir.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91365068"/>
      </p:ext>
    </p:extLst>
  </p:cSld>
  <p:clrMapOvr>
    <a:masterClrMapping/>
  </p:clrMapOvr>
</p:sld>
</file>

<file path=ppt/slides/slide6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179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Passo a passo, grão a grão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Completamos esta construção,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imaginas o poder,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te deixaram na palma da mão.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Recolhe a âncora, faz-te ao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Rumo ao norte tu vais navegar,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Porque há alguém que acredita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tu tens força p’ra remar.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56948249"/>
      </p:ext>
    </p:extLst>
  </p:cSld>
  <p:clrMapOvr>
    <a:masterClrMapping/>
  </p:clrMapOvr>
</p:sld>
</file>

<file path=ppt/slides/slide6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613132"/>
      </p:ext>
    </p:extLst>
  </p:cSld>
  <p:clrMapOvr>
    <a:masterClrMapping/>
  </p:clrMapOvr>
</p:sld>
</file>

<file path=ppt/slides/slide6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Paz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06910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Paz Senhor, no Céu e na Terra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Paz Senhor, nas ondas do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Paz Senhor, nas flores que move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Sem sabê-lo a brisa ao passar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02539478"/>
      </p:ext>
    </p:extLst>
  </p:cSld>
  <p:clrMapOvr>
    <a:masterClrMapping/>
  </p:clrMapOvr>
</p:sld>
</file>

<file path=ppt/slides/slide6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31888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Tu que fazes as coisas tão belas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lhes dás uma vida fugaz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Põe Senhor Teu olhar sobre elas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devolve aos homens a Paz.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61311299"/>
      </p:ext>
    </p:extLst>
  </p:cSld>
  <p:clrMapOvr>
    <a:masterClrMapping/>
  </p:clrMapOvr>
</p:sld>
</file>

<file path=ppt/slides/slide6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07882"/>
            <a:ext cx="9233807" cy="546982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2200" b="1" i="1" dirty="0">
                <a:latin typeface="Abadi Extra Light" panose="020B0204020104020204" pitchFamily="34" charset="0"/>
              </a:rPr>
              <a:t>Paz, Paz, proclama o Teu Senhor (palmas)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2200" b="1" i="1" dirty="0">
                <a:latin typeface="Abadi Extra Light" panose="020B0204020104020204" pitchFamily="34" charset="0"/>
              </a:rPr>
              <a:t>Paz, Paz, com Cristo Redentor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822168"/>
      </p:ext>
    </p:extLst>
  </p:cSld>
  <p:clrMapOvr>
    <a:masterClrMapping/>
  </p:clrMapOvr>
</p:sld>
</file>

<file path=ppt/slides/slide6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8459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Hoje vi, no Céu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Suspensas por um raio de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Duas pombas que empenharam um voo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 asas em forma de cruz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3237649"/>
      </p:ext>
    </p:extLst>
  </p:cSld>
  <p:clrMapOvr>
    <a:masterClrMapping/>
  </p:clrMapOvr>
</p:sld>
</file>

<file path=ppt/slides/slide6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8459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Faz que voltem, de novo à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Essas pombas que fugiram,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a chama que acende a guerra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 confunda em Paz 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42965361"/>
      </p:ext>
    </p:extLst>
  </p:cSld>
  <p:clrMapOvr>
    <a:masterClrMapping/>
  </p:clrMapOvr>
</p:sld>
</file>

<file path=ppt/slides/slide6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07882"/>
            <a:ext cx="9233807" cy="546982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2200" b="1" i="1" dirty="0">
                <a:latin typeface="Abadi Extra Light" panose="020B0204020104020204" pitchFamily="34" charset="0"/>
              </a:rPr>
              <a:t>Paz, Paz, proclama o Teu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2200" b="1" i="1" dirty="0">
                <a:latin typeface="Abadi Extra Light" panose="020B0204020104020204" pitchFamily="34" charset="0"/>
              </a:rPr>
              <a:t>Paz, Paz, com Cristo Redentor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71165"/>
      </p:ext>
    </p:extLst>
  </p:cSld>
  <p:clrMapOvr>
    <a:masterClrMapping/>
  </p:clrMapOvr>
</p:sld>
</file>

<file path=ppt/slides/slide6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55299"/>
      </p:ext>
    </p:extLst>
  </p:cSld>
  <p:clrMapOvr>
    <a:masterClrMapping/>
  </p:clrMapOvr>
</p:sld>
</file>

<file path=ppt/slides/slide6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Pedacinho de Deus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1560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Se sentes dentro de ti a vontade de 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Em gestos que criem fontes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 audácia de sonhar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Mais longínquos horizontes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 o apelo a escalar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Cada vez mais altos montes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Cada vez mais altos montes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Então...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98989072"/>
      </p:ext>
    </p:extLst>
  </p:cSld>
  <p:clrMapOvr>
    <a:masterClrMapping/>
  </p:clrMapOvr>
</p:sld>
</file>

<file path=ppt/slides/slide6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053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em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um pedacinho de Deus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rumos certos no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Desperta o sonho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em ti os céus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Liberta a vida da palma da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Faz desses rumos os caminhos teus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 Cristo recebeste,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Recebeste, esta missão!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053419"/>
      </p:ext>
    </p:extLst>
  </p:cSld>
  <p:clrMapOvr>
    <a:masterClrMapping/>
  </p:clrMapOvr>
</p:sld>
</file>

<file path=ppt/slides/slide6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9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 sentes dentro de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Sempre a sede de gritar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 nome da liberdade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 coragem de falar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 palavra da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a servir, participar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 construção da cidade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 construção da cidade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Então...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45489160"/>
      </p:ext>
    </p:extLst>
  </p:cSld>
  <p:clrMapOvr>
    <a:masterClrMapping/>
  </p:clrMapOvr>
</p:sld>
</file>

<file path=ppt/slides/slide6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053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em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um pedacinho de Deus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rumos certos no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Desperta o sonho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em ti os céus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Liberta a vida da palma da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Faz desses rumos os caminhos teus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 Cristo recebeste,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Recebeste, esta missão!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90432"/>
      </p:ext>
    </p:extLst>
  </p:cSld>
  <p:clrMapOvr>
    <a:masterClrMapping/>
  </p:clrMapOvr>
</p:sld>
</file>

<file path=ppt/slides/slide6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9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 sentes dentro de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 silêncio inspirar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 paz ao teu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Chamando-te a enfrentar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 vida com decisão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teimas acreditar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 esperança de um mundo melhor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 esperança de um mundo bom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Então…</a:t>
            </a: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84675148"/>
      </p:ext>
    </p:extLst>
  </p:cSld>
  <p:clrMapOvr>
    <a:masterClrMapping/>
  </p:clrMapOvr>
</p:sld>
</file>

<file path=ppt/slides/slide6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053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em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um pedacinho de Deus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rumos certos no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Desperta o sonho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Tens em ti os céus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Liberta a vida da palma da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Faz desses rumos os caminhos teus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 Cristo recebeste,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Recebeste, esta missão!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705560"/>
      </p:ext>
    </p:extLst>
  </p:cSld>
  <p:clrMapOvr>
    <a:masterClrMapping/>
  </p:clrMapOvr>
</p:sld>
</file>

<file path=ppt/slides/slide6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655733"/>
      </p:ext>
    </p:extLst>
  </p:cSld>
  <p:clrMapOvr>
    <a:masterClrMapping/>
  </p:clrMapOvr>
</p:sld>
</file>

<file path=ppt/slides/slide6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Pedaços de um sonho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046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Somos pedaços de um sonho, filhos do Universo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Somos das estrelas poemas escritos num verso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06435909"/>
      </p:ext>
    </p:extLst>
  </p:cSld>
  <p:clrMapOvr>
    <a:masterClrMapping/>
  </p:clrMapOvr>
</p:sld>
</file>

<file path=ppt/slides/slide6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923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Somos da luz que trespassa, este sopro de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Somos dom, somos graça, da esperança divina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Somos mensageiros, somos instrumentos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Tocando sempre ligeiros tantos sentimentos </a:t>
            </a:r>
            <a:endParaRPr lang="pt-PT" sz="8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05635141"/>
      </p:ext>
    </p:extLst>
  </p:cSld>
  <p:clrMapOvr>
    <a:masterClrMapping/>
  </p:clrMapOvr>
</p:sld>
</file>

<file path=ppt/slides/slide6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053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esta luz que canta dentro de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Jesus no tom da nossa voz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 </a:t>
            </a:r>
            <a:r>
              <a:rPr lang="pt-PT" sz="16000" dirty="0">
                <a:latin typeface="Abadi Extra Light" panose="020B0204020104020204" pitchFamily="34" charset="0"/>
              </a:rPr>
              <a:t>Vem descobrir Jesus aqui neste lugar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Vem descobrir que tu também és capaz de 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de servir com um sorriso na face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Quem quer que seja que por ti passe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991897"/>
      </p:ext>
    </p:extLst>
  </p:cSld>
  <p:clrMapOvr>
    <a:masterClrMapping/>
  </p:clrMapOvr>
</p:sld>
</file>

<file path=ppt/slides/slide6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727456"/>
      </p:ext>
    </p:extLst>
  </p:cSld>
  <p:clrMapOvr>
    <a:masterClrMapping/>
  </p:clrMapOvr>
</p:sld>
</file>

<file path=ppt/slides/slide6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Pegadas na areia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046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Uma noite tive um sonho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Sonhei que andava a passear,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Eram dois pares de pegadas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Mesmo ali à beirinha do mar!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76587111"/>
      </p:ext>
    </p:extLst>
  </p:cSld>
  <p:clrMapOvr>
    <a:masterClrMapping/>
  </p:clrMapOvr>
</p:sld>
</file>

<file path=ppt/slides/slide6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517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Vi a vida de cena em cena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Mesmo ali ao pé de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Voei como uma gaivota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Sem destino sem fim.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Enquanto sobre as areias,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Apenas um pé a andar,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Levaste-me tu ao colo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Caminhando sobre o mar!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97390932"/>
      </p:ext>
    </p:extLst>
  </p:cSld>
  <p:clrMapOvr>
    <a:masterClrMapping/>
  </p:clrMapOvr>
</p:sld>
</file>

<file path=ppt/slides/slide6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Pegadas na areia,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Um trilho teu,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Talvez o que quiseste marcar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11142"/>
      </p:ext>
    </p:extLst>
  </p:cSld>
  <p:clrMapOvr>
    <a:masterClrMapping/>
  </p:clrMapOvr>
</p:sld>
</file>

<file path=ppt/slides/slide6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9671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 pegada em pegada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Deixo o trilho marcado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Numa areia, numa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Sempre contigo ali ao meu lado,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Ao meu lado</a:t>
            </a:r>
            <a:r>
              <a:rPr lang="pt-PT" sz="19200" dirty="0">
                <a:latin typeface="Abadi Extra Light" panose="020B0204020104020204" pitchFamily="34" charset="0"/>
              </a:rPr>
              <a:t>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Pegadas na areia,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Um trilho teu,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Talvez o que quiseste marcar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i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05665418"/>
      </p:ext>
    </p:extLst>
  </p:cSld>
  <p:clrMapOvr>
    <a:masterClrMapping/>
  </p:clrMapOvr>
</p:sld>
</file>

<file path=ppt/slides/slide6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153634"/>
      </p:ext>
    </p:extLst>
  </p:cSld>
  <p:clrMapOvr>
    <a:masterClrMapping/>
  </p:clrMapOvr>
</p:sld>
</file>

<file path=ppt/slides/slide6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Peregrino do infinito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574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Peregrino do infinito,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onde o homem se encontra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onde Deus fala,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Já não basta ver ao longe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sol de renovar...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7235005"/>
      </p:ext>
    </p:extLst>
  </p:cSld>
  <p:clrMapOvr>
    <a:masterClrMapping/>
  </p:clrMapOvr>
</p:sld>
</file>

<file path=ppt/slides/slide6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92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Já é pouco o aproximar,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Insatisfeitos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Queremos participar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Nesta caminhada Divina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Onde iluminados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Somos sol de vida!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Queremos esta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Verdade amar.</a:t>
            </a:r>
            <a:endParaRPr lang="pt-PT" sz="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81964092"/>
      </p:ext>
    </p:extLst>
  </p:cSld>
  <p:clrMapOvr>
    <a:masterClrMapping/>
  </p:clrMapOvr>
</p:sld>
</file>

<file path=ppt/slides/slide6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7242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Descobrimos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quem já somos,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Só em caminho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somos nós 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... não és a ilha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não vai caminhar!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53039"/>
      </p:ext>
    </p:extLst>
  </p:cSld>
  <p:clrMapOvr>
    <a:masterClrMapping/>
  </p:clrMapOvr>
</p:sld>
</file>

<file path=ppt/slides/slide6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7242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Vem connosco procurar,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Deixar-te transformar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N’Aquele que em ti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Já caminha 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Deus de ontem,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Hoje e sempre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08267"/>
      </p:ext>
    </p:extLst>
  </p:cSld>
  <p:clrMapOvr>
    <a:masterClrMapping/>
  </p:clrMapOvr>
</p:sld>
</file>

<file path=ppt/slides/slide6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949235"/>
      </p:ext>
    </p:extLst>
  </p:cSld>
  <p:clrMapOvr>
    <a:masterClrMapping/>
  </p:clrMapOvr>
</p:sld>
</file>

<file path=ppt/slides/slide6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Permanece junto de mim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354919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Permanece junto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Ora e vigia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Ora e vigia</a:t>
            </a:r>
            <a:endParaRPr lang="pt-PT" sz="8000" b="1" i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i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i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8585515"/>
      </p:ext>
    </p:extLst>
  </p:cSld>
  <p:clrMapOvr>
    <a:masterClrMapping/>
  </p:clrMapOvr>
</p:sld>
</file>

<file path=ppt/slides/slide6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717594"/>
      </p:ext>
    </p:extLst>
  </p:cSld>
  <p:clrMapOvr>
    <a:masterClrMapping/>
  </p:clrMapOvr>
</p:sld>
</file>

<file path=ppt/slides/slide6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Queira eu o que Deus quer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96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Mas que descanso é viver a morrer todos os dias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Por ir contra o próprio querer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esquecer o que se queria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querer o que Deus quer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Queira eu o que Deus quer</a:t>
            </a:r>
            <a:endParaRPr lang="pt-PT" sz="8000" b="1" i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75317039"/>
      </p:ext>
    </p:extLst>
  </p:cSld>
  <p:clrMapOvr>
    <a:masterClrMapping/>
  </p:clrMapOvr>
</p:sld>
</file>

<file path=ppt/slides/slide6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004789"/>
      </p:ext>
    </p:extLst>
  </p:cSld>
  <p:clrMapOvr>
    <a:masterClrMapping/>
  </p:clrMapOvr>
</p:sld>
</file>

<file path=ppt/slides/slide6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Quem perde a sua vida por mim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96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Quem perde sua vida por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encontrará, a encontrará,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encontrará.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Quem deixa seu pai por mim, sua mãe por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me encontrará, me encontrará.</a:t>
            </a:r>
            <a:endParaRPr lang="pt-PT" sz="2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93005993"/>
      </p:ext>
    </p:extLst>
  </p:cSld>
  <p:clrMapOvr>
    <a:masterClrMapping/>
  </p:clrMapOvr>
</p:sld>
</file>

<file path=ppt/slides/slide6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7271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0" b="1" i="1" dirty="0">
                <a:latin typeface="Abadi Extra Light" panose="020B0204020104020204" pitchFamily="34" charset="0"/>
              </a:rPr>
              <a:t>Não tenhas medo,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b="1" i="1" dirty="0">
                <a:latin typeface="Abadi Extra Light" panose="020B0204020104020204" pitchFamily="34" charset="0"/>
              </a:rPr>
              <a:t>não tenhas medo,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b="1" i="1" dirty="0">
                <a:latin typeface="Abadi Extra Light" panose="020B0204020104020204" pitchFamily="34" charset="0"/>
              </a:rPr>
              <a:t>eu estou aqui,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b="1" i="1" dirty="0">
                <a:latin typeface="Abadi Extra Light" panose="020B0204020104020204" pitchFamily="34" charset="0"/>
              </a:rPr>
              <a:t>eu estou aqui. (x2)</a:t>
            </a:r>
            <a:endParaRPr lang="pt-PT" sz="4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130757"/>
      </p:ext>
    </p:extLst>
  </p:cSld>
  <p:clrMapOvr>
    <a:masterClrMapping/>
  </p:clrMapOvr>
</p:sld>
</file>

<file path=ppt/slides/slide7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2273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Quem deixa suas terras por mim, seus bens por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seus filhos por mim, me encontrará.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42095025"/>
      </p:ext>
    </p:extLst>
  </p:cSld>
  <p:clrMapOvr>
    <a:masterClrMapping/>
  </p:clrMapOvr>
</p:sld>
</file>

<file path=ppt/slides/slide7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817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tenhas medo,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eu conheço aqueles que elegi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aqueles que elegi.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tenhas medo,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tenhas medo,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eu estou aqui,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eu estou aqui.</a:t>
            </a:r>
            <a:endParaRPr lang="pt-PT" sz="2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669367"/>
      </p:ext>
    </p:extLst>
  </p:cSld>
  <p:clrMapOvr>
    <a:masterClrMapping/>
  </p:clrMapOvr>
</p:sld>
</file>

<file path=ppt/slides/slide7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600" dirty="0">
                <a:latin typeface="Abadi Extra Light" panose="020B0204020104020204" pitchFamily="34" charset="0"/>
              </a:rPr>
              <a:t>Quem perde sua vida por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dirty="0">
                <a:latin typeface="Abadi Extra Light" panose="020B0204020104020204" pitchFamily="34" charset="0"/>
              </a:rPr>
              <a:t>a encontrará, a encontrará,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600" dirty="0">
                <a:latin typeface="Abadi Extra Light" panose="020B0204020104020204" pitchFamily="34" charset="0"/>
              </a:rPr>
              <a:t>a encontrará.</a:t>
            </a:r>
            <a:endParaRPr lang="pt-PT" sz="11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92512168"/>
      </p:ext>
    </p:extLst>
  </p:cSld>
  <p:clrMapOvr>
    <a:masterClrMapping/>
  </p:clrMapOvr>
</p:sld>
</file>

<file path=ppt/slides/slide7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AEE1-BE1F-5199-A4A2-6AC1043B1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5B82C52-4768-EDDF-86FE-EE57CF89A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7271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0" b="1" i="1" dirty="0">
                <a:latin typeface="Abadi Extra Light" panose="020B0204020104020204" pitchFamily="34" charset="0"/>
              </a:rPr>
              <a:t>Não tenhas medo,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b="1" i="1" dirty="0">
                <a:latin typeface="Abadi Extra Light" panose="020B0204020104020204" pitchFamily="34" charset="0"/>
              </a:rPr>
              <a:t>não tenhas medo,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b="1" i="1" dirty="0">
                <a:latin typeface="Abadi Extra Light" panose="020B0204020104020204" pitchFamily="34" charset="0"/>
              </a:rPr>
              <a:t>eu estou aqui,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0" b="1" i="1" dirty="0">
                <a:latin typeface="Abadi Extra Light" panose="020B0204020104020204" pitchFamily="34" charset="0"/>
              </a:rPr>
              <a:t>eu estou aqui. (x2)</a:t>
            </a:r>
            <a:endParaRPr lang="pt-PT" sz="4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43625"/>
      </p:ext>
    </p:extLst>
  </p:cSld>
  <p:clrMapOvr>
    <a:masterClrMapping/>
  </p:clrMapOvr>
</p:sld>
</file>

<file path=ppt/slides/slide7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541194"/>
      </p:ext>
    </p:extLst>
  </p:cSld>
  <p:clrMapOvr>
    <a:masterClrMapping/>
  </p:clrMapOvr>
</p:sld>
</file>

<file path=ppt/slides/slide7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Quero louvar-te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50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Quero louvar-Te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Mais e sempre mais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Quero louvar-Te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Mais e sempre mais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Buscar a Tua vontade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Tua graça conhecer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Quero louvar-Te.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708959"/>
      </p:ext>
    </p:extLst>
  </p:cSld>
  <p:clrMapOvr>
    <a:masterClrMapping/>
  </p:clrMapOvr>
</p:sld>
</file>

<file path=ppt/slides/slide7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Quero louvar-Te, mais e sempre mais…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aves do céu cantam para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animais do campo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Refletem o teu poder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Quero cantar, quero levantar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minhas mãos a Ti.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998145"/>
      </p:ext>
    </p:extLst>
  </p:cSld>
  <p:clrMapOvr>
    <a:masterClrMapping/>
  </p:clrMapOvr>
</p:sld>
</file>

<file path=ppt/slides/slide7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31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Quero seguir-Te, só a ti, Senhor...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aves do céu cantam para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animais do campo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Refletem o teu poder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Quero cantar, quero levantar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minhas mãos a Ti.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14489"/>
      </p:ext>
    </p:extLst>
  </p:cSld>
  <p:clrMapOvr>
    <a:masterClrMapping/>
  </p:clrMapOvr>
</p:sld>
</file>

<file path=ppt/slides/slide7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631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Quero amar-te, só a ti, Senhor...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aves do céu cantam para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Os animais do campo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Refletem o teu poder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Quero cantar, quero levantar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As minhas mãos a Ti.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029975"/>
      </p:ext>
    </p:extLst>
  </p:cSld>
  <p:clrMapOvr>
    <a:masterClrMapping/>
  </p:clrMapOvr>
</p:sld>
</file>

<file path=ppt/slides/slide7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053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proclamar-te,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Nosso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proclamar-te,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Nosso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Buscar a tua vontade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Tua graça conhecer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proclamar-te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438983"/>
      </p:ext>
    </p:extLst>
  </p:cSld>
  <p:clrMapOvr>
    <a:masterClrMapping/>
  </p:clrMapOvr>
</p:sld>
</file>

<file path=ppt/slides/slide7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080714"/>
      </p:ext>
    </p:extLst>
  </p:cSld>
  <p:clrMapOvr>
    <a:masterClrMapping/>
  </p:clrMapOvr>
</p:sld>
</file>

<file path=ppt/slides/slide7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Quero ser como tu, Maria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50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Quero ser como tu,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Como tu,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Como tu, um dia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Como tu, Maria.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Quero esperar Jesus…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Quero aprender a amar…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Quero dizer meu sim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776487"/>
      </p:ext>
    </p:extLst>
  </p:cSld>
  <p:clrMapOvr>
    <a:masterClrMapping/>
  </p:clrMapOvr>
</p:sld>
</file>

<file path=ppt/slides/slide7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238701"/>
      </p:ext>
    </p:extLst>
  </p:cSld>
  <p:clrMapOvr>
    <a:masterClrMapping/>
  </p:clrMapOvr>
</p:sld>
</file>

<file path=ppt/slides/slide7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Quimera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Queres correr, queres saltar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Subir bem alto,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 mundo alterar.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Tudo queres, tudo procuras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Ocupas o espaço, o tempo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Sem nada no pensamento.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11492837"/>
      </p:ext>
    </p:extLst>
  </p:cSld>
  <p:clrMapOvr>
    <a:masterClrMapping/>
  </p:clrMapOvr>
</p:sld>
</file>

<file path=ppt/slides/slide7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9010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De que te vale,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Teres o mundo numa mão?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Se na outra nada trazes,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Nem um sinal de perdão.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19052"/>
      </p:ext>
    </p:extLst>
  </p:cSld>
  <p:clrMapOvr>
    <a:masterClrMapping/>
  </p:clrMapOvr>
</p:sld>
</file>

<file path=ppt/slides/slide7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518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Como jovem que tu és,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Tudo podes mudar.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Com essa luz que tens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O difícil é… começar!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3219032"/>
      </p:ext>
    </p:extLst>
  </p:cSld>
  <p:clrMapOvr>
    <a:masterClrMapping/>
  </p:clrMapOvr>
</p:sld>
</file>

<file path=ppt/slides/slide7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3410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3200" b="1" i="1" dirty="0">
                <a:latin typeface="Abadi Extra Light" panose="020B0204020104020204" pitchFamily="34" charset="0"/>
              </a:rPr>
              <a:t>De que te vale,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3200" b="1" i="1" dirty="0">
                <a:latin typeface="Abadi Extra Light" panose="020B0204020104020204" pitchFamily="34" charset="0"/>
              </a:rPr>
              <a:t>Tudo quereres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3200" b="1" i="1" dirty="0">
                <a:latin typeface="Abadi Extra Light" panose="020B0204020104020204" pitchFamily="34" charset="0"/>
              </a:rPr>
              <a:t>alcançar?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3200" b="1" i="1" dirty="0">
                <a:latin typeface="Abadi Extra Light" panose="020B0204020104020204" pitchFamily="34" charset="0"/>
              </a:rPr>
              <a:t>Só com a força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3200" b="1" i="1" dirty="0">
                <a:latin typeface="Abadi Extra Light" panose="020B0204020104020204" pitchFamily="34" charset="0"/>
              </a:rPr>
              <a:t>Do espírito,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3200" b="1" i="1" dirty="0">
                <a:latin typeface="Abadi Extra Light" panose="020B0204020104020204" pitchFamily="34" charset="0"/>
              </a:rPr>
              <a:t>A terra vais renovar...</a:t>
            </a: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048214"/>
      </p:ext>
    </p:extLst>
  </p:cSld>
  <p:clrMapOvr>
    <a:masterClrMapping/>
  </p:clrMapOvr>
</p:sld>
</file>

<file path=ppt/slides/slide7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518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Onde está tua força?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Onde está tua luz?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Nada é verdadeiro.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Tudo te seduz.</a:t>
            </a: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43302775"/>
      </p:ext>
    </p:extLst>
  </p:cSld>
  <p:clrMapOvr>
    <a:masterClrMapping/>
  </p:clrMapOvr>
</p:sld>
</file>

<file path=ppt/slides/slide7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 que te vale,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Teres o mundo numa mão?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Se na outra nada trazes,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Nem um sinal de perdão.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 que te vale,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Tudo quereres alcançar?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Só com a força do espírito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A terra vais renovar.</a:t>
            </a:r>
          </a:p>
          <a:p>
            <a:pPr marL="0" indent="0" algn="ctr">
              <a:buNone/>
            </a:pPr>
            <a:endParaRPr lang="pt-PT" sz="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797623"/>
      </p:ext>
    </p:extLst>
  </p:cSld>
  <p:clrMapOvr>
    <a:masterClrMapping/>
  </p:clrMapOvr>
</p:sld>
</file>

<file path=ppt/slides/slide7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76773"/>
      </p:ext>
    </p:extLst>
  </p:cSld>
  <p:clrMapOvr>
    <a:masterClrMapping/>
  </p:clrMapOvr>
</p:sld>
</file>

<file path=ppt/slides/slide7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Recebe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Recebe Senhor,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os nossos dons: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eles se tornem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fonte de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Que eles se tornem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fonte de amor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solidFill>
                  <a:schemeClr val="bg1">
                    <a:lumMod val="95000"/>
                  </a:schemeClr>
                </a:solidFill>
                <a:latin typeface="Abadi Extra Light" panose="020B0204020104020204" pitchFamily="34" charset="0"/>
              </a:rPr>
              <a:t> 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DD9EF2D8-E21A-4EE5-B6B0-88A859881639}"/>
              </a:ext>
            </a:extLst>
          </p:cNvPr>
          <p:cNvCxnSpPr/>
          <p:nvPr/>
        </p:nvCxnSpPr>
        <p:spPr>
          <a:xfrm>
            <a:off x="7570177" y="3367454"/>
            <a:ext cx="0" cy="313885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F2796A-AD74-47F7-AFE9-4990C4274FFB}"/>
              </a:ext>
            </a:extLst>
          </p:cNvPr>
          <p:cNvSpPr txBox="1"/>
          <p:nvPr/>
        </p:nvSpPr>
        <p:spPr>
          <a:xfrm>
            <a:off x="7632665" y="4613715"/>
            <a:ext cx="1133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600" b="1" i="1" dirty="0">
                <a:latin typeface="Abadi Extra Light" panose="020B0204020104020204" pitchFamily="34" charset="0"/>
              </a:rPr>
              <a:t>(x2)</a:t>
            </a:r>
          </a:p>
        </p:txBody>
      </p:sp>
    </p:spTree>
    <p:extLst>
      <p:ext uri="{BB962C8B-B14F-4D97-AF65-F5344CB8AC3E}">
        <p14:creationId xmlns:p14="http://schemas.microsoft.com/office/powerpoint/2010/main" val="1318757285"/>
      </p:ext>
    </p:extLst>
  </p:cSld>
  <p:clrMapOvr>
    <a:masterClrMapping/>
  </p:clrMapOvr>
</p:sld>
</file>

<file path=ppt/slides/slide7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Nas tuas mãos venho entregar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 meu viver, minha vontade,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Eu creio em Ti, Senhor (bis)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036447"/>
      </p:ext>
    </p:extLst>
  </p:cSld>
  <p:clrMapOvr>
    <a:masterClrMapping/>
  </p:clrMapOvr>
</p:sld>
</file>

<file path=ppt/slides/slide7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9808" y="6759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Recebe Senhor, os nossos dons: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eles se tornem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fonte de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eles se tornem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fonte de amor </a:t>
            </a:r>
            <a:endParaRPr lang="pt-PT" sz="264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913E62-8D9D-4B5A-904A-68A51FCC6DAF}"/>
              </a:ext>
            </a:extLst>
          </p:cNvPr>
          <p:cNvSpPr txBox="1"/>
          <p:nvPr/>
        </p:nvSpPr>
        <p:spPr>
          <a:xfrm>
            <a:off x="3895934" y="5492946"/>
            <a:ext cx="1793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800" b="1" i="1" dirty="0">
                <a:latin typeface="Abadi Extra Light" panose="020B0204020104020204" pitchFamily="34" charset="0"/>
              </a:rPr>
              <a:t>(x2)</a:t>
            </a:r>
          </a:p>
        </p:txBody>
      </p:sp>
    </p:spTree>
    <p:extLst>
      <p:ext uri="{BB962C8B-B14F-4D97-AF65-F5344CB8AC3E}">
        <p14:creationId xmlns:p14="http://schemas.microsoft.com/office/powerpoint/2010/main" val="78369605"/>
      </p:ext>
    </p:extLst>
  </p:cSld>
  <p:clrMapOvr>
    <a:masterClrMapping/>
  </p:clrMapOvr>
</p:sld>
</file>

<file path=ppt/slides/slide7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3823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Às tuas mãos venho trazer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 meu amor e meus irmãos,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Serei sinal, Senhor (bis)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231915"/>
      </p:ext>
    </p:extLst>
  </p:cSld>
  <p:clrMapOvr>
    <a:masterClrMapping/>
  </p:clrMapOvr>
</p:sld>
</file>

<file path=ppt/slides/slide7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9808" y="6759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Recebe Senhor, os nossos dons: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eles se tornem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fonte de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eles se tornem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fonte de amor </a:t>
            </a:r>
            <a:endParaRPr lang="pt-PT" sz="264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913E62-8D9D-4B5A-904A-68A51FCC6DAF}"/>
              </a:ext>
            </a:extLst>
          </p:cNvPr>
          <p:cNvSpPr txBox="1"/>
          <p:nvPr/>
        </p:nvSpPr>
        <p:spPr>
          <a:xfrm>
            <a:off x="3895934" y="5492946"/>
            <a:ext cx="1793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800" b="1" i="1" dirty="0">
                <a:latin typeface="Abadi Extra Light" panose="020B0204020104020204" pitchFamily="34" charset="0"/>
              </a:rPr>
              <a:t>(x2)</a:t>
            </a:r>
          </a:p>
        </p:txBody>
      </p:sp>
    </p:spTree>
    <p:extLst>
      <p:ext uri="{BB962C8B-B14F-4D97-AF65-F5344CB8AC3E}">
        <p14:creationId xmlns:p14="http://schemas.microsoft.com/office/powerpoint/2010/main" val="2929306500"/>
      </p:ext>
    </p:extLst>
  </p:cSld>
  <p:clrMapOvr>
    <a:masterClrMapping/>
  </p:clrMapOvr>
</p:sld>
</file>

<file path=ppt/slides/slide7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7" y="1723293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Junto a Ti quero deixar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Minha pobreza e liberdade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Espero em Ti, Senhor (bis)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389611"/>
      </p:ext>
    </p:extLst>
  </p:cSld>
  <p:clrMapOvr>
    <a:masterClrMapping/>
  </p:clrMapOvr>
</p:sld>
</file>

<file path=ppt/slides/slide7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9808" y="6759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Recebe Senhor, os nossos dons: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eles se tornem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fonte de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eles se tornem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fonte de amor </a:t>
            </a:r>
            <a:endParaRPr lang="pt-PT" sz="264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913E62-8D9D-4B5A-904A-68A51FCC6DAF}"/>
              </a:ext>
            </a:extLst>
          </p:cNvPr>
          <p:cNvSpPr txBox="1"/>
          <p:nvPr/>
        </p:nvSpPr>
        <p:spPr>
          <a:xfrm>
            <a:off x="3895934" y="5492946"/>
            <a:ext cx="1793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800" b="1" i="1" dirty="0">
                <a:latin typeface="Abadi Extra Light" panose="020B0204020104020204" pitchFamily="34" charset="0"/>
              </a:rPr>
              <a:t>(x2)</a:t>
            </a:r>
          </a:p>
        </p:txBody>
      </p:sp>
    </p:spTree>
    <p:extLst>
      <p:ext uri="{BB962C8B-B14F-4D97-AF65-F5344CB8AC3E}">
        <p14:creationId xmlns:p14="http://schemas.microsoft.com/office/powerpoint/2010/main" val="2603831123"/>
      </p:ext>
    </p:extLst>
  </p:cSld>
  <p:clrMapOvr>
    <a:masterClrMapping/>
  </p:clrMapOvr>
</p:sld>
</file>

<file path=ppt/slides/slide7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483736"/>
      </p:ext>
    </p:extLst>
  </p:cSld>
  <p:clrMapOvr>
    <a:masterClrMapping/>
  </p:clrMapOvr>
</p:sld>
</file>

<file path=ppt/slides/slide7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Reino de amor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1267"/>
            <a:ext cx="9233807" cy="4850371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Reino de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Não posso deixar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 o coração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Me ate as mãos</a:t>
            </a:r>
            <a:endParaRPr lang="pt-PT" sz="24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637266"/>
      </p:ext>
    </p:extLst>
  </p:cSld>
  <p:clrMapOvr>
    <a:masterClrMapping/>
  </p:clrMapOvr>
</p:sld>
</file>

<file path=ppt/slides/slide7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Cristo vem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Guiar-me o andar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Iluminar 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Aos meus irmãos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Cristo vem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Mostrar 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Nos conforta hoje</a:t>
            </a:r>
            <a:endParaRPr lang="pt-PT" sz="20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49985395"/>
      </p:ext>
    </p:extLst>
  </p:cSld>
  <p:clrMapOvr>
    <a:masterClrMapping/>
  </p:clrMapOvr>
</p:sld>
</file>

<file path=ppt/slides/slide7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405449"/>
      </p:ext>
    </p:extLst>
  </p:cSld>
  <p:clrMapOvr>
    <a:masterClrMapping/>
  </p:clrMapOvr>
</p:sld>
</file>

<file path=ppt/slides/slide7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Renasce em mim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09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um dia eu ficasse sem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Olharia as estrelas do céu,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P'ra lembrar que viveste por mim.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p’ra sempre guardar-te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Para sempre lembrar-te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Na marca de um gesto meu.</a:t>
            </a:r>
            <a:endParaRPr lang="pt-PT" sz="24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811971"/>
      </p:ext>
    </p:extLst>
  </p:cSld>
  <p:clrMapOvr>
    <a:masterClrMapping/>
  </p:clrMapOvr>
</p:sld>
</file>

<file path=ppt/slides/slide7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15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Renasce em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Mostra como ama alguém,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Que precisa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P’ra mostrar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o melhor que Deus tem.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92663"/>
      </p:ext>
    </p:extLst>
  </p:cSld>
  <p:clrMapOvr>
    <a:masterClrMapping/>
  </p:clrMapOvr>
</p:sld>
</file>

<file path=ppt/slides/slide7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que eu sinto não posso explicar,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É difícil saber e dizer;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que eu tenho não posso negar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Qu’é aquilo que eu quero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É aqui que eu desejo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não vou abandonar.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0529797"/>
      </p:ext>
    </p:extLst>
  </p:cSld>
  <p:clrMapOvr>
    <a:masterClrMapping/>
  </p:clrMapOvr>
</p:sld>
</file>

<file path=ppt/slides/slide7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015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Renasce em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Mostra como ama alguém,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Que precisa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P’ra mostrar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o melhor que Deus tem.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846312"/>
      </p:ext>
    </p:extLst>
  </p:cSld>
  <p:clrMapOvr>
    <a:masterClrMapping/>
  </p:clrMapOvr>
</p:sld>
</file>

<file path=ppt/slides/slide7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375667"/>
      </p:ext>
    </p:extLst>
  </p:cSld>
  <p:clrMapOvr>
    <a:masterClrMapping/>
  </p:clrMapOvr>
</p:sld>
</file>

<file path=ppt/slides/slide7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Ressuscitou, Aleluia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2256"/>
            <a:ext cx="9233807" cy="5125674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Na sua dor os homens encontraram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Uma pura semente de 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segredo da vida e da esperança: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Ressuscitou o Senhor Jesus!</a:t>
            </a:r>
            <a:endParaRPr lang="pt-PT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306711"/>
      </p:ext>
    </p:extLst>
  </p:cSld>
  <p:clrMapOvr>
    <a:masterClrMapping/>
  </p:clrMapOvr>
</p:sld>
</file>

<file path=ppt/slides/slide7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6418479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Ressuscitou, ressuscitou, ressuscitou, aleluia!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222398"/>
      </p:ext>
    </p:extLst>
  </p:cSld>
  <p:clrMapOvr>
    <a:masterClrMapping/>
  </p:clrMapOvr>
</p:sld>
</file>

<file path=ppt/slides/slide7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62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Os que choravam cessaram 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pranto,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Brilhará novo sol nos corações.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Pode o homem cantar o seu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triunfo: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Ressuscitou o Senhor Jesus!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186541"/>
      </p:ext>
    </p:extLst>
  </p:cSld>
  <p:clrMapOvr>
    <a:masterClrMapping/>
  </p:clrMapOvr>
</p:sld>
</file>

<file path=ppt/slides/slide7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6418479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Ressuscitou, ressuscitou, ressuscitou, aleluia!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7882"/>
      </p:ext>
    </p:extLst>
  </p:cSld>
  <p:clrMapOvr>
    <a:masterClrMapping/>
  </p:clrMapOvr>
</p:sld>
</file>

<file path=ppt/slides/slide7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62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Os que nos duros campos trabalharam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Voltarão entre vozes de alegria,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Erguendo ao alto os frutos da colheita: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Ressuscitou o Senhor Jesus!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910666"/>
      </p:ext>
    </p:extLst>
  </p:cSld>
  <p:clrMapOvr>
    <a:masterClrMapping/>
  </p:clrMapOvr>
</p:sld>
</file>

<file path=ppt/slides/slide7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6418479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Ressuscitou, ressuscitou, ressuscitou, aleluia!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70166"/>
      </p:ext>
    </p:extLst>
  </p:cSld>
  <p:clrMapOvr>
    <a:masterClrMapping/>
  </p:clrMapOvr>
</p:sld>
</file>

<file path=ppt/slides/slide7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62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Já ninguém viverá sem luz da fé,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Já ninguém morrerá sem esperança;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que crê em Jesus venceu a morte: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Ressuscitou o Senhor Jesus!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467803"/>
      </p:ext>
    </p:extLst>
  </p:cSld>
  <p:clrMapOvr>
    <a:masterClrMapping/>
  </p:clrMapOvr>
</p:sld>
</file>

<file path=ppt/slides/slide7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6418479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Ressuscitou, ressuscitou, ressuscitou, aleluia!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329572"/>
      </p:ext>
    </p:extLst>
  </p:cSld>
  <p:clrMapOvr>
    <a:masterClrMapping/>
  </p:clrMapOvr>
</p:sld>
</file>

<file path=ppt/slides/slide7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262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Louvemos a Deus Pai eternamente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cantemos a glória de seu Filho,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 o Espírito Santo que nos ama: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Ressuscitou o Senhor Jesus!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701592"/>
      </p:ext>
    </p:extLst>
  </p:cSld>
  <p:clrMapOvr>
    <a:masterClrMapping/>
  </p:clrMapOvr>
</p:sld>
</file>

<file path=ppt/slides/slide7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6418479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Ressuscitou, ressuscitou, ressuscitou, aleluia!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085487"/>
      </p:ext>
    </p:extLst>
  </p:cSld>
  <p:clrMapOvr>
    <a:masterClrMapping/>
  </p:clrMapOvr>
</p:sld>
</file>

<file path=ppt/slides/slide7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127604"/>
      </p:ext>
    </p:extLst>
  </p:cSld>
  <p:clrMapOvr>
    <a:masterClrMapping/>
  </p:clrMapOvr>
</p:sld>
</file>

<file path=ppt/slides/slide7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Sabor da maçã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640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fez o mundo?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inventou o sabor da maçã?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pintou as estrelas?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levanta o sol pela manhã?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253274"/>
      </p:ext>
    </p:extLst>
  </p:cSld>
  <p:clrMapOvr>
    <a:masterClrMapping/>
  </p:clrMapOvr>
</p:sld>
</file>

<file path=ppt/slides/slide7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4546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faz bater as ondas?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faz as árvores crescer?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inventou a água?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me faz a mim viver?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496545"/>
      </p:ext>
    </p:extLst>
  </p:cSld>
  <p:clrMapOvr>
    <a:masterClrMapping/>
  </p:clrMapOvr>
</p:sld>
</file>

<file path=ppt/slides/slide7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6809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Tudo isto me é dado,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Mesmo sem eu o merecer!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Se não o recebo como dom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Nunca o saberei agradecer</a:t>
            </a:r>
            <a:endParaRPr lang="pt-PT" sz="2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78125"/>
      </p:ext>
    </p:extLst>
  </p:cSld>
  <p:clrMapOvr>
    <a:masterClrMapping/>
  </p:clrMapOvr>
</p:sld>
</file>

<file path=ppt/slides/slide7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4580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Quantas vezes bate o coração,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sem nunca depender de mim?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Quem é que sou eu para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para gostares de mim assim?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092015"/>
      </p:ext>
    </p:extLst>
  </p:cSld>
  <p:clrMapOvr>
    <a:masterClrMapping/>
  </p:clrMapOvr>
</p:sld>
</file>

<file path=ppt/slides/slide7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4546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inventou a vida?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vestiu as flores?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encena o pôr-do-sol?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inventou as cores?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292894"/>
      </p:ext>
    </p:extLst>
  </p:cSld>
  <p:clrMapOvr>
    <a:masterClrMapping/>
  </p:clrMapOvr>
</p:sld>
</file>

<file path=ppt/slides/slide7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4546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faz girar a Terra?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é que encheu o mar?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pintou de azul o céu?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Quem foi o primeiro a amar?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17406"/>
      </p:ext>
    </p:extLst>
  </p:cSld>
  <p:clrMapOvr>
    <a:masterClrMapping/>
  </p:clrMapOvr>
</p:sld>
</file>

<file path=ppt/slides/slide7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138295"/>
      </p:ext>
    </p:extLst>
  </p:cSld>
  <p:clrMapOvr>
    <a:masterClrMapping/>
  </p:clrMapOvr>
</p:sld>
</file>

<file path=ppt/slides/slide7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 vos amardes uns aos outros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93539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044575"/>
      </p:ext>
    </p:extLst>
  </p:cSld>
  <p:clrMapOvr>
    <a:masterClrMapping/>
  </p:clrMapOvr>
</p:sld>
</file>

<file path=ppt/slides/slide7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6245"/>
            <a:ext cx="9233807" cy="5958348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É este o Meu Mandamento: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Amai-vos como Eu vos amei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543578"/>
      </p:ext>
    </p:extLst>
  </p:cSld>
  <p:clrMapOvr>
    <a:masterClrMapping/>
  </p:clrMapOvr>
</p:sld>
</file>

<file path=ppt/slides/slide7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29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38270"/>
      </p:ext>
    </p:extLst>
  </p:cSld>
  <p:clrMapOvr>
    <a:masterClrMapping/>
  </p:clrMapOvr>
</p:sld>
</file>

<file path=ppt/slides/slide7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6245"/>
            <a:ext cx="9233807" cy="5958348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Não há maior prova de amor,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Do que dar a vida pelos amigos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286308"/>
      </p:ext>
    </p:extLst>
  </p:cSld>
  <p:clrMapOvr>
    <a:masterClrMapping/>
  </p:clrMapOvr>
</p:sld>
</file>

<file path=ppt/slides/slide7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29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516493"/>
      </p:ext>
    </p:extLst>
  </p:cSld>
  <p:clrMapOvr>
    <a:masterClrMapping/>
  </p:clrMapOvr>
</p:sld>
</file>

<file path=ppt/slides/slide7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6245"/>
            <a:ext cx="9233807" cy="5958348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Vós sereis Meus amigos,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Se fizerdes o que vos mando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785477"/>
      </p:ext>
    </p:extLst>
  </p:cSld>
  <p:clrMapOvr>
    <a:masterClrMapping/>
  </p:clrMapOvr>
</p:sld>
</file>

<file path=ppt/slides/slide7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29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736702"/>
      </p:ext>
    </p:extLst>
  </p:cSld>
  <p:clrMapOvr>
    <a:masterClrMapping/>
  </p:clrMapOvr>
</p:sld>
</file>

<file path=ppt/slides/slide7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6245"/>
            <a:ext cx="9233807" cy="5958348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Amai os vossos inimigos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 orai pelos que vos perseguem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697519"/>
      </p:ext>
    </p:extLst>
  </p:cSld>
  <p:clrMapOvr>
    <a:masterClrMapping/>
  </p:clrMapOvr>
</p:sld>
</file>

<file path=ppt/slides/slide7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29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434915"/>
      </p:ext>
    </p:extLst>
  </p:cSld>
  <p:clrMapOvr>
    <a:masterClrMapping/>
  </p:clrMapOvr>
</p:sld>
</file>

<file path=ppt/slides/slide7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6245"/>
            <a:ext cx="9233807" cy="5958348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Não julgueis e não sereis julgados,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Perdoai e sereis perdoados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817248"/>
      </p:ext>
    </p:extLst>
  </p:cSld>
  <p:clrMapOvr>
    <a:masterClrMapping/>
  </p:clrMapOvr>
</p:sld>
</file>

<file path=ppt/slides/slide7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29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 vos amardes uns aos outros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permanece em vós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817742"/>
      </p:ext>
    </p:extLst>
  </p:cSld>
  <p:clrMapOvr>
    <a:masterClrMapping/>
  </p:clrMapOvr>
</p:sld>
</file>

<file path=ppt/slides/slide7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529807"/>
      </p:ext>
    </p:extLst>
  </p:cSld>
  <p:clrMapOvr>
    <a:masterClrMapping/>
  </p:clrMapOvr>
</p:sld>
</file>

<file path=ppt/slides/slide7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Senhor eu agradeço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12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Senhor, eu agradeço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Pois Te deste a mim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No pão e vinho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Toda a minha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Quero dar-Te com amor.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41455"/>
      </p:ext>
    </p:extLst>
  </p:cSld>
  <p:clrMapOvr>
    <a:masterClrMapping/>
  </p:clrMapOvr>
</p:sld>
</file>

<file path=ppt/slides/slide7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9903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Toda a Tua vida,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Tu ofereceste,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Por nós derramaste,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Teu sangue Senhor.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094318"/>
      </p:ext>
    </p:extLst>
  </p:cSld>
  <p:clrMapOvr>
    <a:masterClrMapping/>
  </p:clrMapOvr>
</p:sld>
</file>

<file path=ppt/slides/slide7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4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Senhor, eu agradeço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Pois Te deste a mim no pão e vinho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Toda a minha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Quero dar-Te com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953952"/>
      </p:ext>
    </p:extLst>
  </p:cSld>
  <p:clrMapOvr>
    <a:masterClrMapping/>
  </p:clrMapOvr>
</p:sld>
</file>

<file path=ppt/slides/slide7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3097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Tão grande mistério,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Hoje celebramos,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Para anunciarmos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O Teu grande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6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384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791775"/>
      </p:ext>
    </p:extLst>
  </p:cSld>
  <p:clrMapOvr>
    <a:masterClrMapping/>
  </p:clrMapOvr>
</p:sld>
</file>

<file path=ppt/slides/slide7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4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Senhor, eu agradeço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Pois Te deste a mim no pão e vinho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Toda a minha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Quero dar-Te com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40700"/>
      </p:ext>
    </p:extLst>
  </p:cSld>
  <p:clrMapOvr>
    <a:masterClrMapping/>
  </p:clrMapOvr>
</p:sld>
</file>

<file path=ppt/slides/slide7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02222" y="9319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Nós anunciamos,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Tua cruz e morte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Vamos proclamando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Que ressuscitaste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6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6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847671"/>
      </p:ext>
    </p:extLst>
  </p:cSld>
  <p:clrMapOvr>
    <a:masterClrMapping/>
  </p:clrMapOvr>
</p:sld>
</file>

<file path=ppt/slides/slide7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4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Senhor, eu agradeço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Pois Te deste a mim no pão e vinho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Toda a minha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Quero dar-Te com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890591"/>
      </p:ext>
    </p:extLst>
  </p:cSld>
  <p:clrMapOvr>
    <a:masterClrMapping/>
  </p:clrMapOvr>
</p:sld>
</file>

<file path=ppt/slides/slide7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1010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Quando a cruz da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Pesa nos meus ombros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Busco em Ti a força,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Para caminhar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197964"/>
      </p:ext>
    </p:extLst>
  </p:cSld>
  <p:clrMapOvr>
    <a:masterClrMapping/>
  </p:clrMapOvr>
</p:sld>
</file>

<file path=ppt/slides/slide7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4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Senhor, eu agradeço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Pois Te deste a mim no pão e vinho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Toda a minha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Quero dar-Te com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401060"/>
      </p:ext>
    </p:extLst>
  </p:cSld>
  <p:clrMapOvr>
    <a:masterClrMapping/>
  </p:clrMapOvr>
</p:sld>
</file>

<file path=ppt/slides/slide7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Pai faz que eu conheça,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A Tua vontade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Que ela seja aceite,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Sempre por teus filhos.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243675"/>
      </p:ext>
    </p:extLst>
  </p:cSld>
  <p:clrMapOvr>
    <a:masterClrMapping/>
  </p:clrMapOvr>
</p:sld>
</file>

<file path=ppt/slides/slide7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4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Senhor, eu agradeço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Pois Te deste a mim no pão e vinho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Toda a minha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Quero dar-Te com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506365"/>
      </p:ext>
    </p:extLst>
  </p:cSld>
  <p:clrMapOvr>
    <a:masterClrMapping/>
  </p:clrMapOvr>
</p:sld>
</file>

<file path=ppt/slides/slide7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6058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Tu dás-nos coragem,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Para arriscar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Dando um sim alegre,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Na escuridão.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468259"/>
      </p:ext>
    </p:extLst>
  </p:cSld>
  <p:clrMapOvr>
    <a:masterClrMapping/>
  </p:clrMapOvr>
</p:sld>
</file>

<file path=ppt/slides/slide7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4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Senhor, eu agradeço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Pois Te deste a mim no pão e vinho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Toda a minha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Quero dar-Te com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41031"/>
      </p:ext>
    </p:extLst>
  </p:cSld>
  <p:clrMapOvr>
    <a:masterClrMapping/>
  </p:clrMapOvr>
</p:sld>
</file>

<file path=ppt/slides/slide7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17715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Tu estás em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Com a tua graça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Faz-me testemunha,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dirty="0">
                <a:latin typeface="Abadi Extra Light" panose="020B0204020104020204" pitchFamily="34" charset="0"/>
              </a:rPr>
              <a:t>Do Teu grande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40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57875"/>
      </p:ext>
    </p:extLst>
  </p:cSld>
  <p:clrMapOvr>
    <a:masterClrMapping/>
  </p:clrMapOvr>
</p:sld>
</file>

<file path=ppt/slides/slide7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946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Senhor, eu agradeço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Pois Te deste a mim no pão e vinho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Toda a minha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Quero dar-Te com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4400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592879"/>
      </p:ext>
    </p:extLst>
  </p:cSld>
  <p:clrMapOvr>
    <a:masterClrMapping/>
  </p:clrMapOvr>
</p:sld>
</file>

<file path=ppt/slides/slide7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696071"/>
      </p:ext>
    </p:extLst>
  </p:cSld>
  <p:clrMapOvr>
    <a:masterClrMapping/>
  </p:clrMapOvr>
</p:sld>
</file>

<file path=ppt/slides/slide7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Senhor Jesus tu és luz do mundo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90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Senhor Jesus tu és luz do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Dissipa as trevas que me querem falar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Senhor Jesus, és luz na minha alma,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   saiba eu acolher o Teu amor.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265324"/>
      </p:ext>
    </p:extLst>
  </p:cSld>
  <p:clrMapOvr>
    <a:masterClrMapping/>
  </p:clrMapOvr>
</p:sld>
</file>

<file path=ppt/slides/slide7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11796"/>
      </p:ext>
    </p:extLst>
  </p:cSld>
  <p:clrMapOvr>
    <a:masterClrMapping/>
  </p:clrMapOvr>
</p:sld>
</file>

<file path=ppt/slides/slide7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Senhor, meu deus (Mariamar)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1270"/>
            <a:ext cx="9233807" cy="43630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07763"/>
      </p:ext>
    </p:extLst>
  </p:cSld>
  <p:clrMapOvr>
    <a:masterClrMapping/>
  </p:clrMapOvr>
</p:sld>
</file>

<file path=ppt/slides/slide7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503861"/>
      </p:ext>
    </p:extLst>
  </p:cSld>
  <p:clrMapOvr>
    <a:masterClrMapping/>
  </p:clrMapOvr>
</p:sld>
</file>

<file path=ppt/slides/slide7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Senhora da noite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1270"/>
            <a:ext cx="9233807" cy="43630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00757"/>
      </p:ext>
    </p:extLst>
  </p:cSld>
  <p:clrMapOvr>
    <a:masterClrMapping/>
  </p:clrMapOvr>
</p:sld>
</file>

<file path=ppt/slides/slide7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776965"/>
      </p:ext>
    </p:extLst>
  </p:cSld>
  <p:clrMapOvr>
    <a:masterClrMapping/>
  </p:clrMapOvr>
</p:sld>
</file>

<file path=ppt/slides/slide7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Só Deus basta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1270"/>
            <a:ext cx="9233807" cy="43630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926226"/>
      </p:ext>
    </p:extLst>
  </p:cSld>
  <p:clrMapOvr>
    <a:masterClrMapping/>
  </p:clrMapOvr>
</p:sld>
</file>

<file path=ppt/slides/slide7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533565"/>
      </p:ext>
    </p:extLst>
  </p:cSld>
  <p:clrMapOvr>
    <a:masterClrMapping/>
  </p:clrMapOvr>
</p:sld>
</file>

<file path=ppt/slides/slide7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Somos um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62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Ao passar a vida, eu sei,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 nem tudo vai ser como sonhei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Ter caminho p’ra fazer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um plano, sem saber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Ser “mais alguém”</a:t>
            </a:r>
          </a:p>
          <a:p>
            <a:pPr marL="0" indent="0" algn="ctr">
              <a:buNone/>
            </a:pPr>
            <a:endParaRPr lang="pt-PT" sz="2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432692"/>
      </p:ext>
    </p:extLst>
  </p:cSld>
  <p:clrMapOvr>
    <a:masterClrMapping/>
  </p:clrMapOvr>
</p:sld>
</file>

<file path=ppt/slides/slide7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9223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vais ver, vais sentir,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precisas desistir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Quando a vida te </a:t>
            </a:r>
            <a:r>
              <a:rPr lang="pt-PT" sz="19200" b="1" i="1" dirty="0" err="1">
                <a:latin typeface="Abadi Extra Light" panose="020B0204020104020204" pitchFamily="34" charset="0"/>
              </a:rPr>
              <a:t>pára</a:t>
            </a:r>
            <a:r>
              <a:rPr lang="pt-PT" sz="19200" b="1" i="1" dirty="0">
                <a:latin typeface="Abadi Extra Light" panose="020B0204020104020204" pitchFamily="34" charset="0"/>
              </a:rPr>
              <a:t> e diz “Não!”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Pois eu estou junto a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Dou-te a força que há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Tu és mais do que “um só”: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SOMOS UM!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754690"/>
      </p:ext>
    </p:extLst>
  </p:cSld>
  <p:clrMapOvr>
    <a:masterClrMapping/>
  </p:clrMapOvr>
</p:sld>
</file>

<file path=ppt/slides/slide7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Posso ser igual 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Ou terei de desistir de ser assim?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Confiar no coração?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Ou no plano que Deus tem para mim?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14681"/>
      </p:ext>
    </p:extLst>
  </p:cSld>
  <p:clrMapOvr>
    <a:masterClrMapping/>
  </p:clrMapOvr>
</p:sld>
</file>

<file path=ppt/slides/slide7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9223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vais ver, vais sentir,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Não precisas desistir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Quando a vida te </a:t>
            </a:r>
            <a:r>
              <a:rPr lang="pt-PT" sz="19200" b="1" i="1" dirty="0" err="1">
                <a:latin typeface="Abadi Extra Light" panose="020B0204020104020204" pitchFamily="34" charset="0"/>
              </a:rPr>
              <a:t>pára</a:t>
            </a:r>
            <a:r>
              <a:rPr lang="pt-PT" sz="19200" b="1" i="1" dirty="0">
                <a:latin typeface="Abadi Extra Light" panose="020B0204020104020204" pitchFamily="34" charset="0"/>
              </a:rPr>
              <a:t> e diz “Não!”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Pois eu estou junto a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Dou-te a força que há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Tu és mais do que “um só”: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SOMOS UM!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87323"/>
      </p:ext>
    </p:extLst>
  </p:cSld>
  <p:clrMapOvr>
    <a:masterClrMapping/>
  </p:clrMapOvr>
</p:sld>
</file>

<file path=ppt/slides/slide7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445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Somos um,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somos um,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eu e tu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Somos, somos um,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Somos um,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eu e tu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010054"/>
      </p:ext>
    </p:extLst>
  </p:cSld>
  <p:clrMapOvr>
    <a:masterClrMapping/>
  </p:clrMapOvr>
</p:sld>
</file>

<file path=ppt/slides/slide7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66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Somos um, eu e tu,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Como a terra e o céu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Unidos pelo mesmo sol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de ti vais colher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 orgulho de crescer…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sorrires quando vires que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Somos… UM!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334286"/>
      </p:ext>
    </p:extLst>
  </p:cSld>
  <p:clrMapOvr>
    <a:masterClrMapping/>
  </p:clrMapOvr>
</p:sld>
</file>

<file path=ppt/slides/slide7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71538"/>
      </p:ext>
    </p:extLst>
  </p:cSld>
  <p:clrMapOvr>
    <a:masterClrMapping/>
  </p:clrMapOvr>
</p:sld>
</file>

<file path=ppt/slides/slide7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Somos testemunhas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O Senhor ressuscitou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Vencendo a morte na cruz,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Nossa esperança está n’Ele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Ele é o nosso salvador.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Atrás ficou o temor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A duvida e a pouca fé,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Tornemos realidade,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Um novo reino de amor!</a:t>
            </a: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26388925"/>
      </p:ext>
    </p:extLst>
  </p:cSld>
  <p:clrMapOvr>
    <a:masterClrMapping/>
  </p:clrMapOvr>
</p:sld>
</file>

<file path=ppt/slides/slide7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361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Somos testemunhas da ressurreição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Ele está aqui,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Está presente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É vida e é verdade.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Somos testemunhas da ressurreição,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Ele está aqui,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Seu Espírito envia-nos a amar.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61311"/>
      </p:ext>
    </p:extLst>
  </p:cSld>
  <p:clrMapOvr>
    <a:masterClrMapping/>
  </p:clrMapOvr>
</p:sld>
</file>

<file path=ppt/slides/slide7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022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nos reúnes Senhor,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Em torno do vinho e do pão,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nos convidas a ser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 luz do mundo e o sal.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Onde houver ódio e dor,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Faremos surgir a Tua paz,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Em cada gesto de amor,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Maria mãe estará.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636770"/>
      </p:ext>
    </p:extLst>
  </p:cSld>
  <p:clrMapOvr>
    <a:masterClrMapping/>
  </p:clrMapOvr>
</p:sld>
</file>

<file path=ppt/slides/slide8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801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Somos testemunhas da ressurreição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Ele está aqui,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Está presente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É vida e é verdade.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Somos testemunhas da ressurreição,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Ele está aqui,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Seu Espírito envia-nos a amar.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432757"/>
      </p:ext>
    </p:extLst>
  </p:cSld>
  <p:clrMapOvr>
    <a:masterClrMapping/>
  </p:clrMapOvr>
</p:sld>
</file>

<file path=ppt/slides/slide8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373427"/>
      </p:ext>
    </p:extLst>
  </p:cSld>
  <p:clrMapOvr>
    <a:masterClrMapping/>
  </p:clrMapOvr>
</p:sld>
</file>

<file path=ppt/slides/slide8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Sozinho eu não posso mais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319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Eu quero amar, eu quero ser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Aquilo que Deus quer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Sozinho eu não posso mais,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Sozinho eu não posso mais,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Sozinho eu não posso mais viver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279283"/>
      </p:ext>
    </p:extLst>
  </p:cSld>
  <p:clrMapOvr>
    <a:masterClrMapping/>
  </p:clrMapOvr>
</p:sld>
</file>

<file path=ppt/slides/slide8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3513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Eu quero viver, eu quero fazer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Aquilo que Deus quer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Sozinho eu não posso mais,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Sozinho eu não posso mais,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Sozinho eu não posso mais viver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655548"/>
      </p:ext>
    </p:extLst>
  </p:cSld>
  <p:clrMapOvr>
    <a:masterClrMapping/>
  </p:clrMapOvr>
</p:sld>
</file>

<file path=ppt/slides/slide8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71203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Vem espírito, vem espírito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Sozinho eu não posso mais,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Sozinho eu não posso mais,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Sozinho eu não posso mais viver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309636"/>
      </p:ext>
    </p:extLst>
  </p:cSld>
  <p:clrMapOvr>
    <a:masterClrMapping/>
  </p:clrMapOvr>
</p:sld>
</file>

<file path=ppt/slides/slide8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777806"/>
      </p:ext>
    </p:extLst>
  </p:cSld>
  <p:clrMapOvr>
    <a:masterClrMapping/>
  </p:clrMapOvr>
</p:sld>
</file>

<file path=ppt/slides/slide8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Tão perto de mim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82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Tão perto de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Tão perto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até eu lhe posso tocar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Aqui está Jesus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099341"/>
      </p:ext>
    </p:extLst>
  </p:cSld>
  <p:clrMapOvr>
    <a:masterClrMapping/>
  </p:clrMapOvr>
</p:sld>
</file>

<file path=ppt/slides/slide8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7051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Não procuro Cristo nas alturas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Nem O encontrarei na solidão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Sinto que Jesus está juntinho a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Dentro do meu ser, no coração</a:t>
            </a: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025385"/>
      </p:ext>
    </p:extLst>
  </p:cSld>
  <p:clrMapOvr>
    <a:masterClrMapping/>
  </p:clrMapOvr>
</p:sld>
</file>

<file path=ppt/slides/slide8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7962" y="37768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Tão perto de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Tão perto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Que até eu lhe posso tocar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Aqui está Jesus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338783"/>
      </p:ext>
    </p:extLst>
  </p:cSld>
  <p:clrMapOvr>
    <a:masterClrMapping/>
  </p:clrMapOvr>
</p:sld>
</file>

<file path=ppt/slides/slide8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7051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Vou contar-lhe toda a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Como a um amigo falarei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Eu não sei se Ele que habita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Ou se sou eu já que habito n’Ele</a:t>
            </a: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326788"/>
      </p:ext>
    </p:extLst>
  </p:cSld>
  <p:clrMapOvr>
    <a:masterClrMapping/>
  </p:clrMapOvr>
</p:sld>
</file>

<file path=ppt/slides/slide8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7962" y="37768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Tão perto de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Tão perto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Que até eu lhe posso tocar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Aqui está Jesus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401865"/>
      </p:ext>
    </p:extLst>
  </p:cSld>
  <p:clrMapOvr>
    <a:masterClrMapping/>
  </p:clrMapOvr>
</p:sld>
</file>

<file path=ppt/slides/slide8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7051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Olha que Jesus vai a teu lado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Entre as alegrias e as dores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teu lado vai, sempre a caminhar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Ele nunca te abandonará</a:t>
            </a: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803554"/>
      </p:ext>
    </p:extLst>
  </p:cSld>
  <p:clrMapOvr>
    <a:masterClrMapping/>
  </p:clrMapOvr>
</p:sld>
</file>

<file path=ppt/slides/slide8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7962" y="37768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Tão perto de mim,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Tão perto de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Que até eu lhe posso tocar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Aqui está Jesus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201003"/>
      </p:ext>
    </p:extLst>
  </p:cSld>
  <p:clrMapOvr>
    <a:masterClrMapping/>
  </p:clrMapOvr>
</p:sld>
</file>

<file path=ppt/slides/slide8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245162"/>
      </p:ext>
    </p:extLst>
  </p:cSld>
  <p:clrMapOvr>
    <a:masterClrMapping/>
  </p:clrMapOvr>
</p:sld>
</file>

<file path=ppt/slides/slide8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Tela branca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9020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No silêncio alguém falou: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“Avé tu Maria és de Deus.”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Maria respondeu: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“Eis-me aqui Senhor, os meus sonhos são os teus.”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96520"/>
      </p:ext>
    </p:extLst>
  </p:cSld>
  <p:clrMapOvr>
    <a:masterClrMapping/>
  </p:clrMapOvr>
</p:sld>
</file>

<file path=ppt/slides/slide8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És a praia ao acordar, tela branca onde o pintor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Pôde sonhar e até criar um quadro seu.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Quando o raio da manhã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Entra em casa e, devagar,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No silêncio nasce a cor.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E nos teus braços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Jesus em paz sorriu, ó Mãe.</a:t>
            </a:r>
          </a:p>
          <a:p>
            <a:pPr marL="0" indent="0" algn="ctr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186715"/>
      </p:ext>
    </p:extLst>
  </p:cSld>
  <p:clrMapOvr>
    <a:masterClrMapping/>
  </p:clrMapOvr>
</p:sld>
</file>

<file path=ppt/slides/slide8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Pelas montanhas de Judá corres,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Campos verdes tudo em flor.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Escuta amiga o que Deus fez,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Minha alma dança em festa,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É tão grande o Senhor.</a:t>
            </a: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401561"/>
      </p:ext>
    </p:extLst>
  </p:cSld>
  <p:clrMapOvr>
    <a:masterClrMapping/>
  </p:clrMapOvr>
</p:sld>
</file>

<file path=ppt/slides/slide8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És a praia ao acordar, tela branca onde o pintor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Pôde sonhar e até criar um quadro seu.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Quando o raio da manhã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Entra em casa e, devagar,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No silêncio nasce a cor.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E nos teus braços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Jesus em paz sorriu, ó Mãe.</a:t>
            </a:r>
          </a:p>
          <a:p>
            <a:pPr marL="0" indent="0" algn="ctr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467122"/>
      </p:ext>
    </p:extLst>
  </p:cSld>
  <p:clrMapOvr>
    <a:masterClrMapping/>
  </p:clrMapOvr>
</p:sld>
</file>

<file path=ppt/slides/slide8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38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Entre a gente, à beira-mar,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Escutas o Profeta a falar.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Guardas no teu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Cada gesto, cada imagem e Ele pára p’ra te olhar.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4233"/>
      </p:ext>
    </p:extLst>
  </p:cSld>
  <p:clrMapOvr>
    <a:masterClrMapping/>
  </p:clrMapOvr>
</p:sld>
</file>

<file path=ppt/slides/slide8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952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Junto à cruz, sem entender,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Esperas; mar cinzento, vendaval.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então Jesus segredou: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“São Teus filhos, Mãe; tens agora uma missão.”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25472"/>
      </p:ext>
    </p:extLst>
  </p:cSld>
  <p:clrMapOvr>
    <a:masterClrMapping/>
  </p:clrMapOvr>
</p:sld>
</file>

<file path=ppt/slides/slide8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És a praia ao acordar, tela branca onde o pintor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Pôde sonhar e até criar um quadro seu.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Quando o raio da manhã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Entra em casa e, devagar,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No silêncio nasce a cor.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E nos teus braços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Jesus em paz sorriu, ó Mãe.</a:t>
            </a:r>
          </a:p>
          <a:p>
            <a:pPr marL="0" indent="0" algn="ctr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25628"/>
      </p:ext>
    </p:extLst>
  </p:cSld>
  <p:clrMapOvr>
    <a:masterClrMapping/>
  </p:clrMapOvr>
</p:sld>
</file>

<file path=ppt/slides/slide8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094218"/>
      </p:ext>
    </p:extLst>
  </p:cSld>
  <p:clrMapOvr>
    <a:masterClrMapping/>
  </p:clrMapOvr>
</p:sld>
</file>

<file path=ppt/slides/slide8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Teu seguidor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Olho… p’ra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Sorris mas não dizes nada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Ficas calado!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Sinto t’assim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Feliz… a tua voz ecoa aqui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Bem dentro de mim!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255729"/>
      </p:ext>
    </p:extLst>
  </p:cSld>
  <p:clrMapOvr>
    <a:masterClrMapping/>
  </p:clrMapOvr>
</p:sld>
</file>

<file path=ppt/slides/slide8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Sei que hoje e sempre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Segues os meus passos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Mas afinal não deveria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Ser eu o teu seguidor?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Para sempre olhas por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E me dás 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400" b="1" i="1" dirty="0">
                <a:latin typeface="Abadi Extra Light" panose="020B0204020104020204" pitchFamily="34" charset="0"/>
              </a:rPr>
              <a:t>Obrigado meu Senhor!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830492"/>
      </p:ext>
    </p:extLst>
  </p:cSld>
  <p:clrMapOvr>
    <a:masterClrMapping/>
  </p:clrMapOvr>
</p:sld>
</file>

<file path=ppt/slides/slide8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846262"/>
      </p:ext>
    </p:extLst>
  </p:cSld>
  <p:clrMapOvr>
    <a:masterClrMapping/>
  </p:clrMapOvr>
</p:sld>
</file>

<file path=ppt/slides/slide8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Toma a tua cruz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899001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8500" b="1" i="1" dirty="0">
                <a:latin typeface="Abadi Extra Light" panose="020B0204020104020204" pitchFamily="34" charset="0"/>
              </a:rPr>
              <a:t>Toma a tua cruz e segue-Me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8500" b="1" i="1" dirty="0">
                <a:latin typeface="Abadi Extra Light" panose="020B0204020104020204" pitchFamily="34" charset="0"/>
              </a:rPr>
              <a:t>Vive sem medo de te dares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8500" b="1" i="1" dirty="0">
                <a:latin typeface="Abadi Extra Light" panose="020B0204020104020204" pitchFamily="34" charset="0"/>
              </a:rPr>
              <a:t>Toma a tua cruz e segue-Me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8500" b="1" i="1" dirty="0">
                <a:latin typeface="Abadi Extra Light" panose="020B0204020104020204" pitchFamily="34" charset="0"/>
              </a:rPr>
              <a:t>Já que tens tanto p’ra dar </a:t>
            </a:r>
            <a:endParaRPr lang="pt-PT" sz="2500" b="1" i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5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276861"/>
      </p:ext>
    </p:extLst>
  </p:cSld>
  <p:clrMapOvr>
    <a:masterClrMapping/>
  </p:clrMapOvr>
</p:sld>
</file>

<file path=ppt/slides/slide8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Cristo que te chama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 nunca te deixa só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Está contigo antes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 que chegues a pensar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Mesmo que duvides,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 não duvides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É na tua cruz que ele está</a:t>
            </a: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931231"/>
      </p:ext>
    </p:extLst>
  </p:cSld>
  <p:clrMapOvr>
    <a:masterClrMapping/>
  </p:clrMapOvr>
</p:sld>
</file>

<file path=ppt/slides/slide8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262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Toma a tua cruz e segue-Me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Vive sem medo de te dares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Toma a tua cruz e segue-Me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Já que tens tanto p’ra dar 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037689"/>
      </p:ext>
    </p:extLst>
  </p:cSld>
  <p:clrMapOvr>
    <a:masterClrMapping/>
  </p:clrMapOvr>
</p:sld>
</file>

<file path=ppt/slides/slide8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30773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 Cristo te chama, Ele sabe porquê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Pois sabe o que fez e o que criou em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 err="1">
                <a:latin typeface="Abadi Extra Light" panose="020B0204020104020204" pitchFamily="34" charset="0"/>
              </a:rPr>
              <a:t>Pára</a:t>
            </a:r>
            <a:r>
              <a:rPr lang="pt-PT" sz="21600" dirty="0">
                <a:latin typeface="Abadi Extra Light" panose="020B0204020104020204" pitchFamily="34" charset="0"/>
              </a:rPr>
              <a:t> para veres tudo aquilo que és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É no teu amor que ele está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010956"/>
      </p:ext>
    </p:extLst>
  </p:cSld>
  <p:clrMapOvr>
    <a:masterClrMapping/>
  </p:clrMapOvr>
</p:sld>
</file>

<file path=ppt/slides/slide8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262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Toma a tua cruz e segue-Me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Vive sem medo de te dares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Toma a tua cruz e segue-Me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Já que tens tanto p’ra dar 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927530"/>
      </p:ext>
    </p:extLst>
  </p:cSld>
  <p:clrMapOvr>
    <a:masterClrMapping/>
  </p:clrMapOvr>
</p:sld>
</file>

<file path=ppt/slides/slide8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704360"/>
      </p:ext>
    </p:extLst>
  </p:cSld>
  <p:clrMapOvr>
    <a:masterClrMapping/>
  </p:clrMapOvr>
</p:sld>
</file>

<file path=ppt/slides/slide8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Tomo este Pão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06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Em memória do meu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 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São o corpo e sangue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  do Senhor.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473065"/>
      </p:ext>
    </p:extLst>
  </p:cSld>
  <p:clrMapOvr>
    <a:masterClrMapping/>
  </p:clrMapOvr>
</p:sld>
</file>

<file path=ppt/slides/slide8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Bebendo Teu sangue neste cálice,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Bebo o sangue da nova aliança,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O que derramaste pelos homens,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Para remissão e esperança</a:t>
            </a:r>
            <a:endParaRPr lang="pt-PT" sz="12800" b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481849"/>
      </p:ext>
    </p:extLst>
  </p:cSld>
  <p:clrMapOvr>
    <a:masterClrMapping/>
  </p:clrMapOvr>
</p:sld>
</file>

<file path=ppt/slides/slide8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Em memória do meu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São o corpo e sangue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do Senhor.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273379"/>
      </p:ext>
    </p:extLst>
  </p:cSld>
  <p:clrMapOvr>
    <a:masterClrMapping/>
  </p:clrMapOvr>
</p:sld>
</file>

<file path=ppt/slides/slide8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60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Tomando o pão que é Teu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corpo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Comunga a Igreja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transcendente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Faz teu corpo eterna 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minha alma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Pela fé me salve para sempre.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270075"/>
      </p:ext>
    </p:extLst>
  </p:cSld>
  <p:clrMapOvr>
    <a:masterClrMapping/>
  </p:clrMapOvr>
</p:sld>
</file>

<file path=ppt/slides/slide8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Em memória do meu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São o corpo e sangue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do Senhor.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432861"/>
      </p:ext>
    </p:extLst>
  </p:cSld>
  <p:clrMapOvr>
    <a:masterClrMapping/>
  </p:clrMapOvr>
</p:sld>
</file>

<file path=ppt/slides/slide8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119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Levarei comigo a Tua luz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Irei pelo mundo anunciar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Que por nós morreste numa cruz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Mas pudeste a morte derrotar.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951053"/>
      </p:ext>
    </p:extLst>
  </p:cSld>
  <p:clrMapOvr>
    <a:masterClrMapping/>
  </p:clrMapOvr>
</p:sld>
</file>

<file path=ppt/slides/slide8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Em memória do meu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São o corpo e sangue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do Senhor.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457570"/>
      </p:ext>
    </p:extLst>
  </p:cSld>
  <p:clrMapOvr>
    <a:masterClrMapping/>
  </p:clrMapOvr>
</p:sld>
</file>

<file path=ppt/slides/slide8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6711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Comendo o Teu corpo que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foi trigo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Suado nas mãos do lavrador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Levo Tua força que alimenta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P’ra mudar o mundo com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amor.</a:t>
            </a:r>
          </a:p>
          <a:p>
            <a:pPr marL="0" indent="0">
              <a:buNone/>
            </a:pPr>
            <a:endParaRPr lang="pt-PT" sz="20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246667"/>
      </p:ext>
    </p:extLst>
  </p:cSld>
  <p:clrMapOvr>
    <a:masterClrMapping/>
  </p:clrMapOvr>
</p:sld>
</file>

<file path=ppt/slides/slide8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Em memória do meu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São o corpo e sangue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do Senhor.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81526"/>
      </p:ext>
    </p:extLst>
  </p:cSld>
  <p:clrMapOvr>
    <a:masterClrMapping/>
  </p:clrMapOvr>
</p:sld>
</file>

<file path=ppt/slides/slide8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99160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Eu venho faminto a esta mesa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Onde Tu te dás em plenitude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Venho comungar 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esperança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vida da minha juventude.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749703"/>
      </p:ext>
    </p:extLst>
  </p:cSld>
  <p:clrMapOvr>
    <a:masterClrMapping/>
  </p:clrMapOvr>
</p:sld>
</file>

<file path=ppt/slides/slide8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Em memória do meu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Tomo este pão e este vinho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São o corpo e sangue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  do Senhor.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605489"/>
      </p:ext>
    </p:extLst>
  </p:cSld>
  <p:clrMapOvr>
    <a:masterClrMapping/>
  </p:clrMapOvr>
</p:sld>
</file>

<file path=ppt/slides/slide8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390865"/>
      </p:ext>
    </p:extLst>
  </p:cSld>
  <p:clrMapOvr>
    <a:masterClrMapping/>
  </p:clrMapOvr>
</p:sld>
</file>

<file path=ppt/slides/slide8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Tudo por um sorriso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76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Hoje eu ouvi-te sorrir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Mesmo sem ver eu senti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Hoje eu ouvi-te cantar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 a festa era dentro de ti.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03472709"/>
      </p:ext>
    </p:extLst>
  </p:cSld>
  <p:clrMapOvr>
    <a:masterClrMapping/>
  </p:clrMapOvr>
</p:sld>
</file>

<file path=ppt/slides/slide8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54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Hoje eu ouvi murmurar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Que era dia de ganhar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Valia tudo, por um sorriso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Hoje era dia de amar…</a:t>
            </a:r>
            <a:br>
              <a:rPr lang="pt-PT" sz="16000" dirty="0">
                <a:latin typeface="Abadi Extra Light" panose="020B0204020104020204" pitchFamily="34" charset="0"/>
              </a:rPr>
            </a:br>
            <a:endParaRPr lang="pt-PT" sz="144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La, la…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La, la…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La, la…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454262"/>
      </p:ext>
    </p:extLst>
  </p:cSld>
  <p:clrMapOvr>
    <a:masterClrMapping/>
  </p:clrMapOvr>
</p:sld>
</file>

<file path=ppt/slides/slide8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Hoje soltaste um sorriso,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Posso eu acompanhar?!?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Talvez aprenda, sorrir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  como tu,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Talvez eu possa cantar…</a:t>
            </a:r>
            <a:br>
              <a:rPr lang="pt-PT" sz="19200" dirty="0">
                <a:latin typeface="Abadi Extra Light" panose="020B0204020104020204" pitchFamily="34" charset="0"/>
              </a:rPr>
            </a:b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La, la…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La, la…</a:t>
            </a:r>
            <a:br>
              <a:rPr lang="pt-PT" sz="21600" b="1" i="1" dirty="0">
                <a:latin typeface="Abadi Extra Light" panose="020B0204020104020204" pitchFamily="34" charset="0"/>
              </a:rPr>
            </a:br>
            <a:r>
              <a:rPr lang="pt-PT" sz="21600" b="1" i="1" dirty="0">
                <a:latin typeface="Abadi Extra Light" panose="020B0204020104020204" pitchFamily="34" charset="0"/>
              </a:rPr>
              <a:t>La, la…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00804"/>
      </p:ext>
    </p:extLst>
  </p:cSld>
  <p:clrMapOvr>
    <a:masterClrMapping/>
  </p:clrMapOvr>
</p:sld>
</file>

<file path=ppt/slides/slide8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626207"/>
      </p:ext>
    </p:extLst>
  </p:cSld>
  <p:clrMapOvr>
    <a:masterClrMapping/>
  </p:clrMapOvr>
</p:sld>
</file>

<file path=ppt/slides/slide8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Tu és a água viva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82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Manifesta a tua santidade em mim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Toma-me de entre a minha dispersão,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Recolhe-me de onde me perdi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Enche-me de novo o coração.</a:t>
            </a:r>
            <a:endParaRPr lang="pt-PT" sz="27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07398157"/>
      </p:ext>
    </p:extLst>
  </p:cSld>
  <p:clrMapOvr>
    <a:masterClrMapping/>
  </p:clrMapOvr>
</p:sld>
</file>

<file path=ppt/slides/slide8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08672"/>
            <a:ext cx="9233807" cy="6635940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Tu és a água viva,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Tu és a água pura,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Inunda-me, inunda-me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E tudo se transformará em mim. (bis)</a:t>
            </a:r>
            <a:endParaRPr lang="pt-PT" sz="1200" b="1" i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906860"/>
      </p:ext>
    </p:extLst>
  </p:cSld>
  <p:clrMapOvr>
    <a:masterClrMapping/>
  </p:clrMapOvr>
</p:sld>
</file>

<file path=ppt/slides/slide8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9858626"/>
      </p:ext>
    </p:extLst>
  </p:cSld>
  <p:clrMapOvr>
    <a:masterClrMapping/>
  </p:clrMapOvr>
</p:sld>
</file>

<file path=ppt/slides/slide8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Tu és fonte de vida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76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Tu és fonte de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Tu és fogo, Tu és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 </a:t>
            </a:r>
            <a:endParaRPr lang="pt-PT" sz="8700" b="1" i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28288272"/>
      </p:ext>
    </p:extLst>
  </p:cSld>
  <p:clrMapOvr>
    <a:masterClrMapping/>
  </p:clrMapOvr>
</p:sld>
</file>

<file path=ppt/slides/slide8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63398"/>
      </p:ext>
    </p:extLst>
  </p:cSld>
  <p:clrMapOvr>
    <a:masterClrMapping/>
  </p:clrMapOvr>
</p:sld>
</file>

<file path=ppt/slides/slide8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Ubi caritas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7632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Ubi caritas et amor, ubi caritas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Deus ibi est</a:t>
            </a:r>
            <a:endParaRPr lang="pt-PT" sz="8700" b="1" i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34139873"/>
      </p:ext>
    </p:extLst>
  </p:cSld>
  <p:clrMapOvr>
    <a:masterClrMapping/>
  </p:clrMapOvr>
</p:sld>
</file>

<file path=ppt/slides/slide8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36007"/>
      </p:ext>
    </p:extLst>
  </p:cSld>
  <p:clrMapOvr>
    <a:masterClrMapping/>
  </p:clrMapOvr>
</p:sld>
</file>

<file path=ppt/slides/slide8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Um milénio nas mãos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8744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Há um pequeno sonho,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Por aí a navegar.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Um novo milénio, algo mudar…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Palavras de bem, Vontade à solta,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Frases bonitas, Desafio que volta…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91666437"/>
      </p:ext>
    </p:extLst>
  </p:cSld>
  <p:clrMapOvr>
    <a:masterClrMapping/>
  </p:clrMapOvr>
</p:sld>
</file>

<file path=ppt/slides/slide8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7335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Nunca te é dado um sonho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Sem que também te seja entregue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O poder, a liberdade de o realizar…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66459"/>
      </p:ext>
    </p:extLst>
  </p:cSld>
  <p:clrMapOvr>
    <a:masterClrMapping/>
  </p:clrMapOvr>
</p:sld>
</file>

<file path=ppt/slides/slide8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2498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Há um sorriso no ar, uma esperança cá dentro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Um milénio nas mãos, este é o nosso momento.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3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Há um sorriso no ar, uma esperança cá dentro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Um milénio nas mãos, </a:t>
            </a:r>
            <a:r>
              <a:rPr lang="pt-PT" sz="3200" b="1" i="1" dirty="0" err="1">
                <a:latin typeface="Abadi Extra Light" panose="020B0204020104020204" pitchFamily="34" charset="0"/>
              </a:rPr>
              <a:t>oooh</a:t>
            </a:r>
            <a:endParaRPr lang="pt-PT" sz="3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3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Há um sorriso no ar, uma esperança cá dentro…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… Este é o nosso momento!</a:t>
            </a:r>
            <a:endParaRPr lang="pt-PT" sz="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430788"/>
      </p:ext>
    </p:extLst>
  </p:cSld>
  <p:clrMapOvr>
    <a:masterClrMapping/>
  </p:clrMapOvr>
</p:sld>
</file>

<file path=ppt/slides/slide8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58679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Quantos momentos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Te pões a pensar,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sentir por alto a dúvida no 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Onde está a coragem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 querer, a aventura,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Essa voz, o teu grito,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tua loucura ?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297575"/>
      </p:ext>
    </p:extLst>
  </p:cSld>
  <p:clrMapOvr>
    <a:masterClrMapping/>
  </p:clrMapOvr>
</p:sld>
</file>

<file path=ppt/slides/slide8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07335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Acredita, entrega, da confia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Neste nosso louco sonhar!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Desafiar o desafio e serás capaz?!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398302"/>
      </p:ext>
    </p:extLst>
  </p:cSld>
  <p:clrMapOvr>
    <a:masterClrMapping/>
  </p:clrMapOvr>
</p:sld>
</file>

<file path=ppt/slides/slide8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08672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Há um sorriso no ar, uma esperança cá dentro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Um milénio nas mãos, este é o nosso momento.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3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Há um sorriso no ar, uma esperança cá dentro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Um milénio nas mãos, </a:t>
            </a:r>
            <a:r>
              <a:rPr lang="pt-PT" sz="3200" b="1" i="1" dirty="0" err="1">
                <a:latin typeface="Abadi Extra Light" panose="020B0204020104020204" pitchFamily="34" charset="0"/>
              </a:rPr>
              <a:t>oooh</a:t>
            </a:r>
            <a:endParaRPr lang="pt-PT" sz="3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3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Há um sorriso no ar, uma esperança cá dentro…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200" b="1" i="1" dirty="0">
                <a:latin typeface="Abadi Extra Light" panose="020B0204020104020204" pitchFamily="34" charset="0"/>
              </a:rPr>
              <a:t>… Este é o nosso momento!</a:t>
            </a:r>
            <a:endParaRPr lang="pt-PT" sz="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18839"/>
      </p:ext>
    </p:extLst>
  </p:cSld>
  <p:clrMapOvr>
    <a:masterClrMapping/>
  </p:clrMapOvr>
</p:sld>
</file>

<file path=ppt/slides/slide8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607508"/>
      </p:ext>
    </p:extLst>
  </p:cSld>
  <p:clrMapOvr>
    <a:masterClrMapping/>
  </p:clrMapOvr>
</p:sld>
</file>

<file path=ppt/slides/slide8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Um quadro melhor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9801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Sou como sou, para ser feliz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Eu tenho um plano de amor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Mas alguém me diz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eu devo dar e eu dou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Eu tenho um amigo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sempre me amou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É Cristo meu Deus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dirty="0">
                <a:latin typeface="Abadi Extra Light" panose="020B0204020104020204" pitchFamily="34" charset="0"/>
              </a:rPr>
              <a:t>Que para amar me criou</a:t>
            </a: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1929812"/>
      </p:ext>
    </p:extLst>
  </p:cSld>
  <p:clrMapOvr>
    <a:masterClrMapping/>
  </p:clrMapOvr>
</p:sld>
</file>

<file path=ppt/slides/slide8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34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sua palavra é a base da fé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Ao homem deu tudo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própria vida até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diz que é preciso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nossa transformação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a paz no mundo...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426307"/>
      </p:ext>
    </p:extLst>
  </p:cSld>
  <p:clrMapOvr>
    <a:masterClrMapping/>
  </p:clrMapOvr>
</p:sld>
</file>

<file path=ppt/slides/slide8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Escuta bem meu irmão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Nem tudo é tristeza,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Tens um mundo inteiro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Cheio de cor,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Só necessito que saibas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Espalhar o amor...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798652"/>
      </p:ext>
    </p:extLst>
  </p:cSld>
  <p:clrMapOvr>
    <a:masterClrMapping/>
  </p:clrMapOvr>
</p:sld>
</file>

<file path=ppt/slides/slide8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2169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Tristezas são o que são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Mas são tela em branco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Tens as tintas e os pincéis na mão,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Para pintares nesta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Um quadro melhor.</a:t>
            </a:r>
          </a:p>
          <a:p>
            <a:pPr marL="0" indent="0" algn="ctr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901163"/>
      </p:ext>
    </p:extLst>
  </p:cSld>
  <p:clrMapOvr>
    <a:masterClrMapping/>
  </p:clrMapOvr>
</p:sld>
</file>

<file path=ppt/slides/slide8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623076"/>
      </p:ext>
    </p:extLst>
  </p:cSld>
  <p:clrMapOvr>
    <a:masterClrMapping/>
  </p:clrMapOvr>
</p:sld>
</file>

<file path=ppt/slides/slide8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Vamos todos com Maria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9377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Sois a semente que há-de crescer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Sois a estrela que há-de brilhar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Sois o fermento do pão divinal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Luzeiro para iluminar.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37599520"/>
      </p:ext>
    </p:extLst>
  </p:cSld>
  <p:clrMapOvr>
    <a:masterClrMapping/>
  </p:clrMapOvr>
</p:sld>
</file>

<file path=ppt/slides/slide8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3266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Sois a chama que há-de aquecer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Resplendor de Fé e Verdade.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Sois a Pastora que há-de guiar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mundo por sendas de Paz.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64032913"/>
      </p:ext>
    </p:extLst>
  </p:cSld>
  <p:clrMapOvr>
    <a:masterClrMapping/>
  </p:clrMapOvr>
</p:sld>
</file>

<file path=ppt/slides/slide8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Vamos todos com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Comungar o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D’Ela nos veio a verdade,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O perdão e a paz.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Ide amigos proclamá-La,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Boa mãe imaculada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Estará sempre connosco: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Como terna e boa Mãe.</a:t>
            </a:r>
          </a:p>
          <a:p>
            <a:pPr marL="0" indent="0" algn="ctr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818883"/>
      </p:ext>
    </p:extLst>
  </p:cSld>
  <p:clrMapOvr>
    <a:masterClrMapping/>
  </p:clrMapOvr>
</p:sld>
</file>

<file path=ppt/slides/slide8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09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Sois a aurora que traz novo dia,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Sois a espiga que o grão vai encher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Sois o agulhão e carícia, à vez,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prece que eu vou rezar.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18301288"/>
      </p:ext>
    </p:extLst>
  </p:cSld>
  <p:clrMapOvr>
    <a:masterClrMapping/>
  </p:clrMapOvr>
</p:sld>
</file>

<file path=ppt/slides/slide8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1" y="112024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Sois a Eleita que Deus escolheu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Sois Palavra que vou proclamar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Sois o Reino Novo que vai espalhar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Justiça, Amor e Verdade.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78325742"/>
      </p:ext>
    </p:extLst>
  </p:cSld>
  <p:clrMapOvr>
    <a:masterClrMapping/>
  </p:clrMapOvr>
</p:sld>
</file>

<file path=ppt/slides/slide8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Vamos todos com Maria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Comungar o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D’Ela nos veio a verdade,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O perdão e a paz.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Ide amigos proclamá-La,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Boa mãe imaculada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Estará sempre connosco: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b="1" i="1" dirty="0">
                <a:latin typeface="Abadi Extra Light" panose="020B0204020104020204" pitchFamily="34" charset="0"/>
              </a:rPr>
              <a:t>Como terna e boa Mãe.</a:t>
            </a:r>
          </a:p>
          <a:p>
            <a:pPr marL="0" indent="0" algn="ctr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832825"/>
      </p:ext>
    </p:extLst>
  </p:cSld>
  <p:clrMapOvr>
    <a:masterClrMapping/>
  </p:clrMapOvr>
</p:sld>
</file>

<file path=ppt/slides/slide8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097245"/>
      </p:ext>
    </p:extLst>
  </p:cSld>
  <p:clrMapOvr>
    <a:masterClrMapping/>
  </p:clrMapOvr>
</p:sld>
</file>

<file path=ppt/slides/slide8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Vasos de barro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35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Nós não nos pregamos a nós, mas ao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apenas o fazemos por Seu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Das trevas, resplandece a Luz, disse Deus,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foi Ele quem brilhou no coração dos seus.</a:t>
            </a:r>
            <a:endParaRPr lang="pt-PT" sz="3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57292609"/>
      </p:ext>
    </p:extLst>
  </p:cSld>
  <p:clrMapOvr>
    <a:masterClrMapping/>
  </p:clrMapOvr>
</p:sld>
</file>

<file path=ppt/slides/slide8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16276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Trazemos, porém,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este Tesouro em vasos de barro,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Para que se possa ver vir de Deus esse poder.</a:t>
            </a: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180640"/>
      </p:ext>
    </p:extLst>
  </p:cSld>
  <p:clrMapOvr>
    <a:masterClrMapping/>
  </p:clrMapOvr>
</p:sld>
</file>

<file path=ppt/slides/slide8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4734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Em tudo somos atribulados e perseguidos,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mas não desamparados e nunca vencidos.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No nosso corpo levamos, sem cessar,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morte de Jesus, p'ra Sua Vida manifestar.</a:t>
            </a: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640590"/>
      </p:ext>
    </p:extLst>
  </p:cSld>
  <p:clrMapOvr>
    <a:masterClrMapping/>
  </p:clrMapOvr>
</p:sld>
</file>

<file path=ppt/slides/slide8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16276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Trazemos, porém,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este Tesouro em vasos de barro,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Para que se possa ver vir de Deus esse poder.</a:t>
            </a: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96570"/>
      </p:ext>
    </p:extLst>
  </p:cSld>
  <p:clrMapOvr>
    <a:masterClrMapping/>
  </p:clrMapOvr>
</p:sld>
</file>

<file path=ppt/slides/slide8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135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Sabemos que Aquele que O ressuscitou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também ressuscitará aqueles para quem olhou.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assim, jamais iremos perder a alegria.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Grande é o peso da Glória que nos espera um dia.</a:t>
            </a: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486137"/>
      </p:ext>
    </p:extLst>
  </p:cSld>
  <p:clrMapOvr>
    <a:masterClrMapping/>
  </p:clrMapOvr>
</p:sld>
</file>

<file path=ppt/slides/slide8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16276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Trazemos, porém,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este Tesouro em vasos de barro,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6000" b="1" i="1" dirty="0">
                <a:latin typeface="Abadi Extra Light" panose="020B0204020104020204" pitchFamily="34" charset="0"/>
              </a:rPr>
              <a:t>Para que se possa ver vir de Deus esse poder.</a:t>
            </a: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89229"/>
      </p:ext>
    </p:extLst>
  </p:cSld>
  <p:clrMapOvr>
    <a:masterClrMapping/>
  </p:clrMapOvr>
</p:sld>
</file>

<file path=ppt/slides/slide8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003493"/>
      </p:ext>
    </p:extLst>
  </p:cSld>
  <p:clrMapOvr>
    <a:masterClrMapping/>
  </p:clrMapOvr>
</p:sld>
</file>

<file path=ppt/slides/slide8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Vede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3194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Vede Senhor, quanta gente.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Nunca ouviu falar de Vós;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Quanta gente não sabe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deve amar alguém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Senhor, aceita-nos assim!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896758"/>
      </p:ext>
    </p:extLst>
  </p:cSld>
  <p:clrMapOvr>
    <a:masterClrMapping/>
  </p:clrMapOvr>
</p:sld>
</file>

<file path=ppt/slides/slide8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1299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Vede Senhor, nós chegamos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Prontos a dar o que temos,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A vida alegre ou triste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O amor que em nós existe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Senhor, aceita-nos assim!</a:t>
            </a:r>
            <a:endParaRPr lang="pt-PT" sz="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392177"/>
      </p:ext>
    </p:extLst>
  </p:cSld>
  <p:clrMapOvr>
    <a:masterClrMapping/>
  </p:clrMapOvr>
</p:sld>
</file>

<file path=ppt/slides/slide8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1299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Vede Senhor, nós queremos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Ser instrumentos do teu reino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Espalhar a paz, o amor,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Alegria esperança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Senhor, ajuda-nos a ser!</a:t>
            </a:r>
            <a:endParaRPr lang="pt-PT" sz="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52448"/>
      </p:ext>
    </p:extLst>
  </p:cSld>
  <p:clrMapOvr>
    <a:masterClrMapping/>
  </p:clrMapOvr>
</p:sld>
</file>

<file path=ppt/slides/slide8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063746"/>
      </p:ext>
    </p:extLst>
  </p:cSld>
  <p:clrMapOvr>
    <a:masterClrMapping/>
  </p:clrMapOvr>
</p:sld>
</file>

<file path=ppt/slides/slide8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Vem daí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0276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Quando as trevas se dissiparam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Quando amanheceu o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O Homem feliz, vivia sem 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Quando depois a escuridão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Tornou a noite solidão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Abadi Extra Light" panose="020B0204020104020204" pitchFamily="34" charset="0"/>
              </a:rPr>
              <a:t>E o Homem sofria sem o seu Senhor</a:t>
            </a:r>
            <a:endParaRPr lang="pt-PT" sz="4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121801"/>
      </p:ext>
    </p:extLst>
  </p:cSld>
  <p:clrMapOvr>
    <a:masterClrMapping/>
  </p:clrMapOvr>
</p:sld>
</file>

<file path=ppt/slides/slide8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7676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Vem daí, vem daí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 Deus que te chama, é Deus que te ama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O Deus que os Homens precisam de olhar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562812"/>
      </p:ext>
    </p:extLst>
  </p:cSld>
  <p:clrMapOvr>
    <a:masterClrMapping/>
  </p:clrMapOvr>
</p:sld>
</file>

<file path=ppt/slides/slide8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119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Vem daí, vem daí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 Deus que te manda pelo mundo inteiro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És o sal da terra, luz sempre a brilhar</a:t>
            </a: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69517"/>
      </p:ext>
    </p:extLst>
  </p:cSld>
  <p:clrMapOvr>
    <a:masterClrMapping/>
  </p:clrMapOvr>
</p:sld>
</file>

<file path=ppt/slides/slide8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1652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Quando apareceu Jesus,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quando Ele se fez pão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Alguns entenderam e deram as mãos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Houve porém quem cheio de si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Virasse as costas à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Ao Deus da História, à eternidade</a:t>
            </a:r>
          </a:p>
          <a:p>
            <a:pPr marL="0" indent="0">
              <a:buNone/>
            </a:pPr>
            <a:endParaRPr lang="pt-PT" sz="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717691"/>
      </p:ext>
    </p:extLst>
  </p:cSld>
  <p:clrMapOvr>
    <a:masterClrMapping/>
  </p:clrMapOvr>
</p:sld>
</file>

<file path=ppt/slides/slide8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7676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Vem daí, vem daí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 Deus que te chama, é Deus que te ama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O Deus que os Homens precisam de olhar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54882"/>
      </p:ext>
    </p:extLst>
  </p:cSld>
  <p:clrMapOvr>
    <a:masterClrMapping/>
  </p:clrMapOvr>
</p:sld>
</file>

<file path=ppt/slides/slide8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119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Vem daí, vem daí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 Deus que te manda pelo mundo inteiro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És o sal da terra, luz sempre a brilhar</a:t>
            </a: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81311"/>
      </p:ext>
    </p:extLst>
  </p:cSld>
  <p:clrMapOvr>
    <a:masterClrMapping/>
  </p:clrMapOvr>
</p:sld>
</file>

<file path=ppt/slides/slide8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Estás aqui tu que acreditaste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Naquela Cruz, naquela hora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Também tu, agora, te queres ir embora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O mundo porém precisa de ti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Dos jovens que hoje se querem dar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E a toda a gente Cristo anunciar</a:t>
            </a:r>
            <a:endParaRPr lang="pt-PT" sz="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954299"/>
      </p:ext>
    </p:extLst>
  </p:cSld>
  <p:clrMapOvr>
    <a:masterClrMapping/>
  </p:clrMapOvr>
</p:sld>
</file>

<file path=ppt/slides/slide8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876763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Vem daí, vem daí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 Deus que te chama, é Deus que te ama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O Deus que os Homens precisam de olhar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935545"/>
      </p:ext>
    </p:extLst>
  </p:cSld>
  <p:clrMapOvr>
    <a:masterClrMapping/>
  </p:clrMapOvr>
</p:sld>
</file>

<file path=ppt/slides/slide8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911931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Vem daí, vem daí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 Deus que te manda pelo mundo inteiro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400" b="1" i="1" dirty="0">
                <a:latin typeface="Abadi Extra Light" panose="020B0204020104020204" pitchFamily="34" charset="0"/>
              </a:rPr>
              <a:t>És o sal da terra, luz sempre a brilhar</a:t>
            </a:r>
          </a:p>
          <a:p>
            <a:pPr marL="0" indent="0">
              <a:buNone/>
            </a:pPr>
            <a:endParaRPr lang="pt-PT" sz="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076770"/>
      </p:ext>
    </p:extLst>
  </p:cSld>
  <p:clrMapOvr>
    <a:masterClrMapping/>
  </p:clrMapOvr>
</p:sld>
</file>

<file path=ppt/slides/slide8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195967"/>
      </p:ext>
    </p:extLst>
  </p:cSld>
  <p:clrMapOvr>
    <a:masterClrMapping/>
  </p:clrMapOvr>
</p:sld>
</file>

<file path=ppt/slides/slide8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Vem espírito de amor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866" y="141899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O amor que o Espírito me dá,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A força que tem p’ra mudar.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Quando me afasto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ensina-me a caminhar.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A minha vida nas mãos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0000" dirty="0">
                <a:latin typeface="Abadi Extra Light" panose="020B0204020104020204" pitchFamily="34" charset="0"/>
              </a:rPr>
              <a:t>de Deus quer ficar.</a:t>
            </a: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99846340"/>
      </p:ext>
    </p:extLst>
  </p:cSld>
  <p:clrMapOvr>
    <a:masterClrMapping/>
  </p:clrMapOvr>
</p:sld>
</file>

<file path=ppt/slides/slide8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34131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Sol da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Quantas vezes me senti perdido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Cego na escuridão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Sem encontrar um caminho…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433998"/>
      </p:ext>
    </p:extLst>
  </p:cSld>
  <p:clrMapOvr>
    <a:masterClrMapping/>
  </p:clrMapOvr>
</p:sld>
</file>

<file path=ppt/slides/slide8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Vem Espírito de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Ilumina a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Vem encher de calor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esta alma sofrida.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081235"/>
      </p:ext>
    </p:extLst>
  </p:cSld>
  <p:clrMapOvr>
    <a:masterClrMapping/>
  </p:clrMapOvr>
</p:sld>
</file>

<file path=ppt/slides/slide8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5060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 amor que desceu do céu,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Mostra como falar de Deus.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Sem medo, sem vergonha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Eu quero gritar.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Senhor meu Deus, a ti sempre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Quero amar!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325907"/>
      </p:ext>
    </p:extLst>
  </p:cSld>
  <p:clrMapOvr>
    <a:masterClrMapping/>
  </p:clrMapOvr>
</p:sld>
</file>

<file path=ppt/slides/slide8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34131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Sinto a Tua força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Enches-me com a Tua paz,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Sei que estou seguro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 sempre me guiarás…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52631"/>
      </p:ext>
    </p:extLst>
  </p:cSld>
  <p:clrMapOvr>
    <a:masterClrMapping/>
  </p:clrMapOvr>
</p:sld>
</file>

<file path=ppt/slides/slide8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Vem Espírito de amor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Ilumina a minha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Vem encher de calor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esta alma sofrida.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498189"/>
      </p:ext>
    </p:extLst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211279"/>
      </p:ext>
    </p:extLst>
  </p:cSld>
  <p:clrMapOvr>
    <a:masterClrMapping/>
  </p:clrMapOvr>
</p:sld>
</file>

<file path=ppt/slides/slide9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Vem Espírito Santo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4588"/>
            <a:ext cx="9233807" cy="4363006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704550"/>
      </p:ext>
    </p:extLst>
  </p:cSld>
  <p:clrMapOvr>
    <a:masterClrMapping/>
  </p:clrMapOvr>
</p:sld>
</file>

<file path=ppt/slides/slide9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84706"/>
            <a:ext cx="9233807" cy="524582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Ilumina-nos e guia-nos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Converte-nos e alegra-nos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965406"/>
      </p:ext>
    </p:extLst>
  </p:cSld>
  <p:clrMapOvr>
    <a:masterClrMapping/>
  </p:clrMapOvr>
</p:sld>
</file>

<file path=ppt/slides/slide9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84706"/>
            <a:ext cx="9233807" cy="524582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Inflama-nos, transforma-nos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Inspira-nos, alenta-nos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381732"/>
      </p:ext>
    </p:extLst>
  </p:cSld>
  <p:clrMapOvr>
    <a:masterClrMapping/>
  </p:clrMapOvr>
</p:sld>
</file>

<file path=ppt/slides/slide9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584706"/>
            <a:ext cx="9233807" cy="5245822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Visita-nos, consola-nos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Confirma-nos e salva-nos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Vem Espírito Santo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87997"/>
      </p:ext>
    </p:extLst>
  </p:cSld>
  <p:clrMapOvr>
    <a:masterClrMapping/>
  </p:clrMapOvr>
</p:sld>
</file>

<file path=ppt/slides/slide9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700037"/>
      </p:ext>
    </p:extLst>
  </p:cSld>
  <p:clrMapOvr>
    <a:masterClrMapping/>
  </p:clrMapOvr>
</p:sld>
</file>

<file path=ppt/slides/slide9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Vem e verás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Vem e verás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Que é possível a 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Que amar não é uma utopia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E que podes ser feliz!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Vem e verás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Um amor que é diferente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Lança-te e sê valente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O melhor encontrarás!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185616"/>
      </p:ext>
    </p:extLst>
  </p:cSld>
  <p:clrMapOvr>
    <a:masterClrMapping/>
  </p:clrMapOvr>
</p:sld>
</file>

<file path=ppt/slides/slide9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Tu que buscas a verdade,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dê um sentido à vida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Já cansado de viver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Na mentira.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Necessitas ser tu próprio,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Lança-te tal como és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Há alguém que te conhece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assim te ama.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81248"/>
      </p:ext>
    </p:extLst>
  </p:cSld>
  <p:clrMapOvr>
    <a:masterClrMapping/>
  </p:clrMapOvr>
</p:sld>
</file>

<file path=ppt/slides/slide9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3145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Vem e verás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Que é possível a alegria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Que amar não é uma utopia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 que podes ser feliz!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Vem e verás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Um amor que é diferente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Lança-te e sê valente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O melhor encontrarás!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423715"/>
      </p:ext>
    </p:extLst>
  </p:cSld>
  <p:clrMapOvr>
    <a:masterClrMapping/>
  </p:clrMapOvr>
</p:sld>
</file>

<file path=ppt/slides/slide9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33341"/>
      </p:ext>
    </p:extLst>
  </p:cSld>
  <p:clrMapOvr>
    <a:masterClrMapping/>
  </p:clrMapOvr>
</p:sld>
</file>

<file path=ppt/slides/slide9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Vem viver em nós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391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Vem viver em nós,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Vem viver em nós (x2)</a:t>
            </a: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97500"/>
      </p:ext>
    </p:extLst>
  </p:cSld>
  <p:clrMapOvr>
    <a:masterClrMapping/>
  </p:clrMapOvr>
</p:sld>
</file>

<file path=ppt/slides/slide9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668596"/>
      </p:ext>
    </p:extLst>
  </p:cSld>
  <p:clrMapOvr>
    <a:masterClrMapping/>
  </p:clrMapOvr>
</p:sld>
</file>

<file path=ppt/slides/slide9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Via de amor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Via de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És Tu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 pão do céu,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nos transforma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Em Ti. (x2)</a:t>
            </a: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67931"/>
      </p:ext>
    </p:extLst>
  </p:cSld>
  <p:clrMapOvr>
    <a:masterClrMapping/>
  </p:clrMapOvr>
</p:sld>
</file>

<file path=ppt/slides/slide9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Não, não estamos sós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Sobre a terra.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Pois Tu ficaste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Entre nós, para nos saciar.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És pão da vida,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Inflamas com o Teu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Toda a humanidade.</a:t>
            </a:r>
            <a:endParaRPr lang="pt-PT" sz="9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394128"/>
      </p:ext>
    </p:extLst>
  </p:cSld>
  <p:clrMapOvr>
    <a:masterClrMapping/>
  </p:clrMapOvr>
</p:sld>
</file>

<file path=ppt/slides/slide9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3145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Via de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És Tu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O pão do céu,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Que nos transforma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Em Ti.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409251"/>
      </p:ext>
    </p:extLst>
  </p:cSld>
  <p:clrMapOvr>
    <a:masterClrMapping/>
  </p:clrMapOvr>
</p:sld>
</file>

<file path=ppt/slides/slide9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400" dirty="0">
                <a:latin typeface="Abadi Extra Light" panose="020B0204020104020204" pitchFamily="34" charset="0"/>
              </a:rPr>
              <a:t>Sim temos o céu </a:t>
            </a:r>
            <a:br>
              <a:rPr lang="pt-PT" sz="5400" dirty="0">
                <a:latin typeface="Abadi Extra Light" panose="020B0204020104020204" pitchFamily="34" charset="0"/>
              </a:rPr>
            </a:br>
            <a:r>
              <a:rPr lang="pt-PT" sz="5400" dirty="0">
                <a:latin typeface="Abadi Extra Light" panose="020B0204020104020204" pitchFamily="34" charset="0"/>
              </a:rPr>
              <a:t>Já nesta terra</a:t>
            </a:r>
            <a:br>
              <a:rPr lang="pt-PT" sz="5400" dirty="0">
                <a:latin typeface="Abadi Extra Light" panose="020B0204020104020204" pitchFamily="34" charset="0"/>
              </a:rPr>
            </a:br>
            <a:r>
              <a:rPr lang="pt-PT" sz="5400" dirty="0">
                <a:latin typeface="Abadi Extra Light" panose="020B0204020104020204" pitchFamily="34" charset="0"/>
              </a:rPr>
              <a:t>Pois Tu ficaste entre nós </a:t>
            </a:r>
            <a:br>
              <a:rPr lang="pt-PT" sz="5400" dirty="0">
                <a:latin typeface="Abadi Extra Light" panose="020B0204020104020204" pitchFamily="34" charset="0"/>
              </a:rPr>
            </a:br>
            <a:r>
              <a:rPr lang="pt-PT" sz="5400" dirty="0">
                <a:latin typeface="Abadi Extra Light" panose="020B0204020104020204" pitchFamily="34" charset="0"/>
              </a:rPr>
              <a:t>Mas nos levas contigo.</a:t>
            </a:r>
            <a:br>
              <a:rPr lang="pt-PT" sz="5400" dirty="0">
                <a:latin typeface="Abadi Extra Light" panose="020B0204020104020204" pitchFamily="34" charset="0"/>
              </a:rPr>
            </a:br>
            <a:r>
              <a:rPr lang="pt-PT" sz="5400" dirty="0">
                <a:latin typeface="Abadi Extra Light" panose="020B0204020104020204" pitchFamily="34" charset="0"/>
              </a:rPr>
              <a:t>Para a Tua casa, </a:t>
            </a:r>
            <a:br>
              <a:rPr lang="pt-PT" sz="5400" dirty="0">
                <a:latin typeface="Abadi Extra Light" panose="020B0204020104020204" pitchFamily="34" charset="0"/>
              </a:rPr>
            </a:br>
            <a:r>
              <a:rPr lang="pt-PT" sz="5400" dirty="0">
                <a:latin typeface="Abadi Extra Light" panose="020B0204020104020204" pitchFamily="34" charset="0"/>
              </a:rPr>
              <a:t>Onde viveremos junto a Ti</a:t>
            </a:r>
            <a:br>
              <a:rPr lang="pt-PT" sz="5400" dirty="0">
                <a:latin typeface="Abadi Extra Light" panose="020B0204020104020204" pitchFamily="34" charset="0"/>
              </a:rPr>
            </a:br>
            <a:r>
              <a:rPr lang="pt-PT" sz="5400" dirty="0">
                <a:latin typeface="Abadi Extra Light" panose="020B0204020104020204" pitchFamily="34" charset="0"/>
              </a:rPr>
              <a:t>Toda a eternidade.</a:t>
            </a:r>
            <a:endParaRPr lang="pt-PT" sz="8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877016"/>
      </p:ext>
    </p:extLst>
  </p:cSld>
  <p:clrMapOvr>
    <a:masterClrMapping/>
  </p:clrMapOvr>
</p:sld>
</file>

<file path=ppt/slides/slide9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3145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Via de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És Tu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O pão do céu,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Que nos transforma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Em Ti.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234091"/>
      </p:ext>
    </p:extLst>
  </p:cSld>
  <p:clrMapOvr>
    <a:masterClrMapping/>
  </p:clrMapOvr>
</p:sld>
</file>

<file path=ppt/slides/slide9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2141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Não a sombra da morte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Não nos faz medo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Pois Tu ficaste entre nós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E quem vive de Ti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Vive para sempre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És Deus connosco 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És Deus p’ra nós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És Deus que está em nós</a:t>
            </a:r>
            <a:endParaRPr lang="pt-PT" sz="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340181"/>
      </p:ext>
    </p:extLst>
  </p:cSld>
  <p:clrMapOvr>
    <a:masterClrMapping/>
  </p:clrMapOvr>
</p:sld>
</file>

<file path=ppt/slides/slide9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33145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Via de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És Tu Jesus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O pão do céu,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Que nos transforma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Em Ti.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64103"/>
      </p:ext>
    </p:extLst>
  </p:cSld>
  <p:clrMapOvr>
    <a:masterClrMapping/>
  </p:clrMapOvr>
</p:sld>
</file>

<file path=ppt/slides/slide9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360634"/>
      </p:ext>
    </p:extLst>
  </p:cSld>
  <p:clrMapOvr>
    <a:masterClrMapping/>
  </p:clrMapOvr>
</p:sld>
</file>

<file path=ppt/slides/slide9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Vim aqui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1015" y="1783828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Vim aqui ó virgem mãe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Sem saber o que dizer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Eu olhava a Tua imagem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Não a conseguia ver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95479051"/>
      </p:ext>
    </p:extLst>
  </p:cSld>
  <p:clrMapOvr>
    <a:masterClrMapping/>
  </p:clrMapOvr>
</p:sld>
</file>

<file path=ppt/slides/slide9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78740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Sentei-me e assim fiquei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Em silêncio a pensar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Senti descer, ó Mãe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Sobre mim, o Teu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Foi então que eu comecei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 alegria a rezar</a:t>
            </a: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316758"/>
      </p:ext>
    </p:extLst>
  </p:cSld>
  <p:clrMapOvr>
    <a:masterClrMapping/>
  </p:clrMapOvr>
</p:sld>
</file>

<file path=ppt/slides/slide9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21489"/>
      </p:ext>
    </p:extLst>
  </p:cSld>
  <p:clrMapOvr>
    <a:masterClrMapping/>
  </p:clrMapOvr>
</p:sld>
</file>

<file path=ppt/slides/slide9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Vim buscar-te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59701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Num papel vazio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Corre o mundo pela minha mão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um fio de tinta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Olha o sol na escuridão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Há lugares mágicos no meu infinito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Onde te vou buscar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26123116"/>
      </p:ext>
    </p:extLst>
  </p:cSld>
  <p:clrMapOvr>
    <a:masterClrMapping/>
  </p:clrMapOvr>
</p:sld>
</file>

<file path=ppt/slides/slide9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414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Traz as palavras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 vida, os teus poemas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Traz as memórias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Vamos fazer cantigas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Traz imagens, imaginação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P’ra este lugar onde mora a magia</a:t>
            </a: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12487"/>
      </p:ext>
    </p:extLst>
  </p:cSld>
  <p:clrMapOvr>
    <a:masterClrMapping/>
  </p:clrMapOvr>
</p:sld>
</file>

<file path=ppt/slides/slide9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414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Por sítios que não vêm no mapa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Pelas horas que aumentam a alma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São dois eus e eu cresço mais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Os meus sonhos são… reais</a:t>
            </a:r>
            <a:endParaRPr lang="pt-PT" sz="20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905658"/>
      </p:ext>
    </p:extLst>
  </p:cSld>
  <p:clrMapOvr>
    <a:masterClrMapping/>
  </p:clrMapOvr>
</p:sld>
</file>

<file path=ppt/slides/slide9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Vim buscar-te, em sonhos reais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Vim buscar-te</a:t>
            </a:r>
            <a:endParaRPr lang="pt-PT" dirty="0"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18745"/>
      </p:ext>
    </p:extLst>
  </p:cSld>
  <p:clrMapOvr>
    <a:masterClrMapping/>
  </p:clrMapOvr>
</p:sld>
</file>

<file path=ppt/slides/slide9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414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Traz as palavras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A vida, os teus poemas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Traz as memórias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Vamos fazer cantigas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Traz imagens, imaginação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Este lugar tem outras saídas</a:t>
            </a: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170109"/>
      </p:ext>
    </p:extLst>
  </p:cSld>
  <p:clrMapOvr>
    <a:masterClrMapping/>
  </p:clrMapOvr>
</p:sld>
</file>

<file path=ppt/slides/slide9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7414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Por sítios que não vêm no mapa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Pelas horas que aumentam a alma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São dois eus e eu cresço mais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Os meus sonhos são… reais</a:t>
            </a:r>
            <a:endParaRPr lang="pt-PT" sz="2000" b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297684"/>
      </p:ext>
    </p:extLst>
  </p:cSld>
  <p:clrMapOvr>
    <a:masterClrMapping/>
  </p:clrMapOvr>
</p:sld>
</file>

<file path=ppt/slides/slide9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Vim buscar-te, em sonhos reais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Vim buscar-te, em dias reais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Em vidas reais</a:t>
            </a:r>
            <a:endParaRPr lang="pt-PT" dirty="0"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63940"/>
      </p:ext>
    </p:extLst>
  </p:cSld>
  <p:clrMapOvr>
    <a:masterClrMapping/>
  </p:clrMapOvr>
</p:sld>
</file>

<file path=ppt/slides/slide9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576608"/>
      </p:ext>
    </p:extLst>
  </p:cSld>
  <p:clrMapOvr>
    <a:masterClrMapping/>
  </p:clrMapOvr>
</p:sld>
</file>

<file path=ppt/slides/slide9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Vinde e Louvai-O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9499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Vinde e Louvai-O (X3)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Vinde e Louvai o Senhor!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536734"/>
      </p:ext>
    </p:extLst>
  </p:cSld>
  <p:clrMapOvr>
    <a:masterClrMapping/>
  </p:clrMapOvr>
</p:sld>
</file>

<file path=ppt/slides/slide9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Jesus é nosso Salvador,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Vinde, vinde e louvai-O!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Morreu na cruz por nosso Amor,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Vinde, vinde e louvai-O!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Vinde e Louvai-O (X3)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Vinde e Louvai o Senhor!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430912"/>
      </p:ext>
    </p:extLst>
  </p:cSld>
  <p:clrMapOvr>
    <a:masterClrMapping/>
  </p:clrMapOvr>
</p:sld>
</file>

<file path=ppt/slides/slide9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Jesus está vivo em ti e em mim,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Vinde, vinde e louvai-O!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Sua luz brilhará sem fim,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Vinde, vinde e louvai-O!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Vinde e Louvai-O (X3)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Vinde e Louvai o Senhor!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077932"/>
      </p:ext>
    </p:extLst>
  </p:cSld>
  <p:clrMapOvr>
    <a:masterClrMapping/>
  </p:clrMapOvr>
</p:sld>
</file>

<file path=ppt/slides/slide9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932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 Seu Amor Ele nos criou,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Vinde, vinde e louvai-O!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 Reino do Pai nos revelou,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Vinde, vinde e louvai-O!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Vinde e Louvai-O (X3)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Vinde e Louvai o Senhor! 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021854"/>
      </p:ext>
    </p:extLst>
  </p:cSld>
  <p:clrMapOvr>
    <a:masterClrMapping/>
  </p:clrMapOvr>
</p:sld>
</file>

<file path=ppt/slides/slide9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83626"/>
      </p:ext>
    </p:extLst>
  </p:cSld>
  <p:clrMapOvr>
    <a:masterClrMapping/>
  </p:clrMapOvr>
</p:sld>
</file>

<file path=ppt/slides/slide9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Vinde louvar o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7990" y="174774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Vinde louvar o Senhor: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Palavra de vida que nos salva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Boa nova de amor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26675"/>
      </p:ext>
    </p:extLst>
  </p:cSld>
  <p:clrMapOvr>
    <a:masterClrMapping/>
  </p:clrMapOvr>
</p:sld>
</file>

<file path=ppt/slides/slide9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Escutaremos a tua voz,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Na tua presença dando graças ao teu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Ao som de instrumentos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Cantando o teu louvor</a:t>
            </a:r>
            <a:endParaRPr lang="pt-PT" dirty="0"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433849"/>
      </p:ext>
    </p:extLst>
  </p:cSld>
  <p:clrMapOvr>
    <a:masterClrMapping/>
  </p:clrMapOvr>
</p:sld>
</file>

<file path=ppt/slides/slide9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791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Vinde louvar o Senhor: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Palavra de vida que nos salva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Boa nova de amor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206540"/>
      </p:ext>
    </p:extLst>
  </p:cSld>
  <p:clrMapOvr>
    <a:masterClrMapping/>
  </p:clrMapOvr>
</p:sld>
</file>

<file path=ppt/slides/slide9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Bendiremos a tua obra,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Das tuas mãos nasceu a vida,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humanidade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Somos o teu povo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Cantando o Teu louvor</a:t>
            </a:r>
          </a:p>
        </p:txBody>
      </p:sp>
    </p:spTree>
    <p:extLst>
      <p:ext uri="{BB962C8B-B14F-4D97-AF65-F5344CB8AC3E}">
        <p14:creationId xmlns:p14="http://schemas.microsoft.com/office/powerpoint/2010/main" val="3689674036"/>
      </p:ext>
    </p:extLst>
  </p:cSld>
  <p:clrMapOvr>
    <a:masterClrMapping/>
  </p:clrMapOvr>
</p:sld>
</file>

<file path=ppt/slides/slide9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791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Vinde louvar o Senhor: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Palavra de vida que nos salva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Boa nova de amor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714722"/>
      </p:ext>
    </p:extLst>
  </p:cSld>
  <p:clrMapOvr>
    <a:masterClrMapping/>
  </p:clrMapOvr>
</p:sld>
</file>

<file path=ppt/slides/slide9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Viveremos a tua paz,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Semeando a palavra, teu nome,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tua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sal e luz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Cantando o teu louvor</a:t>
            </a:r>
          </a:p>
        </p:txBody>
      </p:sp>
    </p:spTree>
    <p:extLst>
      <p:ext uri="{BB962C8B-B14F-4D97-AF65-F5344CB8AC3E}">
        <p14:creationId xmlns:p14="http://schemas.microsoft.com/office/powerpoint/2010/main" val="1572938298"/>
      </p:ext>
    </p:extLst>
  </p:cSld>
  <p:clrMapOvr>
    <a:masterClrMapping/>
  </p:clrMapOvr>
</p:sld>
</file>

<file path=ppt/slides/slide9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0791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Vinde louvar o Senhor: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Palavra de vida que nos salva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b="1" i="1" dirty="0">
                <a:latin typeface="Abadi Extra Light" panose="020B0204020104020204" pitchFamily="34" charset="0"/>
              </a:rPr>
              <a:t>Boa nova de amor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785739"/>
      </p:ext>
    </p:extLst>
  </p:cSld>
  <p:clrMapOvr>
    <a:masterClrMapping/>
  </p:clrMapOvr>
</p:sld>
</file>

<file path=ppt/slides/slide9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239636"/>
      </p:ext>
    </p:extLst>
  </p:cSld>
  <p:clrMapOvr>
    <a:masterClrMapping/>
  </p:clrMapOvr>
</p:sld>
</file>

<file path=ppt/slides/slide9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Viver a vida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180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Viver a vida na alegria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na dor de cada dia: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isto que Deus espera de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Viver a vida mergulhado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No amor é o teu destino: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É isto que Deus espera de ti.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456652"/>
      </p:ext>
    </p:extLst>
  </p:cSld>
  <p:clrMapOvr>
    <a:masterClrMapping/>
  </p:clrMapOvr>
</p:sld>
</file>

<file path=ppt/slides/slide9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1039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Percorrer com outros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Esta estrada para Deus...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Caminhando juntos lado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  a lado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verás então um céu azul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Dentro de ti...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Um rasto de luz seguir-te-á.</a:t>
            </a:r>
            <a:endParaRPr lang="pt-PT" sz="11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3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97194"/>
      </p:ext>
    </p:extLst>
  </p:cSld>
  <p:clrMapOvr>
    <a:masterClrMapping/>
  </p:clrMapOvr>
</p:sld>
</file>

<file path=ppt/slides/slide9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25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Viver a vida na alegria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na dor de cada dia: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isto que Deus espera de ti.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Viver a vida mergulhado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No amor é o teu destino: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É isto que Deus espera de ti.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4542"/>
      </p:ext>
    </p:extLst>
  </p:cSld>
  <p:clrMapOvr>
    <a:masterClrMapping/>
  </p:clrMapOvr>
</p:sld>
</file>

<file path=ppt/slides/slide9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4573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Viver para que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Ao mundo volte a unidade,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Porque Deus habita em cada um...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verás então um céu azul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Dentro de ti...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Um rasto de luz seguir-te-á.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Um rasto de luz seguir-te-á.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978018"/>
      </p:ext>
    </p:extLst>
  </p:cSld>
  <p:clrMapOvr>
    <a:masterClrMapping/>
  </p:clrMapOvr>
</p:sld>
</file>

<file path=ppt/slides/slide9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471105"/>
      </p:ext>
    </p:extLst>
  </p:cSld>
  <p:clrMapOvr>
    <a:masterClrMapping/>
  </p:clrMapOvr>
</p:sld>
</file>

<file path=ppt/slides/slide9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Voa a grande altitude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1560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Não fiques na praia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 o barco amarrado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medo do mar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Tudo aqui é miragem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Mas na outra margem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Alguém a esperar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75A14B-AC9E-4FE3-86BB-D44C6E4F6072}"/>
              </a:ext>
            </a:extLst>
          </p:cNvPr>
          <p:cNvSpPr txBox="1"/>
          <p:nvPr/>
        </p:nvSpPr>
        <p:spPr>
          <a:xfrm>
            <a:off x="4070838" y="3050931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43293515"/>
      </p:ext>
    </p:extLst>
  </p:cSld>
  <p:clrMapOvr>
    <a:masterClrMapping/>
  </p:clrMapOvr>
</p:sld>
</file>

<file path=ppt/slides/slide9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9503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Como onda que morre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Sozinha na praia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Não fiques brincando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No mar confiante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Ensina o teu canto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De ave voando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41404"/>
      </p:ext>
    </p:extLst>
  </p:cSld>
  <p:clrMapOvr>
    <a:masterClrMapping/>
  </p:clrMapOvr>
</p:sld>
</file>

<file path=ppt/slides/slide9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25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Voa bem mais alto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Livre sem alforge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Sem prata nem ouro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Amando este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Esta vida que é campo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esconde o tesouro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461247"/>
      </p:ext>
    </p:extLst>
  </p:cSld>
  <p:clrMapOvr>
    <a:masterClrMapping/>
  </p:clrMapOvr>
</p:sld>
</file>

<file path=ppt/slides/slide9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9503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Ninguém te ensinou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Mas no fundo tu sentes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Asas para voar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Nem que o céu se tolde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 as nuvens impeçam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Tu não vais parar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049414"/>
      </p:ext>
    </p:extLst>
  </p:cSld>
  <p:clrMapOvr>
    <a:masterClrMapping/>
  </p:clrMapOvr>
</p:sld>
</file>

<file path=ppt/slides/slide9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29503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Há gente vivendo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Tranquila e contente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Como eu já vivi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És águia diferente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Céu azul cinzento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Foi feito p’ra ti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214868"/>
      </p:ext>
    </p:extLst>
  </p:cSld>
  <p:clrMapOvr>
    <a:masterClrMapping/>
  </p:clrMapOvr>
</p:sld>
</file>

<file path=ppt/slides/slide9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25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Voa bem mais alto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Livre sem alforge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Sem prata nem ouro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Amando este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Esta vida que é campo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esconde o tesouro (x2)</a:t>
            </a:r>
          </a:p>
          <a:p>
            <a:pPr marL="0" indent="0" algn="ctr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3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4974"/>
      </p:ext>
    </p:extLst>
  </p:cSld>
  <p:clrMapOvr>
    <a:masterClrMapping/>
  </p:clrMapOvr>
</p:sld>
</file>

<file path=ppt/slides/slide9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145493"/>
      </p:ext>
    </p:extLst>
  </p:cSld>
  <p:clrMapOvr>
    <a:masterClrMapping/>
  </p:clrMapOvr>
</p:sld>
</file>

<file path=ppt/slides/slide9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Vós sereis os meus amigos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1560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Vós sereis os Meus amigos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vós fordes sinceros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Eu mando.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Vós sereis os Meus amigos,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Se amardes os outros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irmãos.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9370580"/>
      </p:ext>
    </p:extLst>
  </p:cSld>
  <p:clrMapOvr>
    <a:masterClrMapping/>
  </p:clrMapOvr>
</p:sld>
</file>

<file path=ppt/slides/slide9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37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Como árvores plantadas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Junto ao rio,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Nós esperamos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 nossa primavera.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Como árvores plantadas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Junto ao rio,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Daremos os nossos frutos.(X2)</a:t>
            </a:r>
          </a:p>
          <a:p>
            <a:pPr marL="0" indent="0" algn="ctr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635479"/>
      </p:ext>
    </p:extLst>
  </p:cSld>
  <p:clrMapOvr>
    <a:masterClrMapping/>
  </p:clrMapOvr>
</p:sld>
</file>

<file path=ppt/slides/slide9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97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Vós sereis os Meus amigos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 pagardes ofensas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 perdão.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Vós sereis os Meus amigos,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 amardes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De todo o coração.</a:t>
            </a:r>
            <a:endParaRPr lang="pt-PT" sz="8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49878"/>
      </p:ext>
    </p:extLst>
  </p:cSld>
  <p:clrMapOvr>
    <a:masterClrMapping/>
  </p:clrMapOvr>
</p:sld>
</file>

<file path=ppt/slides/slide9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37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Como árvores plantadas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Junto ao rio,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Nós esperamos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 nossa primavera.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Como árvores plantadas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Junto ao rio,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Daremos os nossos frutos.(X2)</a:t>
            </a:r>
          </a:p>
          <a:p>
            <a:pPr marL="0" indent="0" algn="ctr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164824"/>
      </p:ext>
    </p:extLst>
  </p:cSld>
  <p:clrMapOvr>
    <a:masterClrMapping/>
  </p:clrMapOvr>
</p:sld>
</file>

<file path=ppt/slides/slide9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497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Vós sereis os Meus amigos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 disserdes a verdade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Como Eu.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Vós sereis os Meus amigos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 souberdes dar 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Como Eu.</a:t>
            </a:r>
          </a:p>
          <a:p>
            <a:pPr marL="0" indent="0" algn="ctr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306512"/>
      </p:ext>
    </p:extLst>
  </p:cSld>
  <p:clrMapOvr>
    <a:masterClrMapping/>
  </p:clrMapOvr>
</p:sld>
</file>

<file path=ppt/slides/slide9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37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Como árvores plantadas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Junto ao rio,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Nós esperamos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 nossa primavera.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Como árvores plantadas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Junto ao rio,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Daremos os nossos frutos.(X2)</a:t>
            </a:r>
          </a:p>
          <a:p>
            <a:pPr marL="0" indent="0" algn="ctr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898243"/>
      </p:ext>
    </p:extLst>
  </p:cSld>
  <p:clrMapOvr>
    <a:masterClrMapping/>
  </p:clrMapOvr>
</p:sld>
</file>

<file path=ppt/slides/slide9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138924"/>
      </p:ext>
    </p:extLst>
  </p:cSld>
  <p:clrMapOvr>
    <a:masterClrMapping/>
  </p:clrMapOvr>
</p:sld>
</file>

<file path=ppt/slides/slide9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Vou-te mostrar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3838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Vou-te mostrar que as árvores riem para ti</a:t>
            </a:r>
            <a:br>
              <a:rPr lang="pt-PT" sz="16000" dirty="0">
                <a:latin typeface="Abadi Extra Light" panose="020B0204020104020204" pitchFamily="34" charset="0"/>
              </a:rPr>
            </a:br>
            <a:r>
              <a:rPr lang="pt-PT" sz="16000" dirty="0">
                <a:latin typeface="Abadi Extra Light" panose="020B0204020104020204" pitchFamily="34" charset="0"/>
              </a:rPr>
              <a:t>Vou-te mostrar que as estrelas dão sinais de si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Vou-te mostrar que o sol te aquece e te abraça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 que tudo não passa do saber viver a contemplar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18730093"/>
      </p:ext>
    </p:extLst>
  </p:cSld>
  <p:clrMapOvr>
    <a:masterClrMapping/>
  </p:clrMapOvr>
</p:sld>
</file>

<file path=ppt/slides/slide9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7833"/>
            <a:ext cx="9233807" cy="593055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Olha à tua volta e pensa em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Aquele que deu tudo e tudo aos seus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Entrega o teu estar e o teu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sem o reparar, Ele vai-te abraçar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Vai-te ajudar…</a:t>
            </a:r>
          </a:p>
          <a:p>
            <a:pPr marL="0" indent="0" algn="ctr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89744"/>
      </p:ext>
    </p:extLst>
  </p:cSld>
  <p:clrMapOvr>
    <a:masterClrMapping/>
  </p:clrMapOvr>
</p:sld>
</file>

<file path=ppt/slides/slide9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498987"/>
            <a:ext cx="9233807" cy="586002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Vou-te mostrar que isto basta para viver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Vou-te mostrar que nada mais que tu vais querer ter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Que nada mais tu vais querer ser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Apenas aquele que quer crescer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3794406"/>
      </p:ext>
    </p:extLst>
  </p:cSld>
  <p:clrMapOvr>
    <a:masterClrMapping/>
  </p:clrMapOvr>
</p:sld>
</file>

<file path=ppt/slides/slide9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7833"/>
            <a:ext cx="9233807" cy="593055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Olha à tua volta e pensa em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Aquele que deu tudo e tudo aos seus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Entrega o teu estar e o teu olhar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 sem o reparar, Ele vai-te abraçar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Vai-te ajudar…</a:t>
            </a:r>
          </a:p>
          <a:p>
            <a:pPr marL="0" indent="0" algn="ctr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242392"/>
      </p:ext>
    </p:extLst>
  </p:cSld>
  <p:clrMapOvr>
    <a:masterClrMapping/>
  </p:clrMapOvr>
</p:sld>
</file>

<file path=ppt/slides/slide9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8042161"/>
      </p:ext>
    </p:extLst>
  </p:cSld>
  <p:clrMapOvr>
    <a:masterClrMapping/>
  </p:clrMapOvr>
</p:sld>
</file>

<file path=ppt/slides/slide9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Uma imagem com seta&#10;&#10;Descrição gerada automaticamente">
            <a:extLst>
              <a:ext uri="{FF2B5EF4-FFF2-40B4-BE49-F238E27FC236}">
                <a16:creationId xmlns:a16="http://schemas.microsoft.com/office/drawing/2014/main" id="{FC10C48A-DF26-4F09-BD56-FC27DA9AC0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" b="-2"/>
          <a:stretch/>
        </p:blipFill>
        <p:spPr>
          <a:xfrm>
            <a:off x="20" y="10"/>
            <a:ext cx="9143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19836955"/>
      </p:ext>
    </p:extLst>
  </p:cSld>
  <p:clrMapOvr>
    <a:masterClrMapping/>
  </p:clrMapOvr>
</p:sld>
</file>

<file path=ppt/slides/slide9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483956"/>
      </p:ext>
    </p:extLst>
  </p:cSld>
  <p:clrMapOvr>
    <a:masterClrMapping/>
  </p:clrMapOvr>
</p:sld>
</file>

<file path=ppt/slides/slide9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Senhor tem piedade (arrastado)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496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Senhor tem piedade (X3)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De nós.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Cristo...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Senhor ...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9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31384584"/>
      </p:ext>
    </p:extLst>
  </p:cSld>
  <p:clrMapOvr>
    <a:masterClrMapping/>
  </p:clrMapOvr>
</p:sld>
</file>

<file path=ppt/slides/slide9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205585"/>
      </p:ext>
    </p:extLst>
  </p:cSld>
  <p:clrMapOvr>
    <a:masterClrMapping/>
  </p:clrMapOvr>
</p:sld>
</file>

<file path=ppt/slides/slide9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Senhor tem piedade (clássico)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210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Senhor tem piedade de nós.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Somos o teu povo pecador.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Toma a nossa vida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 pecado e 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Enche-nos o espírito de amor.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Cristo… Senhor…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9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75319208"/>
      </p:ext>
    </p:extLst>
  </p:cSld>
  <p:clrMapOvr>
    <a:masterClrMapping/>
  </p:clrMapOvr>
</p:sld>
</file>

<file path=ppt/slides/slide9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363763"/>
      </p:ext>
    </p:extLst>
  </p:cSld>
  <p:clrMapOvr>
    <a:masterClrMapping/>
  </p:clrMapOvr>
</p:sld>
</file>

<file path=ppt/slides/slide9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Senhor tende piedade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4968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Senhor tende piedade de nós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 Cristo...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Senhor ...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ø" panose="00000200000000000000" pitchFamily="2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9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70481347"/>
      </p:ext>
    </p:extLst>
  </p:cSld>
  <p:clrMapOvr>
    <a:masterClrMapping/>
  </p:clrMapOvr>
</p:sld>
</file>

<file path=ppt/slides/slide9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635952"/>
      </p:ext>
    </p:extLst>
  </p:cSld>
  <p:clrMapOvr>
    <a:masterClrMapping/>
  </p:clrMapOvr>
</p:sld>
</file>

<file path=ppt/slides/slide9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Perdoa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889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Perdoa Senhor o nosso dia,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 ausência de gestos corajosos,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 fraqueza dos atos consentidos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 vida dos momentos mal amados.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9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58067081"/>
      </p:ext>
    </p:extLst>
  </p:cSld>
  <p:clrMapOvr>
    <a:masterClrMapping/>
  </p:clrMapOvr>
</p:sld>
</file>

<file path=ppt/slides/slide9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3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Perdoa o espaço que te não demos,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Perdoa, porque não nos libertamos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Perdoa as correntes que pusemos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Em Ti Senhor porque não ousamos.</a:t>
            </a:r>
            <a:endParaRPr lang="pt-PT" sz="8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22181864"/>
      </p:ext>
    </p:extLst>
  </p:cSld>
  <p:clrMapOvr>
    <a:masterClrMapping/>
  </p:clrMapOvr>
</p:sld>
</file>

<file path=ppt/slides/slide9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0672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Contudo faz-nos sentir,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Perdoar é esquecer a antiga guerra,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E partindo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Recomeçar de novo,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Como o sol que sempre beija a terra.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04161514"/>
      </p:ext>
    </p:extLst>
  </p:cSld>
  <p:clrMapOvr>
    <a:masterClrMapping/>
  </p:clrMapOvr>
</p:sld>
</file>

<file path=ppt/slides/slide9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128236"/>
      </p:ext>
    </p:extLst>
  </p:cSld>
  <p:clrMapOvr>
    <a:masterClrMapping/>
  </p:clrMapOvr>
</p:sld>
</file>

<file path=ppt/slides/slide9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Senhor tem piedade (Oh Cristo)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8111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 tem piedade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 tem piedade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 tem piedade de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 tem piedade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1077519"/>
      </p:ext>
    </p:extLst>
  </p:cSld>
  <p:clrMapOvr>
    <a:masterClrMapping/>
  </p:clrMapOvr>
</p:sld>
</file>

<file path=ppt/slides/slide9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Cristo tem piedade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Cristo tem piedade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Oh Cristo tem piedade de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Oh Cristo tem piedade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50974480"/>
      </p:ext>
    </p:extLst>
  </p:cSld>
  <p:clrMapOvr>
    <a:masterClrMapping/>
  </p:clrMapOvr>
</p:sld>
</file>

<file path=ppt/slides/slide9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 tem piedade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 tem piedade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 tem piedade de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Senhor tem piedade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72492151"/>
      </p:ext>
    </p:extLst>
  </p:cSld>
  <p:clrMapOvr>
    <a:masterClrMapping/>
  </p:clrMapOvr>
</p:sld>
</file>

<file path=ppt/slides/slide9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233912"/>
      </p:ext>
    </p:extLst>
  </p:cSld>
  <p:clrMapOvr>
    <a:masterClrMapping/>
  </p:clrMapOvr>
</p:sld>
</file>

<file path=ppt/slides/slide9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Fala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231849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Mostra Senhor o caminho que tu queres que eu percorra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Mostra Senhor o caminho, quero ouvir tua voz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9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63522280"/>
      </p:ext>
    </p:extLst>
  </p:cSld>
  <p:clrMapOvr>
    <a:masterClrMapping/>
  </p:clrMapOvr>
</p:sld>
</file>

<file path=ppt/slides/slide9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81177"/>
            <a:ext cx="9233807" cy="4363006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Fala Senhor que teu servo escuta (x4)</a:t>
            </a:r>
            <a:endParaRPr lang="pt-PT" sz="80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89931159"/>
      </p:ext>
    </p:extLst>
  </p:cSld>
  <p:clrMapOvr>
    <a:masterClrMapping/>
  </p:clrMapOvr>
</p:sld>
</file>

<file path=ppt/slides/slide9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665941"/>
      </p:ext>
    </p:extLst>
  </p:cSld>
  <p:clrMapOvr>
    <a:masterClrMapping/>
  </p:clrMapOvr>
</p:sld>
</file>

<file path=ppt/slides/slide9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Aleluia Deus está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14061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Aleluia, Deus está.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Aleluia, no meio de nós: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Aleluia, Ele é nosso amigo,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Não nos deixará jamais: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         Aleluia! 	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08063203"/>
      </p:ext>
    </p:extLst>
  </p:cSld>
  <p:clrMapOvr>
    <a:masterClrMapping/>
  </p:clrMapOvr>
</p:sld>
</file>

<file path=ppt/slides/slide9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171070"/>
      </p:ext>
    </p:extLst>
  </p:cSld>
  <p:clrMapOvr>
    <a:masterClrMapping/>
  </p:clrMapOvr>
</p:sld>
</file>

<file path=ppt/slides/slide9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Aleluia Glória ao Senhor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3270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Aleluia, Aleluia! 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Aleluia, Aleluia! 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Glória a Deus no alto dos Céus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Paz na terra a todos os homens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Ressuscitou o Salvador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Aleluia, Glória ao Senhor!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b="1" i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3206803"/>
      </p:ext>
    </p:extLst>
  </p:cSld>
  <p:clrMapOvr>
    <a:masterClrMapping/>
  </p:clrMapOvr>
</p:sld>
</file>

<file path=ppt/slides/slide9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170373"/>
      </p:ext>
    </p:extLst>
  </p:cSld>
  <p:clrMapOvr>
    <a:masterClrMapping/>
  </p:clrMapOvr>
</p:sld>
</file>

<file path=ppt/slides/slide9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Aleluia Novo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81115"/>
            <a:ext cx="9233807" cy="4363006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7100" b="1" i="1" dirty="0">
                <a:latin typeface="Abadi Extra Light" panose="020B0204020104020204" pitchFamily="34" charset="0"/>
              </a:rPr>
              <a:t>Aleluia, Aleluia! Aleluia,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7100" b="1" i="1" dirty="0">
                <a:latin typeface="Abadi Extra Light" panose="020B0204020104020204" pitchFamily="34" charset="0"/>
              </a:rPr>
              <a:t>Aleluia, Aleluia!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8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Cantai ao Senhor um cântico novo,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800" dirty="0">
                <a:latin typeface="Abadi Extra Light" panose="020B0204020104020204" pitchFamily="34" charset="0"/>
              </a:rPr>
              <a:t>Cantai ao Senhor, Povos da terra.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4800" b="1" i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84911079"/>
      </p:ext>
    </p:extLst>
  </p:cSld>
  <p:clrMapOvr>
    <a:masterClrMapping/>
  </p:clrMapOvr>
</p:sld>
</file>

<file path=ppt/slides/slide9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97946"/>
      </p:ext>
    </p:extLst>
  </p:cSld>
  <p:clrMapOvr>
    <a:masterClrMapping/>
  </p:clrMapOvr>
</p:sld>
</file>

<file path=ppt/slides/slide9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Aleluia </a:t>
            </a:r>
            <a:r>
              <a:rPr lang="pt-PT" sz="3600" dirty="0" err="1">
                <a:solidFill>
                  <a:schemeClr val="bg1"/>
                </a:solidFill>
                <a:latin typeface="Abadi Extra Light" panose="020B0204020104020204" pitchFamily="34" charset="0"/>
              </a:rPr>
              <a:t>Shrek</a:t>
            </a:r>
            <a:endParaRPr lang="pt-PT" sz="3600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336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Eu canto para ti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E tu me acompanhas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Em todos os momentos tu me ouves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39398464"/>
      </p:ext>
    </p:extLst>
  </p:cSld>
  <p:clrMapOvr>
    <a:masterClrMapping/>
  </p:clrMapOvr>
</p:sld>
</file>

<file path=ppt/slides/slide9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Por amor do teu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Cantarei para ti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Louvado sejas, Aleluia!</a:t>
            </a:r>
            <a:endParaRPr lang="pt-PT" sz="20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94293783"/>
      </p:ext>
    </p:extLst>
  </p:cSld>
  <p:clrMapOvr>
    <a:masterClrMapping/>
  </p:clrMapOvr>
</p:sld>
</file>

<file path=ppt/slides/slide9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66544"/>
            <a:ext cx="9233807" cy="4363006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Aleluia, Aleluia, Aleluia, Aleluia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9233989"/>
      </p:ext>
    </p:extLst>
  </p:cSld>
  <p:clrMapOvr>
    <a:masterClrMapping/>
  </p:clrMapOvr>
</p:sld>
</file>

<file path=ppt/slides/slide9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Por amor do teu nome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Cantarei para ti</a:t>
            </a:r>
            <a:br>
              <a:rPr lang="pt-PT" sz="19200" dirty="0">
                <a:latin typeface="Abadi Extra Light" panose="020B0204020104020204" pitchFamily="34" charset="0"/>
              </a:rPr>
            </a:br>
            <a:r>
              <a:rPr lang="pt-PT" sz="19200" dirty="0">
                <a:latin typeface="Abadi Extra Light" panose="020B0204020104020204" pitchFamily="34" charset="0"/>
              </a:rPr>
              <a:t>Louvado sejas, Aleluia!</a:t>
            </a:r>
            <a:endParaRPr lang="pt-PT" sz="20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26587721"/>
      </p:ext>
    </p:extLst>
  </p:cSld>
  <p:clrMapOvr>
    <a:masterClrMapping/>
  </p:clrMapOvr>
</p:sld>
</file>

<file path=ppt/slides/slide9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466544"/>
            <a:ext cx="9233807" cy="4363006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Aleluia, Aleluia, Aleluia, Aleluia</a:t>
            </a: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90945734"/>
      </p:ext>
    </p:extLst>
  </p:cSld>
  <p:clrMapOvr>
    <a:masterClrMapping/>
  </p:clrMapOvr>
</p:sld>
</file>

<file path=ppt/slides/slide9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290974"/>
      </p:ext>
    </p:extLst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Aleluia Taizé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81115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Aleluia, Aleluia, Aleluia, Aleluia, Aleluia (x4)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20131195"/>
      </p:ext>
    </p:extLst>
  </p:cSld>
  <p:clrMapOvr>
    <a:masterClrMapping/>
  </p:clrMapOvr>
</p:sld>
</file>

<file path=ppt/slides/slide10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46634"/>
      </p:ext>
    </p:extLst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Aleluia, a palavra é Deus em nós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64372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7200" b="1" i="1" dirty="0">
                <a:latin typeface="Abadi Extra Light" panose="020B0204020104020204" pitchFamily="34" charset="0"/>
              </a:rPr>
              <a:t>Aleluia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7200" b="1" i="1" dirty="0">
                <a:latin typeface="Abadi Extra Light" panose="020B0204020104020204" pitchFamily="34" charset="0"/>
              </a:rPr>
              <a:t>a palavra é Deus em nós 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7200" b="1" i="1" dirty="0">
                <a:latin typeface="Abadi Extra Light" panose="020B0204020104020204" pitchFamily="34" charset="0"/>
              </a:rPr>
              <a:t>Aleluia, aleluia, aleluia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0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98265290"/>
      </p:ext>
    </p:extLst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408615"/>
      </p:ext>
    </p:extLst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Desde pronto amanhecer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733632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Desde pronto amanhecer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Até que se ponha o sol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8800" dirty="0">
                <a:latin typeface="Abadi Extra Light" panose="020B0204020104020204" pitchFamily="34" charset="0"/>
              </a:rPr>
              <a:t>Eu louvarei o nome do Senhor</a:t>
            </a:r>
            <a:endParaRPr lang="pt-PT" sz="27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121302"/>
      </p:ext>
    </p:extLst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78295" y="672732"/>
            <a:ext cx="9233807" cy="5512535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Aleluia (Palma) louvai a Deus!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Todos louvai ao Senhor!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Louvai o nome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(x2) </a:t>
            </a:r>
            <a:endParaRPr lang="pt-PT" sz="20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000" b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35117147"/>
      </p:ext>
    </p:extLst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694210"/>
      </p:ext>
    </p:extLst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Jesus Cristo és minha vida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582175"/>
            <a:ext cx="9233807" cy="519669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5700" b="1" i="1" dirty="0">
                <a:latin typeface="Abadi Extra Light" panose="020B0204020104020204" pitchFamily="34" charset="0"/>
              </a:rPr>
              <a:t>Jesus Cristo, És minha vida, Aleluia, Aleluia!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5700" b="1" i="1" dirty="0">
                <a:latin typeface="Abadi Extra Light" panose="020B0204020104020204" pitchFamily="34" charset="0"/>
              </a:rPr>
              <a:t>Jesus Cristo, És minha luz, És minha luz, Aleluia!</a:t>
            </a:r>
            <a:endParaRPr lang="pt-PT" sz="34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pt-PT" sz="4800" b="1" i="1" dirty="0">
              <a:latin typeface="ø" panose="00000200000000000000" pitchFamily="2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43744475"/>
      </p:ext>
    </p:extLst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1.És caminho, És a verdade,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Tu és a nossa vida.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Caminhando junto a Ti,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Vivemos em Ti p’ra sempre</a:t>
            </a:r>
            <a:endParaRPr lang="pt-PT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22660"/>
      </p:ext>
    </p:extLst>
  </p:cSld>
  <p:clrMapOvr>
    <a:masterClrMapping/>
  </p:clrMapOvr>
</p:sld>
</file>

<file path=ppt/slides/slide10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2.Na alegria caminharemos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Trazendo o Teu Evangelho.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Testemunhos de caridade,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Filhos de Deus no mundo</a:t>
            </a: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704214"/>
      </p:ext>
    </p:extLst>
  </p:cSld>
  <p:clrMapOvr>
    <a:masterClrMapping/>
  </p:clrMapOvr>
</p:sld>
</file>

<file path=ppt/slides/slide10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3.Tu nos reúnes na unidade,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Tu nos reúnes em Teu amor.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Diante de Ti em alegria,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Cantamos tua Glória.</a:t>
            </a: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2830"/>
      </p:ext>
    </p:extLst>
  </p:cSld>
  <p:clrMapOvr>
    <a:masterClrMapping/>
  </p:clrMapOvr>
</p:sld>
</file>

<file path=ppt/slides/slide10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708786"/>
      </p:ext>
    </p:extLst>
  </p:cSld>
  <p:clrMapOvr>
    <a:masterClrMapping/>
  </p:clrMapOvr>
</p:sld>
</file>

<file path=ppt/slides/slide10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Louvor a vós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03133"/>
            <a:ext cx="7886700" cy="5191722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5000" b="1" i="1" dirty="0">
                <a:latin typeface="Abadi Extra Light" panose="020B0204020104020204" pitchFamily="34" charset="0"/>
              </a:rPr>
              <a:t>Louvor a Vós,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5000" b="1" i="1" dirty="0">
                <a:latin typeface="Abadi Extra Light" panose="020B0204020104020204" pitchFamily="34" charset="0"/>
              </a:rPr>
              <a:t>Rei da eterna glória,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5000" b="1" i="1" dirty="0">
                <a:latin typeface="Abadi Extra Light" panose="020B0204020104020204" pitchFamily="34" charset="0"/>
              </a:rPr>
              <a:t>louvor a Vós!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1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9000" dirty="0">
                <a:latin typeface="Abadi Extra Light" panose="020B0204020104020204" pitchFamily="34" charset="0"/>
              </a:rPr>
              <a:t>Nem só de Pão vive o homem, mas de toda a palavra que sai da boca de Deus.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7100" b="1" i="1" dirty="0"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20258531"/>
      </p:ext>
    </p:extLst>
  </p:cSld>
  <p:clrMapOvr>
    <a:masterClrMapping/>
  </p:clrMapOvr>
</p:sld>
</file>

<file path=ppt/slides/slide10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210372"/>
      </p:ext>
    </p:extLst>
  </p:cSld>
  <p:clrMapOvr>
    <a:masterClrMapping/>
  </p:clrMapOvr>
</p:sld>
</file>

<file path=ppt/slides/slide10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3145"/>
            <a:ext cx="7886700" cy="9941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Sou a vida e a verdade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8990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Sou a Vida e 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Quem crê em Mim ressuscitará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feliz na eternidade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Para sempre viverá.</a:t>
            </a:r>
            <a:endParaRPr lang="pt-PT" sz="8700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72985106"/>
      </p:ext>
    </p:extLst>
  </p:cSld>
  <p:clrMapOvr>
    <a:masterClrMapping/>
  </p:clrMapOvr>
</p:sld>
</file>

<file path=ppt/slides/slide10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47497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Aleluia, Aleluia,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Louvor e Glória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a Ti Senhor.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87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62093286"/>
      </p:ext>
    </p:extLst>
  </p:cSld>
  <p:clrMapOvr>
    <a:masterClrMapping/>
  </p:clrMapOvr>
</p:sld>
</file>

<file path=ppt/slides/slide10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131466"/>
      </p:ext>
    </p:extLst>
  </p:cSld>
  <p:clrMapOvr>
    <a:masterClrMapping/>
  </p:clrMapOvr>
</p:sld>
</file>

<file path=ppt/slides/slide10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Santo (Toureiro)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593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Santo, Santo, Santo é o Senhor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Deus do Universo.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Cheios estão os Céus e terra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Da Tua glória, Hossana.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Hossana, Hossana,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Hossana nos Céus! (X2)</a:t>
            </a: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001916"/>
      </p:ext>
    </p:extLst>
  </p:cSld>
  <p:clrMapOvr>
    <a:masterClrMapping/>
  </p:clrMapOvr>
</p:sld>
</file>

<file path=ppt/slides/slide10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1450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Bendito o que vem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Em nome do Senhor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Hossana nos Céus, Hossana.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Hossana, Hossana,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 nos Céus! (X2)</a:t>
            </a:r>
          </a:p>
          <a:p>
            <a:pPr marL="0" indent="0" algn="ctr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27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89833353"/>
      </p:ext>
    </p:extLst>
  </p:cSld>
  <p:clrMapOvr>
    <a:masterClrMapping/>
  </p:clrMapOvr>
</p:sld>
</file>

<file path=ppt/slides/slide10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391301"/>
      </p:ext>
    </p:extLst>
  </p:cSld>
  <p:clrMapOvr>
    <a:masterClrMapping/>
  </p:clrMapOvr>
</p:sld>
</file>

<file path=ppt/slides/slide10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Santo (Braga)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593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Santo, Santo, Santo é o Senhor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Deus do universo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Os Céus e a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Proclamam a Vossa glória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Hossana, Hossana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Hossana nas alturas (X2)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251367"/>
      </p:ext>
    </p:extLst>
  </p:cSld>
  <p:clrMapOvr>
    <a:masterClrMapping/>
  </p:clrMapOvr>
</p:sld>
</file>

<file path=ppt/slides/slide10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1450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Bendito é …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Aquele que vem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Em nome do Senhor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Hossana, Hossana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 nas alturas (X2)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08513127"/>
      </p:ext>
    </p:extLst>
  </p:cSld>
  <p:clrMapOvr>
    <a:masterClrMapping/>
  </p:clrMapOvr>
</p:sld>
</file>

<file path=ppt/slides/slide10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15675"/>
      </p:ext>
    </p:extLst>
  </p:cSld>
  <p:clrMapOvr>
    <a:masterClrMapping/>
  </p:clrMapOvr>
</p:sld>
</file>

<file path=ppt/slides/slide10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Santo (Antigo)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593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Santo, Santo, Santo é o Senhor.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Santo, Santo, Deus do universo.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Os céus e a terra, proclamam a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Vossa Glória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Hossana nas alturas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Hossana nas alturas (X2)</a:t>
            </a:r>
            <a:endParaRPr lang="pt-PT" sz="24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476227"/>
      </p:ext>
    </p:extLst>
  </p:cSld>
  <p:clrMapOvr>
    <a:masterClrMapping/>
  </p:clrMapOvr>
</p:sld>
</file>

<file path=ppt/slides/slide10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203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Bendito o que vem,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Em nome do Senhor.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Hossana nas alturas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Hossana nas alturas (X2)</a:t>
            </a:r>
            <a:endParaRPr lang="pt-PT" sz="3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48929"/>
      </p:ext>
    </p:extLst>
  </p:cSld>
  <p:clrMapOvr>
    <a:masterClrMapping/>
  </p:clrMapOvr>
</p:sld>
</file>

<file path=ppt/slides/slide10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720129"/>
      </p:ext>
    </p:extLst>
  </p:cSld>
  <p:clrMapOvr>
    <a:masterClrMapping/>
  </p:clrMapOvr>
</p:sld>
</file>

<file path=ppt/slides/slide10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Santo (Hossana Hey)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593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Santo, Santo, Hossana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Hossana Hey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Hossana Hey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Hossana a Cristo Senhor (x2)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53425"/>
      </p:ext>
    </p:extLst>
  </p:cSld>
  <p:clrMapOvr>
    <a:masterClrMapping/>
  </p:clrMapOvr>
</p:sld>
</file>

<file path=ppt/slides/slide10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1450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Os céus e a terra proclamam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vossa glória Senhor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 Hey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 Hey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 a Cristo Senhor (x2)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92098205"/>
      </p:ext>
    </p:extLst>
  </p:cSld>
  <p:clrMapOvr>
    <a:masterClrMapping/>
  </p:clrMapOvr>
</p:sld>
</file>

<file path=ppt/slides/slide10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61450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Bendito aquele que vem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Em nome do Senhor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216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 Hey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 Hey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Hossana a Cristo Senhor (x2)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A30FA-E874-48E7-8506-C0284CBA1E68}"/>
              </a:ext>
            </a:extLst>
          </p:cNvPr>
          <p:cNvSpPr txBox="1"/>
          <p:nvPr/>
        </p:nvSpPr>
        <p:spPr>
          <a:xfrm>
            <a:off x="11553092" y="24266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53457085"/>
      </p:ext>
    </p:extLst>
  </p:cSld>
  <p:clrMapOvr>
    <a:masterClrMapping/>
  </p:clrMapOvr>
</p:sld>
</file>

<file path=ppt/slides/slide10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471341"/>
      </p:ext>
    </p:extLst>
  </p:cSld>
  <p:clrMapOvr>
    <a:masterClrMapping/>
  </p:clrMapOvr>
</p:sld>
</file>

<file path=ppt/slides/slide10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Santo (Jurássico)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593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Santo, Santo, Santo é o Senhor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Abadi Extra Light" panose="020B0204020104020204" pitchFamily="34" charset="0"/>
              </a:rPr>
              <a:t>Deus do universo.(X2)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Os Céus e toda a Terra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Proclamam para sempre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Vossa glória.(X2)</a:t>
            </a: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174070"/>
      </p:ext>
    </p:extLst>
  </p:cSld>
  <p:clrMapOvr>
    <a:masterClrMapping/>
  </p:clrMapOvr>
</p:sld>
</file>

<file path=ppt/slides/slide10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Santo, Santo, Santo é o Senhor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Deus do universo.(X2)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b="1" i="1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Hossana nas alturas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Bendito aquele que vem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dirty="0">
                <a:latin typeface="Abadi Extra Light" panose="020B0204020104020204" pitchFamily="34" charset="0"/>
              </a:rPr>
              <a:t>Em nome do Senhor.(X2)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Santo, Santo, Santo é o Senhor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Deus do universo.(X2)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76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765120"/>
      </p:ext>
    </p:extLst>
  </p:cSld>
  <p:clrMapOvr>
    <a:masterClrMapping/>
  </p:clrMapOvr>
</p:sld>
</file>

<file path=ppt/slides/slide10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519046"/>
      </p:ext>
    </p:extLst>
  </p:cSld>
  <p:clrMapOvr>
    <a:masterClrMapping/>
  </p:clrMapOvr>
</p:sld>
</file>

<file path=ppt/slides/slide10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Santo 2V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45938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Santo, Santo é o Senhor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i="1" dirty="0">
                <a:latin typeface="Abadi Extra Light" panose="020B0204020104020204" pitchFamily="34" charset="0"/>
              </a:rPr>
              <a:t>(Santo, Santo é o Senhor )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Senhor Deus do universo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i="1" dirty="0">
                <a:latin typeface="Abadi Extra Light" panose="020B0204020104020204" pitchFamily="34" charset="0"/>
              </a:rPr>
              <a:t>(Senhor Deus do universo )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Os Céus e a terra proclamam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i="1" dirty="0">
                <a:latin typeface="Abadi Extra Light" panose="020B0204020104020204" pitchFamily="34" charset="0"/>
              </a:rPr>
              <a:t>(Os Céus e a terra proclamam 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   A Vossa glória.  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4400" b="1" i="1" dirty="0">
                <a:latin typeface="Abadi Extra Light" panose="020B0204020104020204" pitchFamily="34" charset="0"/>
              </a:rPr>
              <a:t>(X2)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b="1" i="1" dirty="0">
                <a:latin typeface="ø" panose="00000200000000000000" pitchFamily="2" charset="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960986"/>
      </p:ext>
    </p:extLst>
  </p:cSld>
  <p:clrMapOvr>
    <a:masterClrMapping/>
  </p:clrMapOvr>
</p:sld>
</file>

<file path=ppt/slides/slide10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048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Os Céus e a terra proclamam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a Vossa glória,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Hossana nas alturas.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9200" dirty="0">
              <a:latin typeface="Abadi Extra Light" panose="020B020402010402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Bendito o que vem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em nome do Senhor,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Hossana nas alturas.</a:t>
            </a:r>
            <a:endParaRPr lang="pt-PT" sz="24000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108091"/>
      </p:ext>
    </p:extLst>
  </p:cSld>
  <p:clrMapOvr>
    <a:masterClrMapping/>
  </p:clrMapOvr>
</p:sld>
</file>

<file path=ppt/slides/slide10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56257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Santo, Santo é o Senhor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i="1" dirty="0">
                <a:latin typeface="Abadi Extra Light" panose="020B0204020104020204" pitchFamily="34" charset="0"/>
              </a:rPr>
              <a:t>(Santo, Santo é o Senhor )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Senhor Deus do universo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i="1" dirty="0">
                <a:latin typeface="Abadi Extra Light" panose="020B0204020104020204" pitchFamily="34" charset="0"/>
              </a:rPr>
              <a:t>(Senhor Deus do universo )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Bendito aquele que vem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i="1" dirty="0">
                <a:latin typeface="Abadi Extra Light" panose="020B0204020104020204" pitchFamily="34" charset="0"/>
              </a:rPr>
              <a:t>(Bendito aquele que vem)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b="1" i="1" dirty="0">
                <a:latin typeface="Abadi Extra Light" panose="020B0204020104020204" pitchFamily="34" charset="0"/>
              </a:rPr>
              <a:t>Em nome do Senhor. </a:t>
            </a:r>
            <a:r>
              <a:rPr lang="pt-PT" sz="24000" b="1" i="1" dirty="0">
                <a:latin typeface="ø" panose="00000200000000000000" pitchFamily="2" charset="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789082"/>
      </p:ext>
    </p:extLst>
  </p:cSld>
  <p:clrMapOvr>
    <a:masterClrMapping/>
  </p:clrMapOvr>
</p:sld>
</file>

<file path=ppt/slides/slide10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933211"/>
      </p:ext>
    </p:extLst>
  </p:cSld>
  <p:clrMapOvr>
    <a:masterClrMapping/>
  </p:clrMapOvr>
</p:sld>
</file>

<file path=ppt/slides/slide10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Pai Nosso Galego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0302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Junto ao mar eu ouvi hoje,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Senhor Tua voz que me chamou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E me pediu que me entregasse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dirty="0">
                <a:latin typeface="Abadi Extra Light" panose="020B0204020104020204" pitchFamily="34" charset="0"/>
              </a:rPr>
              <a:t>A meu irmão.</a:t>
            </a:r>
          </a:p>
          <a:p>
            <a:pPr marL="0" indent="0">
              <a:buNone/>
            </a:pPr>
            <a:endParaRPr lang="pt-PT" sz="12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455942"/>
      </p:ext>
    </p:extLst>
  </p:cSld>
  <p:clrMapOvr>
    <a:masterClrMapping/>
  </p:clrMapOvr>
</p:sld>
</file>

<file path=ppt/slides/slide10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309295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Essa voz me transformou,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A minha vida ela mudou,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 só penso agora Senhor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dirty="0">
                <a:latin typeface="Abadi Extra Light" panose="020B0204020104020204" pitchFamily="34" charset="0"/>
              </a:rPr>
              <a:t>Em repetir-Te: </a:t>
            </a: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783111"/>
      </p:ext>
    </p:extLst>
  </p:cSld>
  <p:clrMapOvr>
    <a:masterClrMapping/>
  </p:clrMapOvr>
</p:sld>
</file>

<file path=ppt/slides/slide10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Pai nosso em Ti cremos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Pai nosso Te oferecemos,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Pai nosso nossas mãos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de irmãos.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913498"/>
      </p:ext>
    </p:extLst>
  </p:cSld>
  <p:clrMapOvr>
    <a:masterClrMapping/>
  </p:clrMapOvr>
</p:sld>
</file>

<file path=ppt/slides/slide10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115959"/>
      </p:ext>
    </p:extLst>
  </p:cSld>
  <p:clrMapOvr>
    <a:masterClrMapping/>
  </p:clrMapOvr>
</p:sld>
</file>

<file path=ppt/slides/slide10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Pai Nosso (Paul Simon)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28225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Pai nosso tu que estás,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Nos que amam a verdade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Faz que o reino que por ti se deu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Chegue breve ao nosso coração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E o amor,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Que teu filho nos deixou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7600" dirty="0">
                <a:latin typeface="Abadi Extra Light" panose="020B0204020104020204" pitchFamily="34" charset="0"/>
              </a:rPr>
              <a:t>O amor! Venha habitar em nós.</a:t>
            </a:r>
            <a:endParaRPr lang="pt-PT" sz="4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45153"/>
      </p:ext>
    </p:extLst>
  </p:cSld>
  <p:clrMapOvr>
    <a:masterClrMapping/>
  </p:clrMapOvr>
</p:sld>
</file>

<file path=ppt/slides/slide10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38" y="0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no pão da unidade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Cristo dá-nos tua paz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perdoa todo o nosso mal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Como perdoamos Aos demais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não permitas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Que caiamos em tentação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Ó Senhor,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9200" dirty="0">
                <a:latin typeface="Abadi Extra Light" panose="020B0204020104020204" pitchFamily="34" charset="0"/>
              </a:rPr>
              <a:t>E tem piedade do mundo</a:t>
            </a:r>
          </a:p>
          <a:p>
            <a:pPr marL="0" indent="0">
              <a:buNone/>
            </a:pPr>
            <a:endParaRPr lang="pt-PT" sz="8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274075"/>
      </p:ext>
    </p:extLst>
  </p:cSld>
  <p:clrMapOvr>
    <a:masterClrMapping/>
  </p:clrMapOvr>
</p:sld>
</file>

<file path=ppt/slides/slide10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098145"/>
      </p:ext>
    </p:extLst>
  </p:cSld>
  <p:clrMapOvr>
    <a:masterClrMapping/>
  </p:clrMapOvr>
</p:sld>
</file>

<file path=ppt/slides/slide10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Cordeiro Clássico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03026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Cordeiro de Deus,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tirais o pecado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Tende piedade de nós.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(x2)</a:t>
            </a: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237064"/>
      </p:ext>
    </p:extLst>
  </p:cSld>
  <p:clrMapOvr>
    <a:masterClrMapping/>
  </p:clrMapOvr>
</p:sld>
</file>

<file path=ppt/slides/slide10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Cordeiro de Deus,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tirais o pecado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Dai-nos a Paz. 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656810"/>
      </p:ext>
    </p:extLst>
  </p:cSld>
  <p:clrMapOvr>
    <a:masterClrMapping/>
  </p:clrMapOvr>
</p:sld>
</file>

<file path=ppt/slides/slide10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22846"/>
      </p:ext>
    </p:extLst>
  </p:cSld>
  <p:clrMapOvr>
    <a:masterClrMapping/>
  </p:clrMapOvr>
</p:sld>
</file>

<file path=ppt/slides/slide10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Cordeiro Espanhol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01664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Cordeiro de Deus,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tiras o Pecado do Mundo.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Tem piedade de nós. (x2)</a:t>
            </a: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743222"/>
      </p:ext>
    </p:extLst>
  </p:cSld>
  <p:clrMapOvr>
    <a:masterClrMapping/>
  </p:clrMapOvr>
</p:sld>
</file>

<file path=ppt/slides/slide10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7497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Cordeiro de Deus,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tiras o pecado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Dá-nos a tua Paz.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338733"/>
      </p:ext>
    </p:extLst>
  </p:cSld>
  <p:clrMapOvr>
    <a:masterClrMapping/>
  </p:clrMapOvr>
</p:sld>
</file>

<file path=ppt/slides/slide10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39602"/>
      </p:ext>
    </p:extLst>
  </p:cSld>
  <p:clrMapOvr>
    <a:masterClrMapping/>
  </p:clrMapOvr>
</p:sld>
</file>

<file path=ppt/slides/slide10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Cordeiro Novo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066233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Cordeiro de Deus,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Que tirais o pecado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Tende piedade de nós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         Tende piedade de nós.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337596"/>
      </p:ext>
    </p:extLst>
  </p:cSld>
  <p:clrMapOvr>
    <a:masterClrMapping/>
  </p:clrMapOvr>
</p:sld>
</file>

<file path=ppt/slides/slide10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124749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Cordeiro de Deus,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tirais o pecado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Dai-nos a vossa paz.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Dai-nos a vossa paz</a:t>
            </a:r>
            <a:r>
              <a:rPr lang="pt-PT" sz="16000" b="1" i="1" dirty="0">
                <a:latin typeface="Abadi Extra Light" panose="020B0204020104020204" pitchFamily="34" charset="0"/>
              </a:rPr>
              <a:t>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94158"/>
      </p:ext>
    </p:extLst>
  </p:cSld>
  <p:clrMapOvr>
    <a:masterClrMapping/>
  </p:clrMapOvr>
</p:sld>
</file>

<file path=ppt/slides/slide10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904167"/>
      </p:ext>
    </p:extLst>
  </p:cSld>
  <p:clrMapOvr>
    <a:masterClrMapping/>
  </p:clrMapOvr>
</p:sld>
</file>

<file path=ppt/slides/slide10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Cordeiro 2V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72803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Cordeiro de Deus,                  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Que tiras o Pecado do Mundo.   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Tem piedade de nós.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(Tem piedade de nós.)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1600" b="1" i="1" dirty="0">
                <a:latin typeface="Abadi Extra Light" panose="020B0204020104020204" pitchFamily="34" charset="0"/>
              </a:rPr>
              <a:t>(x4)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79160"/>
      </p:ext>
    </p:extLst>
  </p:cSld>
  <p:clrMapOvr>
    <a:masterClrMapping/>
  </p:clrMapOvr>
</p:sld>
</file>

<file path=ppt/slides/slide10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4904" y="869428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Cordeiro de Deus,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Que tiras o pecado do Mundo.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Dá-nos a tua Paz.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(Dá-nos a tua Paz.)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(x4)</a:t>
            </a: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525616"/>
      </p:ext>
    </p:extLst>
  </p:cSld>
  <p:clrMapOvr>
    <a:masterClrMapping/>
  </p:clrMapOvr>
</p:sld>
</file>

<file path=ppt/slides/slide10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780445"/>
      </p:ext>
    </p:extLst>
  </p:cSld>
  <p:clrMapOvr>
    <a:masterClrMapping/>
  </p:clrMapOvr>
</p:sld>
</file>

<file path=ppt/slides/slide10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Cordeiro (Paz Senhor)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2092610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Cordeiro de Deus que tirais o pecado do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Tende piedade, piedade de nós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759499"/>
      </p:ext>
    </p:extLst>
  </p:cSld>
  <p:clrMapOvr>
    <a:masterClrMapping/>
  </p:clrMapOvr>
</p:sld>
</file>

<file path=ppt/slides/slide10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84889"/>
            <a:ext cx="9233807" cy="43630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Cordeiro de Deus que tirais o pecado do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6000" b="1" i="1" dirty="0">
                <a:latin typeface="Abadi Extra Light" panose="020B0204020104020204" pitchFamily="34" charset="0"/>
              </a:rPr>
              <a:t>Dai-nos a Paz, a Paz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351273"/>
      </p:ext>
    </p:extLst>
  </p:cSld>
  <p:clrMapOvr>
    <a:masterClrMapping/>
  </p:clrMapOvr>
</p:sld>
</file>

<file path=ppt/slides/slide10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280239"/>
      </p:ext>
    </p:extLst>
  </p:cSld>
  <p:clrMapOvr>
    <a:masterClrMapping/>
  </p:clrMapOvr>
</p:sld>
</file>

<file path=ppt/slides/slide10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Cordeiro (Tropical)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943141"/>
            <a:ext cx="9233807" cy="4363006"/>
          </a:xfrm>
        </p:spPr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18500" b="1" i="1" dirty="0">
                <a:latin typeface="Abadi Extra Light" panose="020B0204020104020204" pitchFamily="34" charset="0"/>
              </a:rPr>
              <a:t>Cordeiro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8500" b="1" i="1" dirty="0">
                <a:latin typeface="Abadi Extra Light" panose="020B0204020104020204" pitchFamily="34" charset="0"/>
              </a:rPr>
              <a:t>que tirais o pecado do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8500" b="1" i="1" dirty="0">
                <a:latin typeface="Abadi Extra Light" panose="020B0204020104020204" pitchFamily="34" charset="0"/>
              </a:rPr>
              <a:t>Tende piedade de nós..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18500" b="1" i="1" dirty="0">
                <a:latin typeface="Abadi Extra Light" panose="020B0204020104020204" pitchFamily="34" charset="0"/>
              </a:rPr>
              <a:t>Tende piedade de nós 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188204"/>
      </p:ext>
    </p:extLst>
  </p:cSld>
  <p:clrMapOvr>
    <a:masterClrMapping/>
  </p:clrMapOvr>
</p:sld>
</file>

<file path=ppt/slides/slide10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5466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Cordeiro de Deus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que tirais o pecado do mundo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Dai-nos a paz..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Dai-nos a paz</a:t>
            </a: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674774"/>
      </p:ext>
    </p:extLst>
  </p:cSld>
  <p:clrMapOvr>
    <a:masterClrMapping/>
  </p:clrMapOvr>
</p:sld>
</file>

<file path=ppt/slides/slide10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774785"/>
      </p:ext>
    </p:extLst>
  </p:cSld>
  <p:clrMapOvr>
    <a:masterClrMapping/>
  </p:clrMapOvr>
</p:sld>
</file>

<file path=ppt/slides/slide10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8410-BE44-4D6A-B5C5-1E1D4466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8084"/>
            <a:ext cx="7886700" cy="994172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pt-PT" sz="3600" b="1" u="sng" dirty="0">
                <a:solidFill>
                  <a:schemeClr val="bg1"/>
                </a:solidFill>
                <a:latin typeface="Abadi Extra Light" panose="020B0204020104020204" pitchFamily="34" charset="0"/>
              </a:rPr>
              <a:t>Cântico:</a:t>
            </a:r>
            <a:br>
              <a:rPr lang="pt-PT" sz="3600" u="sng" dirty="0">
                <a:solidFill>
                  <a:schemeClr val="bg1"/>
                </a:solidFill>
                <a:latin typeface="Abadi Extra Light" panose="020B0204020104020204" pitchFamily="34" charset="0"/>
              </a:rPr>
            </a:br>
            <a:r>
              <a:rPr lang="pt-PT" sz="3600" dirty="0">
                <a:solidFill>
                  <a:schemeClr val="bg1"/>
                </a:solidFill>
                <a:latin typeface="Abadi Extra Light" panose="020B0204020104020204" pitchFamily="34" charset="0"/>
              </a:rPr>
              <a:t>Cordeiro (Nós Senhor)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9807" y="1811257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Cordeiro de Deus que tiras o pecado do mundo,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Tem piedade de nós, Senhor, tem piedade de nós.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4000" b="1" i="1" dirty="0">
                <a:latin typeface="Abadi Extra Light" panose="020B0204020104020204" pitchFamily="34" charset="0"/>
              </a:rPr>
              <a:t>(x2)</a:t>
            </a:r>
          </a:p>
          <a:p>
            <a:pPr marL="0" indent="0" algn="ctr">
              <a:lnSpc>
                <a:spcPct val="120000"/>
              </a:lnSpc>
              <a:buNone/>
            </a:pPr>
            <a:endParaRPr lang="pt-PT" sz="16000" b="1" i="1" dirty="0"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sz="1600" b="1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560835"/>
      </p:ext>
    </p:extLst>
  </p:cSld>
  <p:clrMapOvr>
    <a:masterClrMapping/>
  </p:clrMapOvr>
</p:sld>
</file>

<file path=ppt/slides/slide10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86FB993-1A6C-44AB-95F2-321C97C83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7534"/>
            <a:ext cx="9233807" cy="4363006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Cordeiro de Deus que tiras o pecado do mundo,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Dá-nos a Tua paz, Senhor, dá-nos a tua paz.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26400" b="1" i="1" dirty="0">
                <a:latin typeface="Abadi Extra Light" panose="020B0204020104020204" pitchFamily="34" charset="0"/>
              </a:rPr>
              <a:t>Dá-nos a tua paz, Senhor</a:t>
            </a:r>
          </a:p>
          <a:p>
            <a:pPr marL="0" indent="0">
              <a:buNone/>
            </a:pPr>
            <a:endParaRPr lang="pt-PT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5040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25920</Words>
  <Application>Microsoft Office PowerPoint</Application>
  <PresentationFormat>On-screen Show (4:3)</PresentationFormat>
  <Paragraphs>5212</Paragraphs>
  <Slides>1062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1062</vt:i4>
      </vt:variant>
    </vt:vector>
  </HeadingPairs>
  <TitlesOfParts>
    <vt:vector size="1068" baseType="lpstr">
      <vt:lpstr>Abadi Extra Light</vt:lpstr>
      <vt:lpstr>Arial</vt:lpstr>
      <vt:lpstr>Calibri</vt:lpstr>
      <vt:lpstr>Calibri Light</vt:lpstr>
      <vt:lpstr>ø</vt:lpstr>
      <vt:lpstr>Tema do Office</vt:lpstr>
      <vt:lpstr>PowerPoint Presentation</vt:lpstr>
      <vt:lpstr>PowerPoint Presentation</vt:lpstr>
      <vt:lpstr>PowerPoint Presentation</vt:lpstr>
      <vt:lpstr>PowerPoint Presentation</vt:lpstr>
      <vt:lpstr>Cântico: A festa da música</vt:lpstr>
      <vt:lpstr>PowerPoint Presentation</vt:lpstr>
      <vt:lpstr>PowerPoint Presentation</vt:lpstr>
      <vt:lpstr>PowerPoint Presentation</vt:lpstr>
      <vt:lpstr>PowerPoint Presentation</vt:lpstr>
      <vt:lpstr>Cântico: A minh’alma descansa em paz</vt:lpstr>
      <vt:lpstr>PowerPoint Presentation</vt:lpstr>
      <vt:lpstr>Cântico: A ti meu Deus</vt:lpstr>
      <vt:lpstr>PowerPoint Presentation</vt:lpstr>
      <vt:lpstr>PowerPoint Presentation</vt:lpstr>
      <vt:lpstr>Cântico: A Ti Senhor meu Deus</vt:lpstr>
      <vt:lpstr>PowerPoint Presentation</vt:lpstr>
      <vt:lpstr>Cântico: A treze de maio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Acreditar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Adeste Fideles</vt:lpstr>
      <vt:lpstr>PowerPoint Presentation</vt:lpstr>
      <vt:lpstr>PowerPoint Presentation</vt:lpstr>
      <vt:lpstr>PowerPoint Presentation</vt:lpstr>
      <vt:lpstr>Cântico: Adorasmus te o Christe</vt:lpstr>
      <vt:lpstr>PowerPoint Presentation</vt:lpstr>
      <vt:lpstr>Cântico: Alegria de Viver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Alegria de ser jovem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Aleluia, já nasceu o Salvador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Ando à procura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Aprendiz de Viajante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Aqui estou Deus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Batiza-me Senhor</vt:lpstr>
      <vt:lpstr>PowerPoint Presentation</vt:lpstr>
      <vt:lpstr>PowerPoint Presentation</vt:lpstr>
      <vt:lpstr>Cântico: Bendiz o Senhor (Bless the Lord, my soul)</vt:lpstr>
      <vt:lpstr>PowerPoint Presentation</vt:lpstr>
      <vt:lpstr>Cântico: Bendizemos o teu nome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Bom Pastor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Braços no 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Caminhar</vt:lpstr>
      <vt:lpstr>PowerPoint Presentation</vt:lpstr>
      <vt:lpstr>PowerPoint Presentation</vt:lpstr>
      <vt:lpstr>Cântico: Caminho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Cantai, rezai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Cantai todos os povos</vt:lpstr>
      <vt:lpstr>PowerPoint Presentation</vt:lpstr>
      <vt:lpstr>Cântico: Cantarei ao Senhor</vt:lpstr>
      <vt:lpstr>PowerPoint Presentation</vt:lpstr>
      <vt:lpstr>Cântico: Cantarei, cantarei</vt:lpstr>
      <vt:lpstr>PowerPoint Presentation</vt:lpstr>
      <vt:lpstr>PowerPoint Presentation</vt:lpstr>
      <vt:lpstr>PowerPoint Presentation</vt:lpstr>
      <vt:lpstr>PowerPoint Presentation</vt:lpstr>
      <vt:lpstr>Cântico: Como são belos os pés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Confiarei (O Senhor é meu pastor)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Consagração a Nossa Senhora</vt:lpstr>
      <vt:lpstr>PowerPoint Presentation</vt:lpstr>
      <vt:lpstr>PowerPoint Presentation</vt:lpstr>
      <vt:lpstr>PowerPoint Presentation</vt:lpstr>
      <vt:lpstr>Cântico: Construtores de luz</vt:lpstr>
      <vt:lpstr>PowerPoint Presentation</vt:lpstr>
      <vt:lpstr>Cântico: Conta as estrelas do céu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Cristo em mim</vt:lpstr>
      <vt:lpstr>PowerPoint Presentation</vt:lpstr>
      <vt:lpstr>Cântico: Cristo vive, Anuncia-o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Da pace cordium</vt:lpstr>
      <vt:lpstr>PowerPoint Presentation</vt:lpstr>
      <vt:lpstr>Cântico: Dar mais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De noite iremos em busca</vt:lpstr>
      <vt:lpstr>PowerPoint Presentation</vt:lpstr>
      <vt:lpstr>Cântico: Deixa Deus entrar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Deus é amor</vt:lpstr>
      <vt:lpstr>PowerPoint Presentation</vt:lpstr>
      <vt:lpstr>Cântico: Deus está aqui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Deus precisa de ti</vt:lpstr>
      <vt:lpstr>PowerPoint Presentation</vt:lpstr>
      <vt:lpstr>PowerPoint Presentation</vt:lpstr>
      <vt:lpstr>PowerPoint Presentation</vt:lpstr>
      <vt:lpstr>Cântico: Deus não quer a morte do pecador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Dona la pace</vt:lpstr>
      <vt:lpstr>PowerPoint Presentation</vt:lpstr>
      <vt:lpstr>Cântico: Dona Lua</vt:lpstr>
      <vt:lpstr>PowerPoint Presentation</vt:lpstr>
      <vt:lpstr>PowerPoint Presentation</vt:lpstr>
      <vt:lpstr>Cântico: Dou-te um abraço</vt:lpstr>
      <vt:lpstr>PowerPoint Presentation</vt:lpstr>
      <vt:lpstr>Cântico: Dou-vos um mandamento novo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Duc in altum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É impossível eu não crer em Ti</vt:lpstr>
      <vt:lpstr>PowerPoint Presentation</vt:lpstr>
      <vt:lpstr>PowerPoint Presentation</vt:lpstr>
      <vt:lpstr>Cântico: É Natal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É o meu corpo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É tempo amigo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É tempo de ser esperança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Embarca neste porto</vt:lpstr>
      <vt:lpstr>PowerPoint Presentation</vt:lpstr>
      <vt:lpstr>PowerPoint Presentation</vt:lpstr>
      <vt:lpstr>PowerPoint Presentation</vt:lpstr>
      <vt:lpstr>Cântico: Encontra a maré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Ensina-me a dizer sim</vt:lpstr>
      <vt:lpstr>PowerPoint Presentation</vt:lpstr>
      <vt:lpstr>PowerPoint Presentation</vt:lpstr>
      <vt:lpstr>PowerPoint Presentation</vt:lpstr>
      <vt:lpstr>PowerPoint Presentation</vt:lpstr>
      <vt:lpstr>Cântico: Ensina-me a viver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Entrega</vt:lpstr>
      <vt:lpstr>PowerPoint Presentation</vt:lpstr>
      <vt:lpstr>PowerPoint Presentation</vt:lpstr>
      <vt:lpstr>PowerPoint Presentation</vt:lpstr>
      <vt:lpstr>PowerPoint Presentation</vt:lpstr>
      <vt:lpstr>Cântico: Ergue-te ao sol</vt:lpstr>
      <vt:lpstr>PowerPoint Presentation</vt:lpstr>
      <vt:lpstr>PowerPoint Presentation</vt:lpstr>
      <vt:lpstr>PowerPoint Presentation</vt:lpstr>
      <vt:lpstr>Cântico: És a minha vida</vt:lpstr>
      <vt:lpstr>PowerPoint Presentation</vt:lpstr>
      <vt:lpstr>PowerPoint Presentation</vt:lpstr>
      <vt:lpstr>PowerPoint Presentation</vt:lpstr>
      <vt:lpstr>PowerPoint Presentation</vt:lpstr>
      <vt:lpstr>Cântico: Espírito Santo sopro de vida</vt:lpstr>
      <vt:lpstr>PowerPoint Presentation</vt:lpstr>
      <vt:lpstr>PowerPoint Presentation</vt:lpstr>
      <vt:lpstr>PowerPoint Presentation</vt:lpstr>
      <vt:lpstr>PowerPoint Presentation</vt:lpstr>
      <vt:lpstr>Cântico: Esta é a festa da juventude</vt:lpstr>
      <vt:lpstr>PowerPoint Presentation</vt:lpstr>
      <vt:lpstr>Cântico: Estávamos perdidos</vt:lpstr>
      <vt:lpstr>PowerPoint Presentation</vt:lpstr>
      <vt:lpstr>PowerPoint Presentation</vt:lpstr>
      <vt:lpstr>PowerPoint Presentation</vt:lpstr>
      <vt:lpstr>Cântico: Estrela Polar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Eu sou feliz porque o meu Cristo quer</vt:lpstr>
      <vt:lpstr>PowerPoint Presentation</vt:lpstr>
      <vt:lpstr>Cântico: Faz o que Deus espera de 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Fé a arder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Fogo de Deus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Fonte inesgotável</vt:lpstr>
      <vt:lpstr>PowerPoint Presentation</vt:lpstr>
      <vt:lpstr>PowerPoint Presentation</vt:lpstr>
      <vt:lpstr>Cântico: Fui Judeu com o Judeu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Glória in excelsis Deo</vt:lpstr>
      <vt:lpstr>PowerPoint Presentation</vt:lpstr>
      <vt:lpstr>PowerPoint Presentation</vt:lpstr>
      <vt:lpstr>PowerPoint Presentation</vt:lpstr>
      <vt:lpstr>PowerPoint Presentation</vt:lpstr>
      <vt:lpstr>Cântico: Graças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Grita comigo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Guiado pela mão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Há pressa no 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Impele a tua própria canoa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In manus tuas Pater</vt:lpstr>
      <vt:lpstr>PowerPoint Presentation</vt:lpstr>
      <vt:lpstr>Cântico: Inunda o meu ser</vt:lpstr>
      <vt:lpstr>PowerPoint Presentation</vt:lpstr>
      <vt:lpstr>PowerPoint Presentation</vt:lpstr>
      <vt:lpstr>PowerPoint Presentation</vt:lpstr>
      <vt:lpstr>PowerPoint Presentation</vt:lpstr>
      <vt:lpstr>Cântico: Jesus Cristo és minha vida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Jesus Cristo mora aqui</vt:lpstr>
      <vt:lpstr>PowerPoint Presentation</vt:lpstr>
      <vt:lpstr>PowerPoint Presentation</vt:lpstr>
      <vt:lpstr>PowerPoint Presentation</vt:lpstr>
      <vt:lpstr>Cântico: Jesus, filho de Deus</vt:lpstr>
      <vt:lpstr>PowerPoint Presentation</vt:lpstr>
      <vt:lpstr>Cântico: Jovem ergue o teu lema</vt:lpstr>
      <vt:lpstr>PowerPoint Presentation</vt:lpstr>
      <vt:lpstr>PowerPoint Presentation</vt:lpstr>
      <vt:lpstr>PowerPoint Presentation</vt:lpstr>
      <vt:lpstr>Cântico: Levanta-te que está chegando</vt:lpstr>
      <vt:lpstr>PowerPoint Presentation</vt:lpstr>
      <vt:lpstr>PowerPoint Presentation</vt:lpstr>
      <vt:lpstr>PowerPoint Presentation</vt:lpstr>
      <vt:lpstr>Cântico: Logo que nasceu</vt:lpstr>
      <vt:lpstr>PowerPoint Presentation</vt:lpstr>
      <vt:lpstr>PowerPoint Presentation</vt:lpstr>
      <vt:lpstr>Cântico: Louvado sejas, ó meu Senhor</vt:lpstr>
      <vt:lpstr>PowerPoint Presentation</vt:lpstr>
      <vt:lpstr>PowerPoint Presentation</vt:lpstr>
      <vt:lpstr>PowerPoint Presentation</vt:lpstr>
      <vt:lpstr>PowerPoint Presentation</vt:lpstr>
      <vt:lpstr>Cântico: Luz terna e suave</vt:lpstr>
      <vt:lpstr>PowerPoint Presentation</vt:lpstr>
      <vt:lpstr>PowerPoint Presentation</vt:lpstr>
      <vt:lpstr>PowerPoint Presentation</vt:lpstr>
      <vt:lpstr>PowerPoint Presentation</vt:lpstr>
      <vt:lpstr>Cântico: Mãe de toda a Igreja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Mãe, o meu dia chegou ao fim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Mãe, olha para mim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Magnificat</vt:lpstr>
      <vt:lpstr>PowerPoint Presentation</vt:lpstr>
      <vt:lpstr>Cântico: Maravilhas fez em mim</vt:lpstr>
      <vt:lpstr>PowerPoint Presentation</vt:lpstr>
      <vt:lpstr>PowerPoint Presentation</vt:lpstr>
      <vt:lpstr>PowerPoint Presentation</vt:lpstr>
      <vt:lpstr>PowerPoint Presentation</vt:lpstr>
      <vt:lpstr>Cântico: Maria de Nazaré</vt:lpstr>
      <vt:lpstr>PowerPoint Presentation</vt:lpstr>
      <vt:lpstr>PowerPoint Presentation</vt:lpstr>
      <vt:lpstr>PowerPoint Presentation</vt:lpstr>
      <vt:lpstr>PowerPoint Presentation</vt:lpstr>
      <vt:lpstr>Cântico: Maria, um sorriso</vt:lpstr>
      <vt:lpstr>PowerPoint Presentation</vt:lpstr>
      <vt:lpstr>PowerPoint Presentation</vt:lpstr>
      <vt:lpstr>Cântico: Meu bom mestre</vt:lpstr>
      <vt:lpstr>PowerPoint Presentation</vt:lpstr>
      <vt:lpstr>Cântico: Minha força és tu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 Misericordias domini</vt:lpstr>
      <vt:lpstr>PowerPoint Presentation</vt:lpstr>
      <vt:lpstr>Cântico:  Missão</vt:lpstr>
      <vt:lpstr>PowerPoint Presentation</vt:lpstr>
      <vt:lpstr>PowerPoint Presentation</vt:lpstr>
      <vt:lpstr>Cântico:  Momentos</vt:lpstr>
      <vt:lpstr>PowerPoint Presentation</vt:lpstr>
      <vt:lpstr>PowerPoint Presentation</vt:lpstr>
      <vt:lpstr>PowerPoint Presentation</vt:lpstr>
      <vt:lpstr>PowerPoint Presentation</vt:lpstr>
      <vt:lpstr>Cântico:  Nada nos separará</vt:lpstr>
      <vt:lpstr>PowerPoint Presentation</vt:lpstr>
      <vt:lpstr>Cântico:  Nada te turbe</vt:lpstr>
      <vt:lpstr>PowerPoint Presentation</vt:lpstr>
      <vt:lpstr>Cântico:  Nada temo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 Não adores</vt:lpstr>
      <vt:lpstr>PowerPoint Presentation</vt:lpstr>
      <vt:lpstr>PowerPoint Presentation</vt:lpstr>
      <vt:lpstr>PowerPoint Presentation</vt:lpstr>
      <vt:lpstr>Cântico:  Não sei como louvar-te</vt:lpstr>
      <vt:lpstr>PowerPoint Presentation</vt:lpstr>
      <vt:lpstr>PowerPoint Presentation</vt:lpstr>
      <vt:lpstr>PowerPoint Presentation</vt:lpstr>
      <vt:lpstr>PowerPoint Presentation</vt:lpstr>
      <vt:lpstr>Cântico: Ninguém te ama como eu</vt:lpstr>
      <vt:lpstr>PowerPoint Presentation</vt:lpstr>
      <vt:lpstr>PowerPoint Presentation</vt:lpstr>
      <vt:lpstr>PowerPoint Presentation</vt:lpstr>
      <vt:lpstr>Cântico: Nos amou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Noite feliz</vt:lpstr>
      <vt:lpstr>PowerPoint Presentation</vt:lpstr>
      <vt:lpstr>PowerPoint Presentation</vt:lpstr>
      <vt:lpstr>PowerPoint Presentation</vt:lpstr>
      <vt:lpstr>Cântico: Nunca mais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O reino de Deus</vt:lpstr>
      <vt:lpstr>PowerPoint Presentation</vt:lpstr>
      <vt:lpstr>Cântico: O Senhor é a minha força (Taizé)</vt:lpstr>
      <vt:lpstr>PowerPoint Presentation</vt:lpstr>
      <vt:lpstr>Cântico: O Senhor é meu Pastor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O sonho é…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O verbo de Deus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O vinhateiro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Obrigado</vt:lpstr>
      <vt:lpstr>PowerPoint Presentation</vt:lpstr>
      <vt:lpstr>PowerPoint Presentation</vt:lpstr>
      <vt:lpstr>PowerPoint Presentation</vt:lpstr>
      <vt:lpstr>PowerPoint Presentation</vt:lpstr>
      <vt:lpstr>Cântico: Oceans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Oh Senhor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Onde Deus te levar</vt:lpstr>
      <vt:lpstr>PowerPoint Presentation</vt:lpstr>
      <vt:lpstr>PowerPoint Presentation</vt:lpstr>
      <vt:lpstr>PowerPoint Presentation</vt:lpstr>
      <vt:lpstr>PowerPoint Presentation</vt:lpstr>
      <vt:lpstr>Cântico: Onde está o teu irmão</vt:lpstr>
      <vt:lpstr>PowerPoint Presentation</vt:lpstr>
      <vt:lpstr>PowerPoint Presentation</vt:lpstr>
      <vt:lpstr>PowerPoint Presentation</vt:lpstr>
      <vt:lpstr>Cântico: Oração</vt:lpstr>
      <vt:lpstr>PowerPoint Presentation</vt:lpstr>
      <vt:lpstr>Cântico: Oração de São Francisco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Oração de Santo Inácio</vt:lpstr>
      <vt:lpstr>PowerPoint Presentation</vt:lpstr>
      <vt:lpstr>PowerPoint Presentation</vt:lpstr>
      <vt:lpstr>Cântico: Oração de São Pedro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Pão do Céu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Partilhai a riqueza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Parábola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Passa por mim</vt:lpstr>
      <vt:lpstr>PowerPoint Presentation</vt:lpstr>
      <vt:lpstr>PowerPoint Presentation</vt:lpstr>
      <vt:lpstr>PowerPoint Presentation</vt:lpstr>
      <vt:lpstr>PowerPoint Presentation</vt:lpstr>
      <vt:lpstr>Cântico: Passo a passo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Paz Senhor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Pedacinho de Deus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Pedaços de um sonho</vt:lpstr>
      <vt:lpstr>PowerPoint Presentation</vt:lpstr>
      <vt:lpstr>PowerPoint Presentation</vt:lpstr>
      <vt:lpstr>PowerPoint Presentation</vt:lpstr>
      <vt:lpstr>Cântico: Pegadas na areia</vt:lpstr>
      <vt:lpstr>PowerPoint Presentation</vt:lpstr>
      <vt:lpstr>PowerPoint Presentation</vt:lpstr>
      <vt:lpstr>PowerPoint Presentation</vt:lpstr>
      <vt:lpstr>PowerPoint Presentation</vt:lpstr>
      <vt:lpstr>Cântico: Peregrino do infinito</vt:lpstr>
      <vt:lpstr>PowerPoint Presentation</vt:lpstr>
      <vt:lpstr>PowerPoint Presentation</vt:lpstr>
      <vt:lpstr>PowerPoint Presentation</vt:lpstr>
      <vt:lpstr>PowerPoint Presentation</vt:lpstr>
      <vt:lpstr>Cântico: Permanece junto de mim</vt:lpstr>
      <vt:lpstr>PowerPoint Presentation</vt:lpstr>
      <vt:lpstr>Cântico: Queira eu o que Deus quer</vt:lpstr>
      <vt:lpstr>PowerPoint Presentation</vt:lpstr>
      <vt:lpstr>Cântico: Quem perde a sua vida por mim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Quero louvar-te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Quero ser como tu, Maria</vt:lpstr>
      <vt:lpstr>PowerPoint Presentation</vt:lpstr>
      <vt:lpstr>Cântico: Quimera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Recebe Senhor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Reino de amor</vt:lpstr>
      <vt:lpstr>PowerPoint Presentation</vt:lpstr>
      <vt:lpstr>PowerPoint Presentation</vt:lpstr>
      <vt:lpstr>Cântico: Renasce em mim</vt:lpstr>
      <vt:lpstr>PowerPoint Presentation</vt:lpstr>
      <vt:lpstr>PowerPoint Presentation</vt:lpstr>
      <vt:lpstr>PowerPoint Presentation</vt:lpstr>
      <vt:lpstr>PowerPoint Presentation</vt:lpstr>
      <vt:lpstr>Cântico: Ressuscitou, Aleluia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Sabor da maçã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Se vos amardes uns aos outros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Senhor eu agradeço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Senhor Jesus tu és luz do mundo</vt:lpstr>
      <vt:lpstr>PowerPoint Presentation</vt:lpstr>
      <vt:lpstr>Cântico: Senhor, meu deus (Mariamar)</vt:lpstr>
      <vt:lpstr>PowerPoint Presentation</vt:lpstr>
      <vt:lpstr>Cântico: Senhora da noite</vt:lpstr>
      <vt:lpstr>PowerPoint Presentation</vt:lpstr>
      <vt:lpstr>Cântico: Só Deus basta</vt:lpstr>
      <vt:lpstr>PowerPoint Presentation</vt:lpstr>
      <vt:lpstr>Cântico: Somos 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Somos testemunhas</vt:lpstr>
      <vt:lpstr>PowerPoint Presentation</vt:lpstr>
      <vt:lpstr>PowerPoint Presentation</vt:lpstr>
      <vt:lpstr>PowerPoint Presentation</vt:lpstr>
      <vt:lpstr>PowerPoint Presentation</vt:lpstr>
      <vt:lpstr>Cântico: Sozinho eu não posso mais</vt:lpstr>
      <vt:lpstr>PowerPoint Presentation</vt:lpstr>
      <vt:lpstr>PowerPoint Presentation</vt:lpstr>
      <vt:lpstr>PowerPoint Presentation</vt:lpstr>
      <vt:lpstr>Cântico: Tão perto de mim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Tela branca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Teu seguidor</vt:lpstr>
      <vt:lpstr>PowerPoint Presentation</vt:lpstr>
      <vt:lpstr>PowerPoint Presentation</vt:lpstr>
      <vt:lpstr>Cântico: Toma a tua cruz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Tomo este Pão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Tudo por um sorriso</vt:lpstr>
      <vt:lpstr>PowerPoint Presentation</vt:lpstr>
      <vt:lpstr>PowerPoint Presentation</vt:lpstr>
      <vt:lpstr>PowerPoint Presentation</vt:lpstr>
      <vt:lpstr>Cântico: Tu és a água viva</vt:lpstr>
      <vt:lpstr>PowerPoint Presentation</vt:lpstr>
      <vt:lpstr>PowerPoint Presentation</vt:lpstr>
      <vt:lpstr>Cântico: Tu és fonte de vida</vt:lpstr>
      <vt:lpstr>PowerPoint Presentation</vt:lpstr>
      <vt:lpstr>Cântico: Ubi caritas</vt:lpstr>
      <vt:lpstr>PowerPoint Presentation</vt:lpstr>
      <vt:lpstr>Cântico: Um milénio nas mãos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Um quadro melhor</vt:lpstr>
      <vt:lpstr>PowerPoint Presentation</vt:lpstr>
      <vt:lpstr>PowerPoint Presentation</vt:lpstr>
      <vt:lpstr>PowerPoint Presentation</vt:lpstr>
      <vt:lpstr>PowerPoint Presentation</vt:lpstr>
      <vt:lpstr>Cântico: Vamos todos com Maria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Vasos de barro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Vede Senhor</vt:lpstr>
      <vt:lpstr>PowerPoint Presentation</vt:lpstr>
      <vt:lpstr>PowerPoint Presentation</vt:lpstr>
      <vt:lpstr>PowerPoint Presentation</vt:lpstr>
      <vt:lpstr>Cântico: Vem daí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Vem espírito de amor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Vem Espírito Santo</vt:lpstr>
      <vt:lpstr>PowerPoint Presentation</vt:lpstr>
      <vt:lpstr>PowerPoint Presentation</vt:lpstr>
      <vt:lpstr>PowerPoint Presentation</vt:lpstr>
      <vt:lpstr>PowerPoint Presentation</vt:lpstr>
      <vt:lpstr>Cântico: Vem e verás</vt:lpstr>
      <vt:lpstr>PowerPoint Presentation</vt:lpstr>
      <vt:lpstr>PowerPoint Presentation</vt:lpstr>
      <vt:lpstr>PowerPoint Presentation</vt:lpstr>
      <vt:lpstr>Cântico: Vem viver em nós</vt:lpstr>
      <vt:lpstr>PowerPoint Presentation</vt:lpstr>
      <vt:lpstr>Cântico: Via de amor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Vim aqui</vt:lpstr>
      <vt:lpstr>PowerPoint Presentation</vt:lpstr>
      <vt:lpstr>PowerPoint Presentation</vt:lpstr>
      <vt:lpstr>Cântico: Vim buscar-te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Vinde e Louvai-O</vt:lpstr>
      <vt:lpstr>PowerPoint Presentation</vt:lpstr>
      <vt:lpstr>PowerPoint Presentation</vt:lpstr>
      <vt:lpstr>PowerPoint Presentation</vt:lpstr>
      <vt:lpstr>PowerPoint Presentation</vt:lpstr>
      <vt:lpstr>Cântico: Vinde louvar o Senhor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Viver a vida</vt:lpstr>
      <vt:lpstr>PowerPoint Presentation</vt:lpstr>
      <vt:lpstr>PowerPoint Presentation</vt:lpstr>
      <vt:lpstr>PowerPoint Presentation</vt:lpstr>
      <vt:lpstr>PowerPoint Presentation</vt:lpstr>
      <vt:lpstr>Cântico: Voa a grande altitude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Vós sereis os meus amigos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Vou-te mostrar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Senhor tem piedade (arrastado)</vt:lpstr>
      <vt:lpstr>PowerPoint Presentation</vt:lpstr>
      <vt:lpstr>Cântico: Senhor tem piedade (clássico)</vt:lpstr>
      <vt:lpstr>PowerPoint Presentation</vt:lpstr>
      <vt:lpstr>Cântico: Senhor tende piedade</vt:lpstr>
      <vt:lpstr>PowerPoint Presentation</vt:lpstr>
      <vt:lpstr>Cântico: Perdoa Senhor</vt:lpstr>
      <vt:lpstr>PowerPoint Presentation</vt:lpstr>
      <vt:lpstr>PowerPoint Presentation</vt:lpstr>
      <vt:lpstr>PowerPoint Presentation</vt:lpstr>
      <vt:lpstr>Cântico: Senhor tem piedade (Oh Cristo)</vt:lpstr>
      <vt:lpstr>PowerPoint Presentation</vt:lpstr>
      <vt:lpstr>PowerPoint Presentation</vt:lpstr>
      <vt:lpstr>PowerPoint Presentation</vt:lpstr>
      <vt:lpstr>Cântico: Fala Senhor</vt:lpstr>
      <vt:lpstr>PowerPoint Presentation</vt:lpstr>
      <vt:lpstr>PowerPoint Presentation</vt:lpstr>
      <vt:lpstr>Cântico: Aleluia Deus está</vt:lpstr>
      <vt:lpstr>PowerPoint Presentation</vt:lpstr>
      <vt:lpstr>Cântico: Aleluia Glória ao Senhor</vt:lpstr>
      <vt:lpstr>PowerPoint Presentation</vt:lpstr>
      <vt:lpstr>Cântico: Aleluia Novo</vt:lpstr>
      <vt:lpstr>PowerPoint Presentation</vt:lpstr>
      <vt:lpstr>Cântico: Aleluia Shrek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Cântico: Aleluia Taizé</vt:lpstr>
      <vt:lpstr>PowerPoint Presentation</vt:lpstr>
      <vt:lpstr>Cântico: Aleluia, a palavra é Deus em nós </vt:lpstr>
      <vt:lpstr>PowerPoint Presentation</vt:lpstr>
      <vt:lpstr>Cântico: Desde pronto amanhecer</vt:lpstr>
      <vt:lpstr>PowerPoint Presentation</vt:lpstr>
      <vt:lpstr>PowerPoint Presentation</vt:lpstr>
      <vt:lpstr>Cântico: Jesus Cristo és minha vida</vt:lpstr>
      <vt:lpstr>PowerPoint Presentation</vt:lpstr>
      <vt:lpstr>PowerPoint Presentation</vt:lpstr>
      <vt:lpstr>PowerPoint Presentation</vt:lpstr>
      <vt:lpstr>PowerPoint Presentation</vt:lpstr>
      <vt:lpstr>Cântico: Louvor a vós</vt:lpstr>
      <vt:lpstr>PowerPoint Presentation</vt:lpstr>
      <vt:lpstr>Cântico: Sou a vida e a verdade</vt:lpstr>
      <vt:lpstr>PowerPoint Presentation</vt:lpstr>
      <vt:lpstr>PowerPoint Presentation</vt:lpstr>
      <vt:lpstr>Cântico: Santo (Toureiro)</vt:lpstr>
      <vt:lpstr>PowerPoint Presentation</vt:lpstr>
      <vt:lpstr>PowerPoint Presentation</vt:lpstr>
      <vt:lpstr>Cântico: Santo (Braga)</vt:lpstr>
      <vt:lpstr>PowerPoint Presentation</vt:lpstr>
      <vt:lpstr>PowerPoint Presentation</vt:lpstr>
      <vt:lpstr>Cântico: Santo (Antigo)</vt:lpstr>
      <vt:lpstr>PowerPoint Presentation</vt:lpstr>
      <vt:lpstr>PowerPoint Presentation</vt:lpstr>
      <vt:lpstr>Cântico: Santo (Hossana Hey)</vt:lpstr>
      <vt:lpstr>PowerPoint Presentation</vt:lpstr>
      <vt:lpstr>PowerPoint Presentation</vt:lpstr>
      <vt:lpstr>PowerPoint Presentation</vt:lpstr>
      <vt:lpstr>Cântico: Santo (Jurássico)</vt:lpstr>
      <vt:lpstr>PowerPoint Presentation</vt:lpstr>
      <vt:lpstr>PowerPoint Presentation</vt:lpstr>
      <vt:lpstr>Cântico: Santo 2V</vt:lpstr>
      <vt:lpstr>PowerPoint Presentation</vt:lpstr>
      <vt:lpstr>PowerPoint Presentation</vt:lpstr>
      <vt:lpstr>PowerPoint Presentation</vt:lpstr>
      <vt:lpstr>Cântico: Pai Nosso Galego</vt:lpstr>
      <vt:lpstr>PowerPoint Presentation</vt:lpstr>
      <vt:lpstr>PowerPoint Presentation</vt:lpstr>
      <vt:lpstr>PowerPoint Presentation</vt:lpstr>
      <vt:lpstr>Cântico: Pai Nosso (Paul Simon)</vt:lpstr>
      <vt:lpstr>PowerPoint Presentation</vt:lpstr>
      <vt:lpstr>PowerPoint Presentation</vt:lpstr>
      <vt:lpstr>Cântico: Cordeiro Clássico</vt:lpstr>
      <vt:lpstr>PowerPoint Presentation</vt:lpstr>
      <vt:lpstr>PowerPoint Presentation</vt:lpstr>
      <vt:lpstr>Cântico: Cordeiro Espanhol</vt:lpstr>
      <vt:lpstr>PowerPoint Presentation</vt:lpstr>
      <vt:lpstr>PowerPoint Presentation</vt:lpstr>
      <vt:lpstr>Cântico: Cordeiro Novo</vt:lpstr>
      <vt:lpstr>PowerPoint Presentation</vt:lpstr>
      <vt:lpstr>PowerPoint Presentation</vt:lpstr>
      <vt:lpstr>Cântico: Cordeiro 2V</vt:lpstr>
      <vt:lpstr>PowerPoint Presentation</vt:lpstr>
      <vt:lpstr>PowerPoint Presentation</vt:lpstr>
      <vt:lpstr>Cântico: Cordeiro (Paz Senhor)</vt:lpstr>
      <vt:lpstr>PowerPoint Presentation</vt:lpstr>
      <vt:lpstr>PowerPoint Presentation</vt:lpstr>
      <vt:lpstr>Cântico: Cordeiro (Tropical)</vt:lpstr>
      <vt:lpstr>PowerPoint Presentation</vt:lpstr>
      <vt:lpstr>PowerPoint Presentation</vt:lpstr>
      <vt:lpstr>Cântico: Cordeiro (Nós Senhor)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Teresa Gonçalves</dc:creator>
  <cp:lastModifiedBy>Ana Margarida Silva</cp:lastModifiedBy>
  <cp:revision>102</cp:revision>
  <dcterms:created xsi:type="dcterms:W3CDTF">2021-12-20T16:14:30Z</dcterms:created>
  <dcterms:modified xsi:type="dcterms:W3CDTF">2025-12-28T18:55:53Z</dcterms:modified>
</cp:coreProperties>
</file>