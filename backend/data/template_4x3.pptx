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2"/>
  </p:handoutMasterIdLst>
  <p:sldSz cx="9144000" cy="6858000" type="screen4x3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27598"/>
    <a:srgbClr val="DF5A1F"/>
    <a:srgbClr val="D65A28"/>
    <a:srgbClr val="8759A4"/>
    <a:srgbClr val="4B207D"/>
    <a:srgbClr val="217433"/>
    <a:srgbClr val="1E64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988" autoAdjust="0"/>
    <p:restoredTop sz="94660"/>
  </p:normalViewPr>
  <p:slideViewPr>
    <p:cSldViewPr snapToGrid="0">
      <p:cViewPr varScale="1">
        <p:scale>
          <a:sx n="81" d="100"/>
          <a:sy n="81" d="100"/>
        </p:scale>
        <p:origin x="127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1" d="100"/>
          <a:sy n="61" d="100"/>
        </p:scale>
        <p:origin x="3168" y="43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305EFA5-CAF7-58E1-9EBD-557D39BCEB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37408A4-31E5-355B-5656-9163D79EED9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3A9764-8E67-4755-B19F-6AABFF615031}" type="datetimeFigureOut">
              <a:rPr lang="pt-PT" smtClean="0"/>
              <a:t>14/10/2026</a:t>
            </a:fld>
            <a:endParaRPr lang="pt-P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E6E6B73-0523-228A-2395-D30BD7479BE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A04491-8A03-C21B-49D1-9A9B32B918D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35E604-AECB-4640-AF6D-40CBC181F3C3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8409452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Tempo Comum">
    <p:bg>
      <p:bgPr>
        <a:solidFill>
          <a:schemeClr val="accent1">
            <a:lumMod val="20000"/>
            <a:lumOff val="80000"/>
            <a:alpha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1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XXXIV</a:t>
            </a:r>
            <a:endParaRPr lang="pt-PT" dirty="0"/>
          </a:p>
        </p:txBody>
      </p:sp>
      <p:sp>
        <p:nvSpPr>
          <p:cNvPr id="3" name="Frase">
            <a:extLst>
              <a:ext uri="{FF2B5EF4-FFF2-40B4-BE49-F238E27FC236}">
                <a16:creationId xmlns:a16="http://schemas.microsoft.com/office/drawing/2014/main" id="{F5DEF8E5-A6D3-FF16-3A4C-6762958F1B8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  <a:p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42" t="15589" r="2750" b="14655"/>
          <a:stretch>
            <a:fillRect/>
          </a:stretch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8" name="Tempo">
            <a:extLst>
              <a:ext uri="{FF2B5EF4-FFF2-40B4-BE49-F238E27FC236}">
                <a16:creationId xmlns:a16="http://schemas.microsoft.com/office/drawing/2014/main" id="{B1169605-F0B9-AE83-235A-01AF44480C7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</a:t>
            </a:r>
            <a:r>
              <a:rPr lang="en-US" dirty="0" err="1"/>
              <a:t>Comum</a:t>
            </a:r>
            <a:r>
              <a:rPr lang="en-US" dirty="0"/>
              <a:t>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007812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Advento">
    <p:bg>
      <p:bgPr>
        <a:solidFill>
          <a:schemeClr val="accent2">
            <a:lumMod val="20000"/>
            <a:lumOff val="80000"/>
            <a:alpha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2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IV</a:t>
            </a:r>
            <a:endParaRPr lang="pt-PT" dirty="0"/>
          </a:p>
        </p:txBody>
      </p:sp>
      <p:sp>
        <p:nvSpPr>
          <p:cNvPr id="3" name="Frase">
            <a:extLst>
              <a:ext uri="{FF2B5EF4-FFF2-40B4-BE49-F238E27FC236}">
                <a16:creationId xmlns:a16="http://schemas.microsoft.com/office/drawing/2014/main" id="{F5DEF8E5-A6D3-FF16-3A4C-6762958F1B8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  <a:p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134" b="13134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</a:t>
            </a:r>
            <a:r>
              <a:rPr lang="en-US" dirty="0" err="1"/>
              <a:t>Advento</a:t>
            </a:r>
            <a:r>
              <a:rPr lang="en-US" dirty="0"/>
              <a:t>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6366669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Domingo III Advento">
    <p:bg>
      <p:bgPr>
        <a:solidFill>
          <a:schemeClr val="accent3">
            <a:lumMod val="40000"/>
            <a:lumOff val="60000"/>
            <a:alpha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3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III</a:t>
            </a:r>
            <a:endParaRPr lang="pt-PT" dirty="0"/>
          </a:p>
        </p:txBody>
      </p:sp>
      <p:sp>
        <p:nvSpPr>
          <p:cNvPr id="3" name="Frase">
            <a:extLst>
              <a:ext uri="{FF2B5EF4-FFF2-40B4-BE49-F238E27FC236}">
                <a16:creationId xmlns:a16="http://schemas.microsoft.com/office/drawing/2014/main" id="{F5DEF8E5-A6D3-FF16-3A4C-6762958F1B8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  <a:p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134" b="13134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</a:t>
            </a:r>
            <a:r>
              <a:rPr lang="en-US" dirty="0" err="1"/>
              <a:t>Advento</a:t>
            </a:r>
            <a:r>
              <a:rPr lang="en-US" dirty="0"/>
              <a:t>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6427852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Natal">
    <p:bg>
      <p:bgPr>
        <a:solidFill>
          <a:schemeClr val="accent4">
            <a:lumMod val="20000"/>
            <a:lumOff val="80000"/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4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IV</a:t>
            </a:r>
            <a:endParaRPr lang="pt-PT" dirty="0"/>
          </a:p>
        </p:txBody>
      </p:sp>
      <p:sp>
        <p:nvSpPr>
          <p:cNvPr id="3" name="Frase">
            <a:extLst>
              <a:ext uri="{FF2B5EF4-FFF2-40B4-BE49-F238E27FC236}">
                <a16:creationId xmlns:a16="http://schemas.microsoft.com/office/drawing/2014/main" id="{F5DEF8E5-A6D3-FF16-3A4C-6762958F1B8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  <a:p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134" b="13134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15155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Natal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42870381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Quaresma">
    <p:bg>
      <p:bgPr>
        <a:solidFill>
          <a:schemeClr val="accent2">
            <a:lumMod val="20000"/>
            <a:lumOff val="80000"/>
            <a:alpha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2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III</a:t>
            </a:r>
            <a:endParaRPr lang="pt-PT" dirty="0"/>
          </a:p>
        </p:txBody>
      </p:sp>
      <p:sp>
        <p:nvSpPr>
          <p:cNvPr id="3" name="Frase">
            <a:extLst>
              <a:ext uri="{FF2B5EF4-FFF2-40B4-BE49-F238E27FC236}">
                <a16:creationId xmlns:a16="http://schemas.microsoft.com/office/drawing/2014/main" id="{F5DEF8E5-A6D3-FF16-3A4C-6762958F1B8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  <a:p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134" b="13134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Quaresma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5586339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Domingo IV Quaresma">
    <p:bg>
      <p:bgPr>
        <a:solidFill>
          <a:schemeClr val="accent3">
            <a:lumMod val="40000"/>
            <a:lumOff val="60000"/>
            <a:alpha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3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IV</a:t>
            </a:r>
            <a:endParaRPr lang="pt-PT" dirty="0"/>
          </a:p>
        </p:txBody>
      </p:sp>
      <p:sp>
        <p:nvSpPr>
          <p:cNvPr id="3" name="Frase">
            <a:extLst>
              <a:ext uri="{FF2B5EF4-FFF2-40B4-BE49-F238E27FC236}">
                <a16:creationId xmlns:a16="http://schemas.microsoft.com/office/drawing/2014/main" id="{F5DEF8E5-A6D3-FF16-3A4C-6762958F1B8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  <a:p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134" b="13134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15155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Quaresma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6009407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Ramos">
    <p:bg>
      <p:bgPr>
        <a:solidFill>
          <a:schemeClr val="accent5">
            <a:lumMod val="40000"/>
            <a:lumOff val="60000"/>
            <a:alpha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1129506"/>
            <a:ext cx="9144000" cy="1106127"/>
          </a:xfrm>
        </p:spPr>
        <p:txBody>
          <a:bodyPr anchor="b">
            <a:noAutofit/>
          </a:bodyPr>
          <a:lstStyle>
            <a:lvl1pPr algn="ctr">
              <a:defRPr sz="6000" b="1">
                <a:solidFill>
                  <a:schemeClr val="accent5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de Ramos</a:t>
            </a:r>
            <a:endParaRPr lang="pt-PT" dirty="0"/>
          </a:p>
        </p:txBody>
      </p:sp>
      <p:sp>
        <p:nvSpPr>
          <p:cNvPr id="3" name="Frase">
            <a:extLst>
              <a:ext uri="{FF2B5EF4-FFF2-40B4-BE49-F238E27FC236}">
                <a16:creationId xmlns:a16="http://schemas.microsoft.com/office/drawing/2014/main" id="{F5DEF8E5-A6D3-FF16-3A4C-6762958F1B8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  <a:p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134" b="13134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Quaresma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2023888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Páscoa">
    <p:bg>
      <p:bgPr>
        <a:solidFill>
          <a:schemeClr val="accent4">
            <a:lumMod val="20000"/>
            <a:lumOff val="80000"/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4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VIII</a:t>
            </a:r>
            <a:endParaRPr lang="pt-PT" dirty="0"/>
          </a:p>
        </p:txBody>
      </p:sp>
      <p:sp>
        <p:nvSpPr>
          <p:cNvPr id="3" name="Frase">
            <a:extLst>
              <a:ext uri="{FF2B5EF4-FFF2-40B4-BE49-F238E27FC236}">
                <a16:creationId xmlns:a16="http://schemas.microsoft.com/office/drawing/2014/main" id="{F5DEF8E5-A6D3-FF16-3A4C-6762958F1B8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  <a:p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134" b="13134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Páscoa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2764948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Pentecostes">
    <p:bg>
      <p:bgPr>
        <a:solidFill>
          <a:schemeClr val="accent5">
            <a:lumMod val="40000"/>
            <a:lumOff val="60000"/>
            <a:alpha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1129506"/>
            <a:ext cx="9144000" cy="1106127"/>
          </a:xfrm>
        </p:spPr>
        <p:txBody>
          <a:bodyPr anchor="b">
            <a:noAutofit/>
          </a:bodyPr>
          <a:lstStyle>
            <a:lvl1pPr algn="ctr">
              <a:defRPr sz="6000" b="1">
                <a:solidFill>
                  <a:schemeClr val="accent5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de </a:t>
            </a:r>
            <a:r>
              <a:rPr lang="en-US" dirty="0" err="1"/>
              <a:t>Pentecostes</a:t>
            </a:r>
            <a:endParaRPr lang="pt-PT" dirty="0"/>
          </a:p>
        </p:txBody>
      </p:sp>
      <p:sp>
        <p:nvSpPr>
          <p:cNvPr id="3" name="Frase">
            <a:extLst>
              <a:ext uri="{FF2B5EF4-FFF2-40B4-BE49-F238E27FC236}">
                <a16:creationId xmlns:a16="http://schemas.microsoft.com/office/drawing/2014/main" id="{F5DEF8E5-A6D3-FF16-3A4C-6762958F1B8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  <a:p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134" b="13134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Páscoa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4472286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le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eader">
            <a:extLst>
              <a:ext uri="{FF2B5EF4-FFF2-40B4-BE49-F238E27FC236}">
                <a16:creationId xmlns:a16="http://schemas.microsoft.com/office/drawing/2014/main" id="{9C521DED-F031-73C8-3FE1-6EDC94DF1880}"/>
              </a:ext>
            </a:extLst>
          </p:cNvPr>
          <p:cNvSpPr/>
          <p:nvPr userDrawn="1"/>
        </p:nvSpPr>
        <p:spPr>
          <a:xfrm>
            <a:off x="0" y="0"/>
            <a:ext cx="9144000" cy="80127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rmAutofit/>
          </a:bodyPr>
          <a:lstStyle/>
          <a:p>
            <a:pPr algn="ctr"/>
            <a:endParaRPr lang="pt-PT"/>
          </a:p>
        </p:txBody>
      </p:sp>
      <p:sp>
        <p:nvSpPr>
          <p:cNvPr id="2" name="Título">
            <a:extLst>
              <a:ext uri="{FF2B5EF4-FFF2-40B4-BE49-F238E27FC236}">
                <a16:creationId xmlns:a16="http://schemas.microsoft.com/office/drawing/2014/main" id="{29D85961-FC26-87D6-F7CF-D2E332EB5E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0890" y="245096"/>
            <a:ext cx="8662220" cy="525262"/>
          </a:xfrm>
        </p:spPr>
        <p:txBody>
          <a:bodyPr wrap="square">
            <a:normAutofit/>
          </a:bodyPr>
          <a:lstStyle>
            <a:lvl1pPr algn="ctr">
              <a:defRPr sz="3400">
                <a:solidFill>
                  <a:schemeClr val="bg1"/>
                </a:solidFill>
                <a:latin typeface="Livvic SemiBold" pitchFamily="2" charset="0"/>
              </a:defRPr>
            </a:lvl1pPr>
          </a:lstStyle>
          <a:p>
            <a:r>
              <a:rPr lang="en-US" dirty="0"/>
              <a:t>Cristo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mim</a:t>
            </a:r>
            <a:endParaRPr lang="pt-PT" dirty="0"/>
          </a:p>
        </p:txBody>
      </p:sp>
      <p:sp>
        <p:nvSpPr>
          <p:cNvPr id="3" name="Letra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9995" y="961533"/>
            <a:ext cx="8044010" cy="5670225"/>
          </a:xfrm>
        </p:spPr>
        <p:txBody>
          <a:bodyPr tIns="0" anchor="ctr" anchorCtr="1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6000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1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2 e </a:t>
            </a:r>
            <a:r>
              <a:rPr lang="en-US" dirty="0" err="1"/>
              <a:t>mais</a:t>
            </a:r>
            <a:r>
              <a:rPr lang="en-US" dirty="0"/>
              <a:t> 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3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a </a:t>
            </a:r>
            <a:r>
              <a:rPr lang="en-US" dirty="0" err="1"/>
              <a:t>linha</a:t>
            </a:r>
            <a:r>
              <a:rPr lang="en-US" dirty="0"/>
              <a:t> final </a:t>
            </a:r>
            <a:r>
              <a:rPr lang="en-US" dirty="0" err="1"/>
              <a:t>aqui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56986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letra - Natal e Pásco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eader">
            <a:extLst>
              <a:ext uri="{FF2B5EF4-FFF2-40B4-BE49-F238E27FC236}">
                <a16:creationId xmlns:a16="http://schemas.microsoft.com/office/drawing/2014/main" id="{9C521DED-F031-73C8-3FE1-6EDC94DF1880}"/>
              </a:ext>
            </a:extLst>
          </p:cNvPr>
          <p:cNvSpPr/>
          <p:nvPr userDrawn="1"/>
        </p:nvSpPr>
        <p:spPr>
          <a:xfrm>
            <a:off x="0" y="0"/>
            <a:ext cx="9144000" cy="8012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innerShdw blurRad="254000" dist="101600" dir="5400000">
              <a:schemeClr val="accent4">
                <a:alpha val="50000"/>
              </a:scheme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rmAutofit/>
          </a:bodyPr>
          <a:lstStyle/>
          <a:p>
            <a:pPr algn="ctr"/>
            <a:endParaRPr lang="pt-PT" dirty="0">
              <a:solidFill>
                <a:schemeClr val="accent4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2" name="Título">
            <a:extLst>
              <a:ext uri="{FF2B5EF4-FFF2-40B4-BE49-F238E27FC236}">
                <a16:creationId xmlns:a16="http://schemas.microsoft.com/office/drawing/2014/main" id="{29D85961-FC26-87D6-F7CF-D2E332EB5E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0890" y="245096"/>
            <a:ext cx="8662220" cy="525262"/>
          </a:xfrm>
        </p:spPr>
        <p:txBody>
          <a:bodyPr wrap="square">
            <a:normAutofit/>
          </a:bodyPr>
          <a:lstStyle>
            <a:lvl1pPr algn="ctr">
              <a:defRPr sz="3400">
                <a:solidFill>
                  <a:schemeClr val="accent4"/>
                </a:solidFill>
                <a:latin typeface="Livvic SemiBold" pitchFamily="2" charset="0"/>
              </a:defRPr>
            </a:lvl1pPr>
          </a:lstStyle>
          <a:p>
            <a:r>
              <a:rPr lang="en-US" dirty="0"/>
              <a:t>Cristo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mim</a:t>
            </a:r>
            <a:endParaRPr lang="pt-PT" dirty="0"/>
          </a:p>
        </p:txBody>
      </p:sp>
      <p:sp>
        <p:nvSpPr>
          <p:cNvPr id="3" name="Letra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9995" y="961533"/>
            <a:ext cx="8044010" cy="5670225"/>
          </a:xfrm>
        </p:spPr>
        <p:txBody>
          <a:bodyPr tIns="0" anchor="ctr" anchorCtr="1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6000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1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2 e </a:t>
            </a:r>
            <a:r>
              <a:rPr lang="en-US" dirty="0" err="1"/>
              <a:t>mais</a:t>
            </a:r>
            <a:r>
              <a:rPr lang="en-US" dirty="0"/>
              <a:t> 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3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a </a:t>
            </a:r>
            <a:r>
              <a:rPr lang="en-US" dirty="0" err="1"/>
              <a:t>linha</a:t>
            </a:r>
            <a:r>
              <a:rPr lang="en-US" dirty="0"/>
              <a:t> final </a:t>
            </a:r>
            <a:r>
              <a:rPr lang="en-US" dirty="0" err="1"/>
              <a:t>aqui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80279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etra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9995" y="103695"/>
            <a:ext cx="8044010" cy="6532775"/>
          </a:xfrm>
        </p:spPr>
        <p:txBody>
          <a:bodyPr anchor="ctr" anchorCtr="0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6000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1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2 e </a:t>
            </a:r>
            <a:r>
              <a:rPr lang="en-US" dirty="0" err="1"/>
              <a:t>mais</a:t>
            </a:r>
            <a:r>
              <a:rPr lang="en-US" dirty="0"/>
              <a:t> 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3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a </a:t>
            </a:r>
            <a:r>
              <a:rPr lang="en-US" dirty="0" err="1"/>
              <a:t>linha</a:t>
            </a:r>
            <a:r>
              <a:rPr lang="en-US" dirty="0"/>
              <a:t> final </a:t>
            </a:r>
            <a:r>
              <a:rPr lang="en-US" dirty="0" err="1"/>
              <a:t>aqui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06068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864B407-8B03-954B-0455-61D3F7BF2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pt-PT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BA8B73-1FBB-9394-93D8-DB4B1A7433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pt-PT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44B167-DA78-3CCA-F803-2E25738F8F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2806AE-2D5A-4F99-BCA8-3392766A92A2}" type="datetimeFigureOut">
              <a:rPr lang="pt-PT" smtClean="0"/>
              <a:t>14/10/2026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CC9F93-19FC-5607-E8AC-5BC6CB5178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335533-86C3-9335-FA39-5A3A119F07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EFF8A0-FCCB-410E-91DB-C03C6B0655C8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2592244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9" r:id="rId7"/>
    <p:sldLayoutId id="2147483665" r:id="rId8"/>
    <p:sldLayoutId id="2147483668" r:id="rId9"/>
    <p:sldLayoutId id="2147483650" r:id="rId10"/>
    <p:sldLayoutId id="2147483667" r:id="rId11"/>
    <p:sldLayoutId id="2147483666" r:id="rId12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None/>
        <a:defRPr sz="30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indent="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None/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indent="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None/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None/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Liturgia">
      <a:dk1>
        <a:sysClr val="windowText" lastClr="000000"/>
      </a:dk1>
      <a:lt1>
        <a:sysClr val="window" lastClr="FFFFFF"/>
      </a:lt1>
      <a:dk2>
        <a:srgbClr val="44546A"/>
      </a:dk2>
      <a:lt2>
        <a:srgbClr val="FFEDB5"/>
      </a:lt2>
      <a:accent1>
        <a:srgbClr val="377D49"/>
      </a:accent1>
      <a:accent2>
        <a:srgbClr val="A461AF"/>
      </a:accent2>
      <a:accent3>
        <a:srgbClr val="F99595"/>
      </a:accent3>
      <a:accent4>
        <a:srgbClr val="8C6A00"/>
      </a:accent4>
      <a:accent5>
        <a:srgbClr val="B92323"/>
      </a:accent5>
      <a:accent6>
        <a:srgbClr val="3470B2"/>
      </a:accent6>
      <a:hlink>
        <a:srgbClr val="0563C1"/>
      </a:hlink>
      <a:folHlink>
        <a:srgbClr val="954F72"/>
      </a:folHlink>
    </a:clrScheme>
    <a:fontScheme name="Chorus Theme">
      <a:majorFont>
        <a:latin typeface="Livvic SemiBold"/>
        <a:ea typeface=""/>
        <a:cs typeface=""/>
      </a:majorFont>
      <a:minorFont>
        <a:latin typeface="IBM Plex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8" baseType="lpstr">
      <vt:lpstr>Arial</vt:lpstr>
      <vt:lpstr>Calibri</vt:lpstr>
      <vt:lpstr>IBM Plex Sans</vt:lpstr>
      <vt:lpstr>Livvic</vt:lpstr>
      <vt:lpstr>Livvic SemiBold</vt:lpstr>
      <vt:lpstr>Playfair Display</vt:lpstr>
      <vt:lpstr>Shadows Into Light Two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Ana Margarida Silva</dc:creator>
  <cp:lastModifiedBy>Ana Margarida Silva</cp:lastModifiedBy>
  <cp:revision>24</cp:revision>
  <dcterms:created xsi:type="dcterms:W3CDTF">2025-12-28T18:57:32Z</dcterms:created>
  <dcterms:modified xsi:type="dcterms:W3CDTF">2026-10-14T17:36:34Z</dcterms:modified>
</cp:coreProperties>
</file>