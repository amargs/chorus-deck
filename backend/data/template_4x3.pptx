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5A1F"/>
    <a:srgbClr val="E37931"/>
    <a:srgbClr val="DF7A1F"/>
    <a:srgbClr val="DF8B1F"/>
    <a:srgbClr val="295E37"/>
    <a:srgbClr val="1E643F"/>
    <a:srgbClr val="327598"/>
    <a:srgbClr val="D65A28"/>
    <a:srgbClr val="8759A4"/>
    <a:srgbClr val="4B20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988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7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31/10/2026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6676" y="825004"/>
            <a:ext cx="8370648" cy="1700671"/>
          </a:xfrm>
        </p:spPr>
        <p:txBody>
          <a:bodyPr anchor="ctr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6676" y="2657651"/>
            <a:ext cx="8370648" cy="1169737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36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840362"/>
            <a:ext cx="3949700" cy="369838"/>
          </a:xfrm>
        </p:spPr>
        <p:txBody>
          <a:bodyPr>
            <a:noAutofit/>
          </a:bodyPr>
          <a:lstStyle>
            <a:lvl1pPr algn="ctr">
              <a:defRPr lang="pt-PT" sz="24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848223" y="4298164"/>
            <a:ext cx="3447555" cy="2541980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0732" y="305679"/>
            <a:ext cx="7062537" cy="369838"/>
          </a:xfrm>
        </p:spPr>
        <p:txBody>
          <a:bodyPr>
            <a:noAutofit/>
          </a:bodyPr>
          <a:lstStyle>
            <a:lvl1pPr algn="ctr">
              <a:defRPr sz="22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0890" y="961533"/>
            <a:ext cx="866222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sp>
        <p:nvSpPr>
          <p:cNvPr id="10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94268"/>
            <a:ext cx="8662220" cy="619528"/>
          </a:xfrm>
        </p:spPr>
        <p:txBody>
          <a:bodyPr wrap="square" anchor="ctr" anchorCtr="0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DA94A-925F-57FE-22F1-D65B1983C9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687235"/>
            <a:ext cx="8254639" cy="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0890" y="961533"/>
            <a:ext cx="866222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cxnSp>
        <p:nvCxnSpPr>
          <p:cNvPr id="4" name="Straight Connector 3" hidden="1">
            <a:extLst>
              <a:ext uri="{FF2B5EF4-FFF2-40B4-BE49-F238E27FC236}">
                <a16:creationId xmlns:a16="http://schemas.microsoft.com/office/drawing/2014/main" id="{084205EB-DDFD-93C0-9E00-F56C5FD691B1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">
            <a:extLst>
              <a:ext uri="{FF2B5EF4-FFF2-40B4-BE49-F238E27FC236}">
                <a16:creationId xmlns:a16="http://schemas.microsoft.com/office/drawing/2014/main" id="{9114A82A-8183-D1F2-F08E-5A012AE868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103695"/>
            <a:ext cx="8662220" cy="610101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tra">
            <a:extLst>
              <a:ext uri="{FF2B5EF4-FFF2-40B4-BE49-F238E27FC236}">
                <a16:creationId xmlns:a16="http://schemas.microsoft.com/office/drawing/2014/main" id="{F7F97CF3-947B-242D-A5F9-5DC08F0B6A3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0890" y="216569"/>
            <a:ext cx="8662220" cy="6445488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996900"/>
            <a:ext cx="8254640" cy="578825"/>
          </a:xfrm>
        </p:spPr>
        <p:txBody>
          <a:bodyPr wrap="square" anchor="t" anchorCtr="0">
            <a:normAutofit/>
          </a:bodyPr>
          <a:lstStyle>
            <a:lvl1pPr algn="ctr">
              <a:defRPr lang="pt-PT" sz="36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708484"/>
            <a:ext cx="8254639" cy="4866710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54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55918"/>
            <a:ext cx="40912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8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911635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459274"/>
            <a:ext cx="8254639" cy="5144340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54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996900"/>
            <a:ext cx="8254640" cy="578825"/>
          </a:xfrm>
        </p:spPr>
        <p:txBody>
          <a:bodyPr wrap="square" anchor="t" anchorCtr="0">
            <a:normAutofit/>
          </a:bodyPr>
          <a:lstStyle>
            <a:lvl1pPr algn="ctr">
              <a:defRPr lang="pt-PT" sz="36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708484"/>
            <a:ext cx="8254639" cy="4866710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54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55918"/>
            <a:ext cx="40912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8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911635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74818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4207" y="3162144"/>
            <a:ext cx="8535586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4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No meio da nuvem luminosa ouviu-se a voz do Pai: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“Este é o meu filho muito amado, escutai-O”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821887" y="136928"/>
            <a:ext cx="75002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96929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142476" y="1343157"/>
            <a:ext cx="88590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54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54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54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54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54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54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54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54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54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54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54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54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996900"/>
            <a:ext cx="8254640" cy="578825"/>
          </a:xfrm>
        </p:spPr>
        <p:txBody>
          <a:bodyPr wrap="square" anchor="t" anchorCtr="0">
            <a:normAutofit/>
          </a:bodyPr>
          <a:lstStyle>
            <a:lvl1pPr algn="ctr">
              <a:defRPr lang="pt-PT" sz="36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708484"/>
            <a:ext cx="8254639" cy="4866710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54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55918"/>
            <a:ext cx="40912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8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911635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309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31/10/2026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7" r:id="rId3"/>
    <p:sldLayoutId id="2147483666" r:id="rId4"/>
    <p:sldLayoutId id="2147483670" r:id="rId5"/>
    <p:sldLayoutId id="2147483672" r:id="rId6"/>
    <p:sldLayoutId id="2147483673" r:id="rId7"/>
    <p:sldLayoutId id="2147483674" r:id="rId8"/>
    <p:sldLayoutId id="2147483675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685" r:id="rId18"/>
    <p:sldLayoutId id="2147483686" r:id="rId19"/>
    <p:sldLayoutId id="2147483687" r:id="rId20"/>
    <p:sldLayoutId id="2147483688" r:id="rId21"/>
    <p:sldLayoutId id="2147483693" r:id="rId22"/>
    <p:sldLayoutId id="2147483689" r:id="rId23"/>
    <p:sldLayoutId id="2147483690" r:id="rId24"/>
    <p:sldLayoutId id="2147483692" r:id="rId25"/>
    <p:sldLayoutId id="2147483691" r:id="rId26"/>
    <p:sldLayoutId id="2147483694" r:id="rId27"/>
    <p:sldLayoutId id="2147483700" r:id="rId28"/>
    <p:sldLayoutId id="2147483709" r:id="rId29"/>
    <p:sldLayoutId id="2147483703" r:id="rId30"/>
    <p:sldLayoutId id="2147483710" r:id="rId3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039BDF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63</cp:revision>
  <dcterms:created xsi:type="dcterms:W3CDTF">2025-12-28T18:57:32Z</dcterms:created>
  <dcterms:modified xsi:type="dcterms:W3CDTF">2026-10-31T15:44:18Z</dcterms:modified>
</cp:coreProperties>
</file>