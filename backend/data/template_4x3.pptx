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"/>
  </p:handoutMasterIdLst>
  <p:sldSz cx="9144000" cy="6858000" type="screen4x3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7598"/>
    <a:srgbClr val="DF5A1F"/>
    <a:srgbClr val="D65A28"/>
    <a:srgbClr val="8759A4"/>
    <a:srgbClr val="4B207D"/>
    <a:srgbClr val="217433"/>
    <a:srgbClr val="1E64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88" autoAdjust="0"/>
    <p:restoredTop sz="94660"/>
  </p:normalViewPr>
  <p:slideViewPr>
    <p:cSldViewPr snapToGrid="0">
      <p:cViewPr varScale="1">
        <p:scale>
          <a:sx n="76" d="100"/>
          <a:sy n="76" d="100"/>
        </p:scale>
        <p:origin x="14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1" d="100"/>
          <a:sy n="61" d="100"/>
        </p:scale>
        <p:origin x="2314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305EFA5-CAF7-58E1-9EBD-557D39BCEB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7408A4-31E5-355B-5656-9163D79EED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A9764-8E67-4755-B19F-6AABFF615031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6E6B73-0523-228A-2395-D30BD7479BE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04491-8A03-C21B-49D1-9A9B32B918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5E604-AECB-4640-AF6D-40CBC181F3C3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40945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Tempo Comum">
    <p:bg>
      <p:bgPr>
        <a:solidFill>
          <a:schemeClr val="accent1">
            <a:lumMod val="20000"/>
            <a:lumOff val="8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1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XXXIV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2" t="15589" r="2750" b="14655"/>
          <a:stretch>
            <a:fillRect/>
          </a:stretch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8" name="Tempo">
            <a:extLst>
              <a:ext uri="{FF2B5EF4-FFF2-40B4-BE49-F238E27FC236}">
                <a16:creationId xmlns:a16="http://schemas.microsoft.com/office/drawing/2014/main" id="{B1169605-F0B9-AE83-235A-01AF44480C7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00781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Tempo de Advento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636666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II Advento">
    <p:bg>
      <p:bgPr>
        <a:solidFill>
          <a:schemeClr val="bg2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bg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III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</a:t>
            </a:r>
            <a:r>
              <a:rPr lang="en-US" dirty="0" err="1"/>
              <a:t>Advento</a:t>
            </a:r>
            <a:r>
              <a:rPr lang="en-US" dirty="0"/>
              <a:t>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642785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Tempo de Natal">
    <p:bg>
      <p:bgPr>
        <a:solidFill>
          <a:schemeClr val="accent4">
            <a:lumMod val="20000"/>
            <a:lumOff val="8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4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Natal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287038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Tempo de Quaresma">
    <p:bg>
      <p:bgPr>
        <a:solidFill>
          <a:schemeClr val="accent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VI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58633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IV Advento">
    <p:bg>
      <p:bgPr>
        <a:solidFill>
          <a:schemeClr val="bg2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bg2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15155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Quaresma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00940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- Domingo Páscoa">
    <p:bg>
      <p:bgPr>
        <a:solidFill>
          <a:schemeClr val="accent5">
            <a:lumMod val="40000"/>
            <a:lumOff val="60000"/>
            <a:alpha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ingo">
            <a:extLst>
              <a:ext uri="{FF2B5EF4-FFF2-40B4-BE49-F238E27FC236}">
                <a16:creationId xmlns:a16="http://schemas.microsoft.com/office/drawing/2014/main" id="{AC6EEB27-5DD2-414A-A29B-10D30F19AC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3000" y="1129506"/>
            <a:ext cx="6858000" cy="1106127"/>
          </a:xfrm>
        </p:spPr>
        <p:txBody>
          <a:bodyPr anchor="b">
            <a:normAutofit/>
          </a:bodyPr>
          <a:lstStyle>
            <a:lvl1pPr algn="ctr">
              <a:defRPr sz="6600" b="1">
                <a:solidFill>
                  <a:schemeClr val="accent5"/>
                </a:solidFill>
                <a:latin typeface="Playfair Display" pitchFamily="2" charset="0"/>
              </a:defRPr>
            </a:lvl1pPr>
          </a:lstStyle>
          <a:p>
            <a:r>
              <a:rPr lang="en-US" dirty="0"/>
              <a:t>Domingo IV</a:t>
            </a:r>
            <a:endParaRPr lang="pt-PT" dirty="0"/>
          </a:p>
        </p:txBody>
      </p:sp>
      <p:sp>
        <p:nvSpPr>
          <p:cNvPr id="3" name="Frase">
            <a:extLst>
              <a:ext uri="{FF2B5EF4-FFF2-40B4-BE49-F238E27FC236}">
                <a16:creationId xmlns:a16="http://schemas.microsoft.com/office/drawing/2014/main" id="{F5DEF8E5-A6D3-FF16-3A4C-6762958F1B8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4907" y="2525677"/>
            <a:ext cx="8154186" cy="914255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latin typeface="Shadows Into Light Two" panose="02000506000000020004" pitchFamily="2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 dirty="0"/>
              <a:t>«Foste fiel em coisas pequenas:</a:t>
            </a:r>
          </a:p>
          <a:p>
            <a:r>
              <a:rPr lang="pt-PT" dirty="0"/>
              <a:t>vem tomar parte na alegria do teu Senhor»</a:t>
            </a:r>
          </a:p>
          <a:p>
            <a:endParaRPr lang="pt-PT" dirty="0"/>
          </a:p>
        </p:txBody>
      </p:sp>
      <p:sp>
        <p:nvSpPr>
          <p:cNvPr id="10" name="Versiculo">
            <a:extLst>
              <a:ext uri="{FF2B5EF4-FFF2-40B4-BE49-F238E27FC236}">
                <a16:creationId xmlns:a16="http://schemas.microsoft.com/office/drawing/2014/main" id="{5E840FDF-3863-C2D2-A15A-5646F8E549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7150" y="3439932"/>
            <a:ext cx="3949700" cy="369838"/>
          </a:xfrm>
        </p:spPr>
        <p:txBody>
          <a:bodyPr>
            <a:noAutofit/>
          </a:bodyPr>
          <a:lstStyle>
            <a:lvl1pPr algn="ctr">
              <a:defRPr lang="pt-PT" sz="1600" b="0" kern="1200" cap="small" spc="0" baseline="0" dirty="0">
                <a:solidFill>
                  <a:schemeClr val="tx1"/>
                </a:solidFill>
                <a:latin typeface="Livvic" pitchFamily="2" charset="0"/>
                <a:ea typeface="+mn-ea"/>
                <a:cs typeface="+mn-cs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marL="0" lv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</a:pPr>
            <a:r>
              <a:rPr lang="en-US" dirty="0"/>
              <a:t>Mt 25, 14-30</a:t>
            </a:r>
            <a:endParaRPr lang="pt-P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B9FFB-187A-E58F-9BD3-81D67A3BC2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34" b="13134"/>
          <a:stretch/>
        </p:blipFill>
        <p:spPr>
          <a:xfrm>
            <a:off x="2597150" y="3940404"/>
            <a:ext cx="3867487" cy="2851608"/>
          </a:xfrm>
          <a:prstGeom prst="rect">
            <a:avLst/>
          </a:prstGeom>
        </p:spPr>
      </p:pic>
      <p:sp>
        <p:nvSpPr>
          <p:cNvPr id="4" name="Tempo">
            <a:extLst>
              <a:ext uri="{FF2B5EF4-FFF2-40B4-BE49-F238E27FC236}">
                <a16:creationId xmlns:a16="http://schemas.microsoft.com/office/drawing/2014/main" id="{FC37DF36-BF80-AA4F-FD0F-95E21C3011E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048" y="654543"/>
            <a:ext cx="4913689" cy="369838"/>
          </a:xfrm>
        </p:spPr>
        <p:txBody>
          <a:bodyPr>
            <a:noAutofit/>
          </a:bodyPr>
          <a:lstStyle>
            <a:lvl1pPr algn="ctr">
              <a:defRPr sz="1800" b="0" cap="small" spc="600" baseline="0">
                <a:latin typeface="Livvic" pitchFamily="2" charset="0"/>
              </a:defRPr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Tempo de Páscoa </a:t>
            </a:r>
            <a:r>
              <a:rPr lang="pt-PT" dirty="0"/>
              <a:t>· </a:t>
            </a:r>
            <a:r>
              <a:rPr lang="en-US" dirty="0"/>
              <a:t>Ano 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76494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letra - Tempo com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/>
          </a:p>
        </p:txBody>
      </p:sp>
      <p:sp>
        <p:nvSpPr>
          <p:cNvPr id="2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245096"/>
            <a:ext cx="8662220" cy="525262"/>
          </a:xfrm>
        </p:spPr>
        <p:txBody>
          <a:bodyPr wrap="square">
            <a:normAutofit/>
          </a:bodyPr>
          <a:lstStyle>
            <a:lvl1pPr algn="ctr">
              <a:defRPr sz="3400">
                <a:solidFill>
                  <a:schemeClr val="bg1"/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698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letra - Tempo Adv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9C521DED-F031-73C8-3FE1-6EDC94DF1880}"/>
              </a:ext>
            </a:extLst>
          </p:cNvPr>
          <p:cNvSpPr/>
          <p:nvPr userDrawn="1"/>
        </p:nvSpPr>
        <p:spPr>
          <a:xfrm>
            <a:off x="0" y="0"/>
            <a:ext cx="9144000" cy="801278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rmAutofit/>
          </a:bodyPr>
          <a:lstStyle/>
          <a:p>
            <a:pPr algn="ctr"/>
            <a:endParaRPr lang="pt-PT"/>
          </a:p>
        </p:txBody>
      </p:sp>
      <p:sp>
        <p:nvSpPr>
          <p:cNvPr id="2" name="Título">
            <a:extLst>
              <a:ext uri="{FF2B5EF4-FFF2-40B4-BE49-F238E27FC236}">
                <a16:creationId xmlns:a16="http://schemas.microsoft.com/office/drawing/2014/main" id="{29D85961-FC26-87D6-F7CF-D2E332EB5E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0890" y="245096"/>
            <a:ext cx="8662220" cy="525262"/>
          </a:xfrm>
        </p:spPr>
        <p:txBody>
          <a:bodyPr wrap="square">
            <a:normAutofit/>
          </a:bodyPr>
          <a:lstStyle>
            <a:lvl1pPr algn="ctr">
              <a:defRPr sz="3400">
                <a:solidFill>
                  <a:schemeClr val="bg1"/>
                </a:solidFill>
                <a:latin typeface="Livvic SemiBold" pitchFamily="2" charset="0"/>
              </a:defRPr>
            </a:lvl1pPr>
          </a:lstStyle>
          <a:p>
            <a:r>
              <a:rPr lang="en-US" dirty="0"/>
              <a:t>Cristo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mim</a:t>
            </a:r>
            <a:endParaRPr lang="pt-PT" dirty="0"/>
          </a:p>
        </p:txBody>
      </p:sp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961533"/>
            <a:ext cx="8044010" cy="5670225"/>
          </a:xfrm>
        </p:spPr>
        <p:txBody>
          <a:bodyPr tIns="0" anchor="ctr" anchorCtr="1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6708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etra">
            <a:extLst>
              <a:ext uri="{FF2B5EF4-FFF2-40B4-BE49-F238E27FC236}">
                <a16:creationId xmlns:a16="http://schemas.microsoft.com/office/drawing/2014/main" id="{7FBA5054-2BE0-6B52-7485-0B10968F39E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9995" y="103695"/>
            <a:ext cx="8044010" cy="6532775"/>
          </a:xfrm>
        </p:spPr>
        <p:txBody>
          <a:bodyPr anchor="ctr" anchorCtr="0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60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1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2 e </a:t>
            </a:r>
            <a:r>
              <a:rPr lang="en-US" dirty="0" err="1"/>
              <a:t>mais</a:t>
            </a:r>
            <a:r>
              <a:rPr lang="en-US" dirty="0"/>
              <a:t> 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</a:t>
            </a:r>
            <a:r>
              <a:rPr lang="en-US" dirty="0" err="1"/>
              <a:t>linha</a:t>
            </a:r>
            <a:r>
              <a:rPr lang="en-US" dirty="0"/>
              <a:t> 3</a:t>
            </a:r>
          </a:p>
          <a:p>
            <a:pPr marL="0" marR="0" lvl="0" indent="0" algn="ctr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Música com a </a:t>
            </a:r>
            <a:r>
              <a:rPr lang="en-US" dirty="0" err="1"/>
              <a:t>linha</a:t>
            </a:r>
            <a:r>
              <a:rPr lang="en-US" dirty="0"/>
              <a:t> final </a:t>
            </a:r>
            <a:r>
              <a:rPr lang="en-US" dirty="0" err="1"/>
              <a:t>aqui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0606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64B407-8B03-954B-0455-61D3F7BF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pt-P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BA8B73-1FBB-9394-93D8-DB4B1A743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pt-P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4B167-DA78-3CCA-F803-2E25738F8F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806AE-2D5A-4F99-BCA8-3392766A92A2}" type="datetimeFigureOut">
              <a:rPr lang="pt-PT" smtClean="0"/>
              <a:t>14/10/2026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C9F93-19FC-5607-E8AC-5BC6CB5178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35533-86C3-9335-FA39-5A3A119F07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EFF8A0-FCCB-410E-91DB-C03C6B0655C8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9224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50" r:id="rId8"/>
    <p:sldLayoutId id="2147483667" r:id="rId9"/>
    <p:sldLayoutId id="2147483666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None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Liturgia">
      <a:dk1>
        <a:sysClr val="windowText" lastClr="000000"/>
      </a:dk1>
      <a:lt1>
        <a:sysClr val="window" lastClr="FFFFFF"/>
      </a:lt1>
      <a:dk2>
        <a:srgbClr val="44546A"/>
      </a:dk2>
      <a:lt2>
        <a:srgbClr val="FB93A2"/>
      </a:lt2>
      <a:accent1>
        <a:srgbClr val="285943"/>
      </a:accent1>
      <a:accent2>
        <a:srgbClr val="A461AF"/>
      </a:accent2>
      <a:accent3>
        <a:srgbClr val="DF5A1F"/>
      </a:accent3>
      <a:accent4>
        <a:srgbClr val="FFC000"/>
      </a:accent4>
      <a:accent5>
        <a:srgbClr val="B92323"/>
      </a:accent5>
      <a:accent6>
        <a:srgbClr val="3470B2"/>
      </a:accent6>
      <a:hlink>
        <a:srgbClr val="0563C1"/>
      </a:hlink>
      <a:folHlink>
        <a:srgbClr val="954F72"/>
      </a:folHlink>
    </a:clrScheme>
    <a:fontScheme name="Chorus Theme">
      <a:majorFont>
        <a:latin typeface="Livvic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8" baseType="lpstr">
      <vt:lpstr>Arial</vt:lpstr>
      <vt:lpstr>Calibri</vt:lpstr>
      <vt:lpstr>IBM Plex Sans</vt:lpstr>
      <vt:lpstr>Livvic</vt:lpstr>
      <vt:lpstr>Livvic SemiBold</vt:lpstr>
      <vt:lpstr>Playfair Display</vt:lpstr>
      <vt:lpstr>Shadows Into Light Two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 Margarida Silva</dc:creator>
  <cp:lastModifiedBy>Ana Margarida Silva</cp:lastModifiedBy>
  <cp:revision>18</cp:revision>
  <dcterms:created xsi:type="dcterms:W3CDTF">2025-12-28T18:57:32Z</dcterms:created>
  <dcterms:modified xsi:type="dcterms:W3CDTF">2026-10-14T15:53:49Z</dcterms:modified>
</cp:coreProperties>
</file>