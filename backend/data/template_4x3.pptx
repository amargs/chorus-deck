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5E37"/>
    <a:srgbClr val="1E643F"/>
    <a:srgbClr val="327598"/>
    <a:srgbClr val="DF5A1F"/>
    <a:srgbClr val="D65A28"/>
    <a:srgbClr val="8759A4"/>
    <a:srgbClr val="4B207D"/>
    <a:srgbClr val="217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988" autoAdjust="0"/>
    <p:restoredTop sz="94660"/>
  </p:normalViewPr>
  <p:slideViewPr>
    <p:cSldViewPr snapToGrid="0">
      <p:cViewPr varScale="1">
        <p:scale>
          <a:sx n="81" d="100"/>
          <a:sy n="81" d="100"/>
        </p:scale>
        <p:origin x="127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Comum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Advento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6F230E96-DA9A-242A-239B-91C6FC0D1E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6366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II Advento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FC7D14A6-6188-5DA5-548E-C9EB6ABA72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1642785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Natal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276088C-87E5-6E42-8C13-2DE7D9DFB2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287038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Quaresma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9BA9940-0272-DFDB-FEE3-701B284846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558633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V Quaresma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9C9B4EA-71D8-000A-DA49-713D0A05DF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600940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Ramos">
    <p:bg>
      <p:bgPr>
        <a:solidFill>
          <a:schemeClr val="accent5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Ramos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02388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áscoa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VIII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76494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entecostes">
    <p:bg>
      <p:bgPr>
        <a:solidFill>
          <a:schemeClr val="accent5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</a:t>
            </a:r>
            <a:r>
              <a:rPr lang="en-US" dirty="0" err="1"/>
              <a:t>Pentecostes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E697FAB-DEF7-E708-A0BC-88BF5E9C7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4722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2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245096"/>
            <a:ext cx="8662220" cy="525262"/>
          </a:xfrm>
        </p:spPr>
        <p:txBody>
          <a:bodyPr wrap="square">
            <a:normAutofit/>
          </a:bodyPr>
          <a:lstStyle>
            <a:lvl1pPr algn="ctr">
              <a:defRPr sz="3400" cap="small" baseline="0">
                <a:solidFill>
                  <a:schemeClr val="accent1">
                    <a:lumMod val="20000"/>
                    <a:lumOff val="80000"/>
                  </a:schemeClr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Natal e Pásc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254000" dist="101600" dir="5400000">
              <a:schemeClr val="accent4">
                <a:alpha val="5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245096"/>
            <a:ext cx="8662220" cy="525262"/>
          </a:xfrm>
        </p:spPr>
        <p:txBody>
          <a:bodyPr wrap="square">
            <a:normAutofit/>
          </a:bodyPr>
          <a:lstStyle>
            <a:lvl1pPr algn="ctr">
              <a:defRPr sz="3400" cap="small" baseline="0">
                <a:solidFill>
                  <a:schemeClr val="accent4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0279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Mais </a:t>
            </a:r>
            <a:r>
              <a:rPr lang="en-US" dirty="0" err="1"/>
              <a:t>uma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 </a:t>
            </a:r>
            <a:r>
              <a:rPr lang="en-US" dirty="0" err="1"/>
              <a:t>outra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Vazi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471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</p:spTree>
    <p:extLst>
      <p:ext uri="{BB962C8B-B14F-4D97-AF65-F5344CB8AC3E}">
        <p14:creationId xmlns:p14="http://schemas.microsoft.com/office/powerpoint/2010/main" val="1788434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 Placeholder">
            <a:extLst>
              <a:ext uri="{FF2B5EF4-FFF2-40B4-BE49-F238E27FC236}">
                <a16:creationId xmlns:a16="http://schemas.microsoft.com/office/drawing/2014/main" id="{AE07D419-6058-3F18-6256-550666078F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386664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5420412"/>
            <a:ext cx="8044010" cy="1216058"/>
          </a:xfrm>
        </p:spPr>
        <p:txBody>
          <a:bodyPr anchor="ctr" anchorCtr="0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4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  <p:sp>
        <p:nvSpPr>
          <p:cNvPr id="6" name="Image placeholder">
            <a:extLst>
              <a:ext uri="{FF2B5EF4-FFF2-40B4-BE49-F238E27FC236}">
                <a16:creationId xmlns:a16="http://schemas.microsoft.com/office/drawing/2014/main" id="{EB16DF41-DA03-3463-7A2D-3D96D00345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9995" y="471339"/>
            <a:ext cx="8044729" cy="4817097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323832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302632"/>
            <a:ext cx="9144000" cy="6252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>
                <a:latin typeface="IBM Plex Sans SemiBold" panose="020B0703050203000203" pitchFamily="34" charset="0"/>
              </a:rPr>
              <a:t>Glória a Deus nas alturas e paz na terra aos homens por Ele amados.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Rei dos céus,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Deus Pai todo-poderoso: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louvamos, nós Vos bendizemos,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adoramos, nós Vos glorificamos,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damos graças,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por vossa imensa glória.</a:t>
            </a:r>
          </a:p>
        </p:txBody>
      </p:sp>
    </p:spTree>
    <p:extLst>
      <p:ext uri="{BB962C8B-B14F-4D97-AF65-F5344CB8AC3E}">
        <p14:creationId xmlns:p14="http://schemas.microsoft.com/office/powerpoint/2010/main" val="16116750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791852" y="57949"/>
            <a:ext cx="7701699" cy="6742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/>
              <a:t>Senhor Jesus Cristo, Filho Unigénito,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Cordeiro de Deus,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Filho de Deus Pai: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tende piedade de nós;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acolhei a nossa súplica;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estais à direita do Pai, tende piedade de nós.</a:t>
            </a:r>
          </a:p>
        </p:txBody>
      </p:sp>
    </p:spTree>
    <p:extLst>
      <p:ext uri="{BB962C8B-B14F-4D97-AF65-F5344CB8AC3E}">
        <p14:creationId xmlns:p14="http://schemas.microsoft.com/office/powerpoint/2010/main" val="35359355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24812"/>
            <a:ext cx="9144000" cy="460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pt-PT" sz="4000" dirty="0"/>
              <a:t>Só Vós sois o Santo;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Senhor;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Altíssimo, Jesus Cristo.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Com o Espírito Santo,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na glória de Deus Pai.</a:t>
            </a:r>
          </a:p>
        </p:txBody>
      </p:sp>
    </p:spTree>
    <p:extLst>
      <p:ext uri="{BB962C8B-B14F-4D97-AF65-F5344CB8AC3E}">
        <p14:creationId xmlns:p14="http://schemas.microsoft.com/office/powerpoint/2010/main" val="30322610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660760"/>
            <a:ext cx="9144000" cy="3536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em um só Deus,</a:t>
            </a:r>
            <a:r>
              <a:rPr lang="pt-PT" sz="4400" dirty="0">
                <a:latin typeface="IBM Plex Sans SemiBold" panose="020B0703050203000203" pitchFamily="34" charset="0"/>
              </a:rPr>
              <a:t>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/>
              <a:t>Pai todo-poderoso, Criador do céu e da terra, de todas as coisas visíveis e invisíveis. </a:t>
            </a:r>
          </a:p>
        </p:txBody>
      </p:sp>
    </p:spTree>
    <p:extLst>
      <p:ext uri="{BB962C8B-B14F-4D97-AF65-F5344CB8AC3E}">
        <p14:creationId xmlns:p14="http://schemas.microsoft.com/office/powerpoint/2010/main" val="161405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u="sng" dirty="0">
                <a:latin typeface="IBM Plex Sans SemiBold" panose="020B0703050203000203" pitchFamily="34" charset="0"/>
              </a:rPr>
              <a:t>Creio em um só Senhor, Jesus Cristo, </a:t>
            </a:r>
            <a:r>
              <a:rPr lang="pt-PT" sz="3600" dirty="0">
                <a:latin typeface="+mn-lt"/>
              </a:rPr>
              <a:t>Filho Unigénito de Deus,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nascido do Pai antes de todos os séculos: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de Deus, Luz da Luz,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verdadeiro de Deus verdadeiro; gerado, não criado, consubstancial ao Pai. Por Ele todas as coisas foram feitas. </a:t>
            </a:r>
          </a:p>
        </p:txBody>
      </p:sp>
    </p:spTree>
    <p:extLst>
      <p:ext uri="{BB962C8B-B14F-4D97-AF65-F5344CB8AC3E}">
        <p14:creationId xmlns:p14="http://schemas.microsoft.com/office/powerpoint/2010/main" val="6960840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por nós, homens, e para nossa salvação desceu dos Céus.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encarnou pelo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no seio da Virgem Maria, e Se fez Homem. </a:t>
            </a:r>
            <a:br>
              <a:rPr lang="pt-PT" sz="3600" dirty="0">
                <a:latin typeface="+mn-lt"/>
              </a:rPr>
            </a:br>
            <a:r>
              <a:rPr lang="pt-PT" sz="3600" dirty="0">
                <a:latin typeface="+mn-lt"/>
              </a:rPr>
              <a:t>Também por nós foi crucificado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sob Pôncio Pilatos;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padeceu e foi sepultado. </a:t>
            </a:r>
          </a:p>
        </p:txBody>
      </p:sp>
    </p:spTree>
    <p:extLst>
      <p:ext uri="{BB962C8B-B14F-4D97-AF65-F5344CB8AC3E}">
        <p14:creationId xmlns:p14="http://schemas.microsoft.com/office/powerpoint/2010/main" val="42493385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Ressuscitou ao terceiro dia,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conforme as Escrituras;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subiu aos Céus,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onde está sentado à direita do Pai.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De novo há de vir em sua glória,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julgar os vivos e os mortos;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o Seu reino não terá fim. </a:t>
            </a:r>
          </a:p>
        </p:txBody>
      </p:sp>
    </p:spTree>
    <p:extLst>
      <p:ext uri="{BB962C8B-B14F-4D97-AF65-F5344CB8AC3E}">
        <p14:creationId xmlns:p14="http://schemas.microsoft.com/office/powerpoint/2010/main" val="22973564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780519"/>
            <a:ext cx="9144000" cy="5296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no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Senhor que dá Vida,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que procede do Pai e do Filho;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com o Pai e o Filho é adorado e glorificado: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Ele que falou pelos Profetas.</a:t>
            </a:r>
          </a:p>
        </p:txBody>
      </p:sp>
    </p:spTree>
    <p:extLst>
      <p:ext uri="{BB962C8B-B14F-4D97-AF65-F5344CB8AC3E}">
        <p14:creationId xmlns:p14="http://schemas.microsoft.com/office/powerpoint/2010/main" val="279772209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na Igreja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una, santa, católica e apostólica. </a:t>
            </a:r>
            <a:br>
              <a:rPr lang="pt-PT" sz="4000" dirty="0">
                <a:latin typeface="+mn-lt"/>
              </a:rPr>
            </a:br>
            <a:r>
              <a:rPr lang="pt-PT" sz="4000" dirty="0">
                <a:latin typeface="+mn-lt"/>
              </a:rPr>
              <a:t>Professo um só Batismo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a remissão dos pecados.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espero a ressurreição dos mortos,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 e a vida do mundo que </a:t>
            </a:r>
            <a:r>
              <a:rPr lang="pt-PT" sz="4000" dirty="0" err="1">
                <a:latin typeface="+mn-lt"/>
              </a:rPr>
              <a:t>há-de</a:t>
            </a:r>
            <a:r>
              <a:rPr lang="pt-PT" sz="4000" dirty="0">
                <a:latin typeface="+mn-lt"/>
              </a:rPr>
              <a:t> vir. Ámen. </a:t>
            </a:r>
          </a:p>
        </p:txBody>
      </p:sp>
    </p:spTree>
    <p:extLst>
      <p:ext uri="{BB962C8B-B14F-4D97-AF65-F5344CB8AC3E}">
        <p14:creationId xmlns:p14="http://schemas.microsoft.com/office/powerpoint/2010/main" val="15959522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501564"/>
            <a:ext cx="9144000" cy="5854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em Deus,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Pai todo-poderoso,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4000" u="none" dirty="0">
                <a:latin typeface="+mn-lt"/>
              </a:rPr>
              <a:t>Criador do céu e da terra; </a:t>
            </a:r>
          </a:p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e em Jesus Cristo</a:t>
            </a:r>
            <a:r>
              <a:rPr lang="pt-PT" sz="4000" u="none" dirty="0">
                <a:latin typeface="+mn-lt"/>
              </a:rPr>
              <a:t>, seu único Filho,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 Nosso Senhor, 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que foi concebido pelo poder do Espírito Santo;</a:t>
            </a:r>
          </a:p>
        </p:txBody>
      </p:sp>
    </p:spTree>
    <p:extLst>
      <p:ext uri="{BB962C8B-B14F-4D97-AF65-F5344CB8AC3E}">
        <p14:creationId xmlns:p14="http://schemas.microsoft.com/office/powerpoint/2010/main" val="51830204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49513"/>
            <a:ext cx="9144000" cy="6558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Nasceu da Virgem Maria;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padeceu sob Pôncio Pilatos,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foi crucificado, morto e sepultado; </a:t>
            </a:r>
          </a:p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400" dirty="0"/>
              <a:t>desceu à mansão dos mortos;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Ressuscitou ao terceiro dia;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Subiu aos Céus,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está sentado à direita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Pai todo-poderoso,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de onde há de vir a julgar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 os vivos e os mortos.  </a:t>
            </a:r>
            <a:endParaRPr lang="pt-PT" sz="3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31106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24729"/>
            <a:ext cx="9144000" cy="5208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Creio no Espírito Santo;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na santa Igreja Católica;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comunhão dos Santos;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remissão dos pecados;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ressurreição da carne;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vida eterna.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Ámen.</a:t>
            </a:r>
          </a:p>
        </p:txBody>
      </p:sp>
    </p:spTree>
    <p:extLst>
      <p:ext uri="{BB962C8B-B14F-4D97-AF65-F5344CB8AC3E}">
        <p14:creationId xmlns:p14="http://schemas.microsoft.com/office/powerpoint/2010/main" val="403163286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ção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+mj-lt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Ouvi-nos</a:t>
            </a:r>
            <a:r>
              <a:rPr lang="en-US" dirty="0"/>
              <a:t>, Senhor!</a:t>
            </a:r>
          </a:p>
        </p:txBody>
      </p:sp>
    </p:spTree>
    <p:extLst>
      <p:ext uri="{BB962C8B-B14F-4D97-AF65-F5344CB8AC3E}">
        <p14:creationId xmlns:p14="http://schemas.microsoft.com/office/powerpoint/2010/main" val="328018800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paração das oferen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240384" y="713129"/>
            <a:ext cx="8663233" cy="5431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4000" dirty="0"/>
              <a:t>V. Orai, irmãos, para que o meu e vosso sacrifício seja aceite por Deus Pai todo-poderoso.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Receba o Senhor por tuas mãos este sacrifício, para glória do seu nome, para nosso bem e de toda a santa Igreja.</a:t>
            </a:r>
          </a:p>
        </p:txBody>
      </p:sp>
    </p:spTree>
    <p:extLst>
      <p:ext uri="{BB962C8B-B14F-4D97-AF65-F5344CB8AC3E}">
        <p14:creationId xmlns:p14="http://schemas.microsoft.com/office/powerpoint/2010/main" val="33400312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álogo Prefá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08589"/>
            <a:ext cx="9144000" cy="4640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O Senhor esteja convosco.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Ele está no meio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Corações ao alto.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O nosso coração está em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Dêmos graças ao Senhor nosso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+mj-lt"/>
              </a:rPr>
              <a:t>R. É nosso dever, é nossa salvação.</a:t>
            </a:r>
          </a:p>
        </p:txBody>
      </p:sp>
    </p:spTree>
    <p:extLst>
      <p:ext uri="{BB962C8B-B14F-4D97-AF65-F5344CB8AC3E}">
        <p14:creationId xmlns:p14="http://schemas.microsoft.com/office/powerpoint/2010/main" val="416176956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 Memo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859596"/>
            <a:ext cx="9144000" cy="313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4000" dirty="0"/>
              <a:t>V. Mistério da fé!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Anunciamos, Senhor, a Vossa morte, proclamamos a Vossa ressurreição. Vinde, Senhor Jesus!</a:t>
            </a:r>
          </a:p>
        </p:txBody>
      </p:sp>
    </p:spTree>
    <p:extLst>
      <p:ext uri="{BB962C8B-B14F-4D97-AF65-F5344CB8AC3E}">
        <p14:creationId xmlns:p14="http://schemas.microsoft.com/office/powerpoint/2010/main" val="326888515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325225" y="857751"/>
            <a:ext cx="8493550" cy="514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200" dirty="0"/>
              <a:t>V. Livrai-nos de todo o mal, Senhor, e dai ao mundo a paz em nossos dias, para que, ajudados pela vossa misericórdia, sejamos sempre livres do pecado e de toda a perturbação, enquanto esperamos a vinda gloriosa de Jesus Cristo nosso Salvador.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Vosso é o reino e o poder e a glória para sempre.</a:t>
            </a:r>
          </a:p>
        </p:txBody>
      </p:sp>
    </p:spTree>
    <p:extLst>
      <p:ext uri="{BB962C8B-B14F-4D97-AF65-F5344CB8AC3E}">
        <p14:creationId xmlns:p14="http://schemas.microsoft.com/office/powerpoint/2010/main" val="238780616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vite à Comunh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150829" y="1339422"/>
            <a:ext cx="8842342" cy="417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/>
              <a:t>V. Felizes os convidados para a Ceia do Senhor. Eis o Cordeiro de Deus, que tira o pecado do mundo.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Senhor, eu não sou digno de que entreis em minha morada, mas dizei uma palavra e serei salvo.</a:t>
            </a:r>
          </a:p>
        </p:txBody>
      </p:sp>
    </p:spTree>
    <p:extLst>
      <p:ext uri="{BB962C8B-B14F-4D97-AF65-F5344CB8AC3E}">
        <p14:creationId xmlns:p14="http://schemas.microsoft.com/office/powerpoint/2010/main" val="254508585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1ª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422889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m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517716"/>
            <a:ext cx="8254639" cy="4826523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Hoje</a:t>
            </a:r>
            <a:r>
              <a:rPr lang="en-US" dirty="0"/>
              <a:t> se </a:t>
            </a:r>
            <a:r>
              <a:rPr lang="en-US" dirty="0" err="1"/>
              <a:t>escutardes</a:t>
            </a:r>
            <a:r>
              <a:rPr lang="en-US" dirty="0"/>
              <a:t> a </a:t>
            </a:r>
            <a:r>
              <a:rPr lang="en-US" dirty="0" err="1"/>
              <a:t>voz</a:t>
            </a:r>
            <a:r>
              <a:rPr lang="en-US" dirty="0"/>
              <a:t> do Senhor,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.</a:t>
            </a:r>
            <a:endParaRPr lang="pt-P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026763" y="282806"/>
            <a:ext cx="5090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Salmo Responsorial</a:t>
            </a:r>
            <a:endParaRPr lang="pt-PT" sz="4000" b="0" i="0" u="none" cap="small" baseline="0" dirty="0">
              <a:solidFill>
                <a:schemeClr val="accent1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999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2ª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2041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uvor a vó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s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5974" y="3162144"/>
            <a:ext cx="7832053" cy="3413050"/>
          </a:xfrm>
        </p:spPr>
        <p:txBody>
          <a:bodyPr tIns="0" anchor="ctr" anchorCtr="1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3200" b="0" i="0" smtClean="0">
                <a:solidFill>
                  <a:schemeClr val="accent2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Cristo obedeceu até à morte e morte de cruz.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Por isso Deus O exaltou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e Lhe deu um nome que está acima de todos os nomes.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1310326" y="282806"/>
            <a:ext cx="65233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Aclamação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Evangelho</a:t>
            </a:r>
            <a:endParaRPr lang="pt-PT" sz="40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3DBA0E2-F88B-D280-38B9-7C776713B47B}"/>
              </a:ext>
            </a:extLst>
          </p:cNvPr>
          <p:cNvSpPr txBox="1"/>
          <p:nvPr userDrawn="1"/>
        </p:nvSpPr>
        <p:spPr>
          <a:xfrm>
            <a:off x="655974" y="1343157"/>
            <a:ext cx="78320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Rei da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eterna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glória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!</a:t>
            </a:r>
            <a:endParaRPr lang="pt-PT" sz="48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2121256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angel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Evangelho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24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9" r:id="rId7"/>
    <p:sldLayoutId id="2147483665" r:id="rId8"/>
    <p:sldLayoutId id="2147483668" r:id="rId9"/>
    <p:sldLayoutId id="2147483650" r:id="rId10"/>
    <p:sldLayoutId id="2147483667" r:id="rId11"/>
    <p:sldLayoutId id="2147483666" r:id="rId12"/>
    <p:sldLayoutId id="2147483670" r:id="rId13"/>
    <p:sldLayoutId id="2147483672" r:id="rId14"/>
    <p:sldLayoutId id="2147483673" r:id="rId15"/>
    <p:sldLayoutId id="2147483674" r:id="rId16"/>
    <p:sldLayoutId id="2147483675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93" r:id="rId30"/>
    <p:sldLayoutId id="2147483689" r:id="rId31"/>
    <p:sldLayoutId id="2147483690" r:id="rId32"/>
    <p:sldLayoutId id="2147483692" r:id="rId33"/>
    <p:sldLayoutId id="2147483691" r:id="rId34"/>
    <p:sldLayoutId id="2147483694" r:id="rId35"/>
    <p:sldLayoutId id="2147483700" r:id="rId36"/>
    <p:sldLayoutId id="2147483701" r:id="rId37"/>
    <p:sldLayoutId id="2147483703" r:id="rId38"/>
    <p:sldLayoutId id="2147483702" r:id="rId39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FEDB5"/>
      </a:lt2>
      <a:accent1>
        <a:srgbClr val="46715C"/>
      </a:accent1>
      <a:accent2>
        <a:srgbClr val="A461AF"/>
      </a:accent2>
      <a:accent3>
        <a:srgbClr val="F99595"/>
      </a:accent3>
      <a:accent4>
        <a:srgbClr val="8C6A00"/>
      </a:accent4>
      <a:accent5>
        <a:srgbClr val="B92323"/>
      </a:accent5>
      <a:accent6>
        <a:srgbClr val="3470B2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1" baseType="lpstr">
      <vt:lpstr>Arial</vt:lpstr>
      <vt:lpstr>Calibri</vt:lpstr>
      <vt:lpstr>IBM Plex Sans</vt:lpstr>
      <vt:lpstr>IBM Plex Sans SemiBold</vt:lpstr>
      <vt:lpstr>Livvic</vt:lpstr>
      <vt:lpstr>Livvic SemiBold</vt:lpstr>
      <vt:lpstr>Livvic Thin</vt:lpstr>
      <vt:lpstr>ø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44</cp:revision>
  <dcterms:created xsi:type="dcterms:W3CDTF">2025-12-28T18:57:32Z</dcterms:created>
  <dcterms:modified xsi:type="dcterms:W3CDTF">2026-10-15T19:21:51Z</dcterms:modified>
</cp:coreProperties>
</file>