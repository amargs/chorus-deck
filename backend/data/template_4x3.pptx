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5A1F"/>
    <a:srgbClr val="E37931"/>
    <a:srgbClr val="DF7A1F"/>
    <a:srgbClr val="DF8B1F"/>
    <a:srgbClr val="295E37"/>
    <a:srgbClr val="1E643F"/>
    <a:srgbClr val="327598"/>
    <a:srgbClr val="D65A28"/>
    <a:srgbClr val="8759A4"/>
    <a:srgbClr val="4B20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988" autoAdjust="0"/>
    <p:restoredTop sz="94660"/>
  </p:normalViewPr>
  <p:slideViewPr>
    <p:cSldViewPr snapToGrid="0">
      <p:cViewPr>
        <p:scale>
          <a:sx n="130" d="100"/>
          <a:sy n="130" d="100"/>
        </p:scale>
        <p:origin x="810" y="2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40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 </a:t>
            </a:r>
            <a:r>
              <a:rPr lang="pt-PT" dirty="0"/>
              <a:t>Sagrado Coração de Jesus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17071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 Pedro Paulo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265537"/>
          </a:xfrm>
        </p:spPr>
        <p:txBody>
          <a:bodyPr anchor="b">
            <a:noAutofit/>
          </a:bodyPr>
          <a:lstStyle>
            <a:lvl1pPr algn="ctr">
              <a:defRPr sz="44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dos </a:t>
            </a:r>
            <a:r>
              <a:rPr lang="en-US" dirty="0" err="1"/>
              <a:t>Apóstolos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São Pedro e São Paulo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818133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6F230E96-DA9A-242A-239B-91C6FC0D1E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FC7D14A6-6188-5DA5-548E-C9EB6ABA72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 Paz">
    <p:bg>
      <p:bgPr>
        <a:solidFill>
          <a:schemeClr val="accent6">
            <a:lumMod val="40000"/>
            <a:lumOff val="6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3800" b="1">
                <a:solidFill>
                  <a:schemeClr val="accent6">
                    <a:lumMod val="75000"/>
                  </a:schemeClr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de </a:t>
            </a:r>
            <a:r>
              <a:rPr lang="pt-PT" dirty="0"/>
              <a:t>Santa Maria, Mãe de Deus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1321EC-CA4C-9B0D-7E6F-A4A032B97A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77" b="9656"/>
          <a:stretch>
            <a:fillRect/>
          </a:stretch>
        </p:blipFill>
        <p:spPr>
          <a:xfrm>
            <a:off x="2729341" y="3893273"/>
            <a:ext cx="3685319" cy="28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593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9BA9940-0272-DFDB-FEE3-701B284846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9C9B4EA-71D8-000A-DA49-713D0A05DF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F0B481-628F-AC90-F243-FFB355C0BB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000" y="3523764"/>
            <a:ext cx="3492000" cy="34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E697FAB-DEF7-E708-A0BC-88BF5E9C7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2219068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Maria">
    <p:bg>
      <p:bgPr>
        <a:solidFill>
          <a:schemeClr val="accent6">
            <a:lumMod val="40000"/>
            <a:lumOff val="6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5400" b="1">
                <a:solidFill>
                  <a:schemeClr val="accent6">
                    <a:lumMod val="75000"/>
                  </a:schemeClr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Celebração</a:t>
            </a:r>
            <a:r>
              <a:rPr lang="en-US" dirty="0"/>
              <a:t> Mariana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1321EC-CA4C-9B0D-7E6F-A4A032B97A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3" r="2303"/>
          <a:stretch/>
        </p:blipFill>
        <p:spPr>
          <a:xfrm>
            <a:off x="2729341" y="3893273"/>
            <a:ext cx="3685319" cy="28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549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aizé">
    <p:bg>
      <p:bgPr>
        <a:solidFill>
          <a:srgbClr val="E379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4">
                    <a:lumMod val="60000"/>
                    <a:lumOff val="40000"/>
                  </a:schemeClr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Oração</a:t>
            </a:r>
            <a:r>
              <a:rPr lang="en-US" dirty="0"/>
              <a:t> de Taizé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E697FAB-DEF7-E708-A0BC-88BF5E9C7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7F02BD-D265-EE40-1169-9436D38F3E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3771898"/>
            <a:ext cx="3086101" cy="308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sp>
        <p:nvSpPr>
          <p:cNvPr id="10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94268"/>
            <a:ext cx="8662220" cy="619528"/>
          </a:xfrm>
        </p:spPr>
        <p:txBody>
          <a:bodyPr wrap="square" anchor="ctr" anchorCtr="0">
            <a:normAutofit/>
          </a:bodyPr>
          <a:lstStyle>
            <a:lvl1pPr algn="ctr">
              <a:defRPr sz="3400" cap="small" baseline="0">
                <a:solidFill>
                  <a:schemeClr val="accent1">
                    <a:lumMod val="20000"/>
                    <a:lumOff val="80000"/>
                  </a:schemeClr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DA94A-925F-57FE-22F1-D65B1983C9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687235"/>
            <a:ext cx="8254639" cy="0"/>
          </a:xfrm>
          <a:prstGeom prst="line">
            <a:avLst/>
          </a:prstGeom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cxnSp>
        <p:nvCxnSpPr>
          <p:cNvPr id="4" name="Straight Connector 3" hidden="1">
            <a:extLst>
              <a:ext uri="{FF2B5EF4-FFF2-40B4-BE49-F238E27FC236}">
                <a16:creationId xmlns:a16="http://schemas.microsoft.com/office/drawing/2014/main" id="{084205EB-DDFD-93C0-9E00-F56C5FD691B1}"/>
              </a:ext>
            </a:extLst>
          </p:cNvPr>
          <p:cNvCxnSpPr>
            <a:cxnSpLocks/>
          </p:cNvCxnSpPr>
          <p:nvPr userDrawn="1"/>
        </p:nvCxnSpPr>
        <p:spPr>
          <a:xfrm flipH="1">
            <a:off x="549995" y="687235"/>
            <a:ext cx="8254639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ítulo">
            <a:extLst>
              <a:ext uri="{FF2B5EF4-FFF2-40B4-BE49-F238E27FC236}">
                <a16:creationId xmlns:a16="http://schemas.microsoft.com/office/drawing/2014/main" id="{9114A82A-8183-D1F2-F08E-5A012AE868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103695"/>
            <a:ext cx="8662220" cy="610101"/>
          </a:xfrm>
        </p:spPr>
        <p:txBody>
          <a:bodyPr wrap="square">
            <a:normAutofit/>
          </a:bodyPr>
          <a:lstStyle>
            <a:lvl1pPr algn="ctr">
              <a:defRPr sz="3400" cap="small" baseline="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Mais </a:t>
            </a:r>
            <a:r>
              <a:rPr lang="en-US" dirty="0" err="1"/>
              <a:t>uma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 </a:t>
            </a:r>
            <a:r>
              <a:rPr lang="en-US" dirty="0" err="1"/>
              <a:t>outra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Placeholder">
            <a:extLst>
              <a:ext uri="{FF2B5EF4-FFF2-40B4-BE49-F238E27FC236}">
                <a16:creationId xmlns:a16="http://schemas.microsoft.com/office/drawing/2014/main" id="{AE07D419-6058-3F18-6256-550666078F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6" name="Image placeholder">
            <a:extLst>
              <a:ext uri="{FF2B5EF4-FFF2-40B4-BE49-F238E27FC236}">
                <a16:creationId xmlns:a16="http://schemas.microsoft.com/office/drawing/2014/main" id="{EB16DF41-DA03-3463-7A2D-3D96D00345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995" y="471339"/>
            <a:ext cx="8044729" cy="4817097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1ª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2288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517716"/>
            <a:ext cx="8254639" cy="4826523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Hoje</a:t>
            </a:r>
            <a:r>
              <a:rPr lang="en-US" dirty="0"/>
              <a:t> se </a:t>
            </a:r>
            <a:r>
              <a:rPr lang="en-US" dirty="0" err="1"/>
              <a:t>escutardes</a:t>
            </a:r>
            <a:r>
              <a:rPr lang="en-US" dirty="0"/>
              <a:t> a </a:t>
            </a:r>
            <a:r>
              <a:rPr lang="en-US" dirty="0" err="1"/>
              <a:t>voz</a:t>
            </a:r>
            <a:r>
              <a:rPr lang="en-US" dirty="0"/>
              <a:t> do Senhor,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.</a:t>
            </a:r>
            <a:endParaRPr lang="pt-P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026763" y="282806"/>
            <a:ext cx="5090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Salmo Responsorial</a:t>
            </a:r>
            <a:endParaRPr lang="pt-PT" sz="4000" b="0" i="0" u="none" cap="small" baseline="0" dirty="0">
              <a:solidFill>
                <a:schemeClr val="accent1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99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2ª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2041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uvor a vó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s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5974" y="3162144"/>
            <a:ext cx="7832053" cy="3413050"/>
          </a:xfrm>
        </p:spPr>
        <p:txBody>
          <a:bodyPr tIns="0" anchor="ctr" anchorCtr="1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3200" b="0" i="0" smtClean="0">
                <a:solidFill>
                  <a:schemeClr val="accent2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Cristo obedeceu até à morte e morte de cruz.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Por isso Deus O exaltou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e Lhe deu um nome que está acima de todos os nomes.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1310326" y="282806"/>
            <a:ext cx="652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Aclamação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Evangelho</a:t>
            </a:r>
            <a:endParaRPr lang="pt-PT" sz="40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3DBA0E2-F88B-D280-38B9-7C776713B47B}"/>
              </a:ext>
            </a:extLst>
          </p:cNvPr>
          <p:cNvSpPr txBox="1"/>
          <p:nvPr userDrawn="1"/>
        </p:nvSpPr>
        <p:spPr>
          <a:xfrm>
            <a:off x="655974" y="1343157"/>
            <a:ext cx="78320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Rei da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eterna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glória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!</a:t>
            </a:r>
            <a:endParaRPr lang="pt-PT" sz="48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12125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angel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Evangelho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24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4" r:id="rId2"/>
    <p:sldLayoutId id="2147483705" r:id="rId3"/>
    <p:sldLayoutId id="2147483660" r:id="rId4"/>
    <p:sldLayoutId id="2147483661" r:id="rId5"/>
    <p:sldLayoutId id="2147483662" r:id="rId6"/>
    <p:sldLayoutId id="2147483706" r:id="rId7"/>
    <p:sldLayoutId id="2147483663" r:id="rId8"/>
    <p:sldLayoutId id="2147483664" r:id="rId9"/>
    <p:sldLayoutId id="2147483669" r:id="rId10"/>
    <p:sldLayoutId id="2147483665" r:id="rId11"/>
    <p:sldLayoutId id="2147483708" r:id="rId12"/>
    <p:sldLayoutId id="2147483707" r:id="rId13"/>
    <p:sldLayoutId id="2147483668" r:id="rId14"/>
    <p:sldLayoutId id="2147483650" r:id="rId15"/>
    <p:sldLayoutId id="2147483667" r:id="rId16"/>
    <p:sldLayoutId id="2147483666" r:id="rId17"/>
    <p:sldLayoutId id="2147483670" r:id="rId18"/>
    <p:sldLayoutId id="2147483672" r:id="rId19"/>
    <p:sldLayoutId id="2147483673" r:id="rId20"/>
    <p:sldLayoutId id="2147483674" r:id="rId21"/>
    <p:sldLayoutId id="2147483675" r:id="rId22"/>
    <p:sldLayoutId id="2147483677" r:id="rId23"/>
    <p:sldLayoutId id="2147483678" r:id="rId24"/>
    <p:sldLayoutId id="2147483679" r:id="rId25"/>
    <p:sldLayoutId id="2147483680" r:id="rId26"/>
    <p:sldLayoutId id="2147483681" r:id="rId27"/>
    <p:sldLayoutId id="2147483682" r:id="rId28"/>
    <p:sldLayoutId id="2147483683" r:id="rId29"/>
    <p:sldLayoutId id="2147483684" r:id="rId30"/>
    <p:sldLayoutId id="2147483685" r:id="rId31"/>
    <p:sldLayoutId id="2147483686" r:id="rId32"/>
    <p:sldLayoutId id="2147483687" r:id="rId33"/>
    <p:sldLayoutId id="2147483688" r:id="rId34"/>
    <p:sldLayoutId id="2147483693" r:id="rId35"/>
    <p:sldLayoutId id="2147483689" r:id="rId36"/>
    <p:sldLayoutId id="2147483690" r:id="rId37"/>
    <p:sldLayoutId id="2147483692" r:id="rId38"/>
    <p:sldLayoutId id="2147483691" r:id="rId39"/>
    <p:sldLayoutId id="2147483694" r:id="rId40"/>
    <p:sldLayoutId id="2147483700" r:id="rId41"/>
    <p:sldLayoutId id="2147483701" r:id="rId42"/>
    <p:sldLayoutId id="2147483703" r:id="rId43"/>
    <p:sldLayoutId id="2147483702" r:id="rId4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46715C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039BDF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56</cp:revision>
  <dcterms:created xsi:type="dcterms:W3CDTF">2025-12-28T18:57:32Z</dcterms:created>
  <dcterms:modified xsi:type="dcterms:W3CDTF">2026-10-26T23:53:15Z</dcterms:modified>
</cp:coreProperties>
</file>