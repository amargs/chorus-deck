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"/>
  </p:handoutMasterIdLst>
  <p:sldSz cx="9144000" cy="6858000" type="screen4x3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95E37"/>
    <a:srgbClr val="1E643F"/>
    <a:srgbClr val="327598"/>
    <a:srgbClr val="DF5A1F"/>
    <a:srgbClr val="D65A28"/>
    <a:srgbClr val="8759A4"/>
    <a:srgbClr val="4B207D"/>
    <a:srgbClr val="2174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8988" autoAdjust="0"/>
    <p:restoredTop sz="94660"/>
  </p:normalViewPr>
  <p:slideViewPr>
    <p:cSldViewPr snapToGrid="0">
      <p:cViewPr varScale="1">
        <p:scale>
          <a:sx n="81" d="100"/>
          <a:sy n="81" d="100"/>
        </p:scale>
        <p:origin x="57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1" d="100"/>
          <a:sy n="61" d="100"/>
        </p:scale>
        <p:origin x="316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05EFA5-CAF7-58E1-9EBD-557D39BCEBD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7408A4-31E5-355B-5656-9163D79EED9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A9764-8E67-4755-B19F-6AABFF615031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E6B73-0523-228A-2395-D30BD7479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04491-8A03-C21B-49D1-9A9B32B918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5E604-AECB-4640-AF6D-40CBC181F3C3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9840945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Tempo Comum">
    <p:bg>
      <p:bgPr>
        <a:solidFill>
          <a:schemeClr val="accent1">
            <a:lumMod val="20000"/>
            <a:lumOff val="8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1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XXXIV</a:t>
            </a:r>
            <a:endParaRPr lang="pt-PT" dirty="0"/>
          </a:p>
        </p:txBody>
      </p:sp>
      <p:sp>
        <p:nvSpPr>
          <p:cNvPr id="3" name="Frase">
            <a:extLst>
              <a:ext uri="{FF2B5EF4-FFF2-40B4-BE49-F238E27FC236}">
                <a16:creationId xmlns:a16="http://schemas.microsoft.com/office/drawing/2014/main" id="{F5DEF8E5-A6D3-FF16-3A4C-6762958F1B8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" b="47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8" name="Tempo">
            <a:extLst>
              <a:ext uri="{FF2B5EF4-FFF2-40B4-BE49-F238E27FC236}">
                <a16:creationId xmlns:a16="http://schemas.microsoft.com/office/drawing/2014/main" id="{B1169605-F0B9-AE83-235A-01AF44480C7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</a:t>
            </a:r>
            <a:r>
              <a:rPr lang="en-US" dirty="0" err="1"/>
              <a:t>Comum</a:t>
            </a:r>
            <a:r>
              <a:rPr lang="en-US" dirty="0"/>
              <a:t>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100781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Advento">
    <p:bg>
      <p:bgPr>
        <a:solidFill>
          <a:schemeClr val="accent2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2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IV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" b="47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</a:t>
            </a:r>
            <a:r>
              <a:rPr lang="en-US" dirty="0" err="1"/>
              <a:t>Advento</a:t>
            </a:r>
            <a:r>
              <a:rPr lang="en-US" dirty="0"/>
              <a:t>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6F230E96-DA9A-242A-239B-91C6FC0D1E0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26366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Domingo III Advento">
    <p:bg>
      <p:bgPr>
        <a:solidFill>
          <a:schemeClr val="accent3">
            <a:lumMod val="40000"/>
            <a:lumOff val="6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3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III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" b="47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</a:t>
            </a:r>
            <a:r>
              <a:rPr lang="en-US" dirty="0" err="1"/>
              <a:t>Advento</a:t>
            </a:r>
            <a:r>
              <a:rPr lang="en-US" dirty="0"/>
              <a:t>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FC7D14A6-6188-5DA5-548E-C9EB6ABA72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1642785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Natal">
    <p:bg>
      <p:bgPr>
        <a:solidFill>
          <a:schemeClr val="accent4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4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IV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" b="47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15155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Natal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D276088C-87E5-6E42-8C13-2DE7D9DFB22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4287038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Quaresma">
    <p:bg>
      <p:bgPr>
        <a:solidFill>
          <a:schemeClr val="accent2">
            <a:lumMod val="20000"/>
            <a:lumOff val="80000"/>
            <a:alpha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2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III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" b="47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Quaresma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D9BA9940-0272-DFDB-FEE3-701B2848464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2558633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Domingo IV Quaresma">
    <p:bg>
      <p:bgPr>
        <a:solidFill>
          <a:schemeClr val="accent3">
            <a:lumMod val="40000"/>
            <a:lumOff val="6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3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IV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" b="47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15155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Quaresma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09C9B4EA-71D8-000A-DA49-713D0A05DF3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600940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Ramos">
    <p:bg>
      <p:bgPr>
        <a:solidFill>
          <a:schemeClr val="accent5">
            <a:lumMod val="40000"/>
            <a:lumOff val="6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129506"/>
            <a:ext cx="9144000" cy="1106127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accent5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de Ramos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34" b="13134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Quaresma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266F4FDB-B979-745C-320D-6CEA04390DD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320238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Páscoa">
    <p:bg>
      <p:bgPr>
        <a:solidFill>
          <a:schemeClr val="accent4">
            <a:lumMod val="20000"/>
            <a:lumOff val="80000"/>
            <a:alpha val="2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3000" y="1129506"/>
            <a:ext cx="6858000" cy="1106127"/>
          </a:xfrm>
        </p:spPr>
        <p:txBody>
          <a:bodyPr anchor="b">
            <a:normAutofit/>
          </a:bodyPr>
          <a:lstStyle>
            <a:lvl1pPr algn="ctr">
              <a:defRPr sz="6600" b="1">
                <a:solidFill>
                  <a:schemeClr val="accent4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VIII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34" b="13134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Páscoa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D08124FD-CC6B-7059-0C41-242782CD53A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3276494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- Pentecostes">
    <p:bg>
      <p:bgPr>
        <a:solidFill>
          <a:schemeClr val="accent5">
            <a:lumMod val="40000"/>
            <a:lumOff val="60000"/>
            <a:alpha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mingo">
            <a:extLst>
              <a:ext uri="{FF2B5EF4-FFF2-40B4-BE49-F238E27FC236}">
                <a16:creationId xmlns:a16="http://schemas.microsoft.com/office/drawing/2014/main" id="{AC6EEB27-5DD2-414A-A29B-10D30F19AC2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129506"/>
            <a:ext cx="9144000" cy="1106127"/>
          </a:xfrm>
        </p:spPr>
        <p:txBody>
          <a:bodyPr anchor="b">
            <a:noAutofit/>
          </a:bodyPr>
          <a:lstStyle>
            <a:lvl1pPr algn="ctr">
              <a:defRPr sz="6000" b="1">
                <a:solidFill>
                  <a:schemeClr val="accent5"/>
                </a:solidFill>
                <a:latin typeface="Playfair Display" pitchFamily="2" charset="0"/>
              </a:defRPr>
            </a:lvl1pPr>
          </a:lstStyle>
          <a:p>
            <a:r>
              <a:rPr lang="en-US" dirty="0"/>
              <a:t>Domingo de </a:t>
            </a:r>
            <a:r>
              <a:rPr lang="en-US" dirty="0" err="1"/>
              <a:t>Pentecostes</a:t>
            </a:r>
            <a:endParaRPr lang="pt-PT" dirty="0"/>
          </a:p>
        </p:txBody>
      </p:sp>
      <p:sp>
        <p:nvSpPr>
          <p:cNvPr id="10" name="Versiculo">
            <a:extLst>
              <a:ext uri="{FF2B5EF4-FFF2-40B4-BE49-F238E27FC236}">
                <a16:creationId xmlns:a16="http://schemas.microsoft.com/office/drawing/2014/main" id="{5E840FDF-3863-C2D2-A15A-5646F8E549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97150" y="3439932"/>
            <a:ext cx="3949700" cy="369838"/>
          </a:xfrm>
        </p:spPr>
        <p:txBody>
          <a:bodyPr>
            <a:noAutofit/>
          </a:bodyPr>
          <a:lstStyle>
            <a:lvl1pPr algn="ctr">
              <a:defRPr lang="pt-PT" sz="1600" b="0" kern="1200" cap="small" spc="0" baseline="0" dirty="0">
                <a:solidFill>
                  <a:schemeClr val="tx1"/>
                </a:solidFill>
                <a:latin typeface="Livvic" pitchFamily="2" charset="0"/>
                <a:ea typeface="+mn-ea"/>
                <a:cs typeface="+mn-cs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marL="0" lv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</a:pPr>
            <a:r>
              <a:rPr lang="en-US" dirty="0"/>
              <a:t>Mt 25, 14-30</a:t>
            </a:r>
            <a:endParaRPr lang="pt-PT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FB9FFB-187A-E58F-9BD3-81D67A3BC28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34" b="13134"/>
          <a:stretch/>
        </p:blipFill>
        <p:spPr>
          <a:xfrm>
            <a:off x="2597150" y="3940404"/>
            <a:ext cx="3867487" cy="2851608"/>
          </a:xfrm>
          <a:prstGeom prst="rect">
            <a:avLst/>
          </a:prstGeom>
        </p:spPr>
      </p:pic>
      <p:sp>
        <p:nvSpPr>
          <p:cNvPr id="4" name="Tempo">
            <a:extLst>
              <a:ext uri="{FF2B5EF4-FFF2-40B4-BE49-F238E27FC236}">
                <a16:creationId xmlns:a16="http://schemas.microsoft.com/office/drawing/2014/main" id="{FC37DF36-BF80-AA4F-FD0F-95E21C3011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74048" y="654543"/>
            <a:ext cx="4913689" cy="369838"/>
          </a:xfrm>
        </p:spPr>
        <p:txBody>
          <a:bodyPr>
            <a:noAutofit/>
          </a:bodyPr>
          <a:lstStyle>
            <a:lvl1pPr algn="ctr">
              <a:defRPr sz="1800" b="0" cap="small" spc="600" baseline="0">
                <a:latin typeface="Livvic" pitchFamily="2" charset="0"/>
              </a:defRPr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Tempo de Páscoa </a:t>
            </a:r>
            <a:r>
              <a:rPr lang="pt-PT" dirty="0"/>
              <a:t>· </a:t>
            </a:r>
            <a:r>
              <a:rPr lang="en-US" dirty="0"/>
              <a:t>Ano A</a:t>
            </a:r>
            <a:endParaRPr lang="pt-PT" dirty="0"/>
          </a:p>
        </p:txBody>
      </p:sp>
      <p:sp>
        <p:nvSpPr>
          <p:cNvPr id="6" name="Frase">
            <a:extLst>
              <a:ext uri="{FF2B5EF4-FFF2-40B4-BE49-F238E27FC236}">
                <a16:creationId xmlns:a16="http://schemas.microsoft.com/office/drawing/2014/main" id="{0E697FAB-DEF7-E708-A0BC-88BF5E9C774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4907" y="2525677"/>
            <a:ext cx="8154186" cy="914255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2400">
                <a:latin typeface="Shadows Into Light Two" panose="02000506000000020004" pitchFamily="2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PT" dirty="0"/>
              <a:t>«Foste fiel em coisas pequenas:</a:t>
            </a:r>
          </a:p>
          <a:p>
            <a:r>
              <a:rPr lang="pt-PT" dirty="0"/>
              <a:t>vem tomar parte na alegria do teu Senhor»</a:t>
            </a:r>
          </a:p>
        </p:txBody>
      </p:sp>
    </p:spTree>
    <p:extLst>
      <p:ext uri="{BB962C8B-B14F-4D97-AF65-F5344CB8AC3E}">
        <p14:creationId xmlns:p14="http://schemas.microsoft.com/office/powerpoint/2010/main" val="44722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le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er">
            <a:extLst>
              <a:ext uri="{FF2B5EF4-FFF2-40B4-BE49-F238E27FC236}">
                <a16:creationId xmlns:a16="http://schemas.microsoft.com/office/drawing/2014/main" id="{9C521DED-F031-73C8-3FE1-6EDC94DF1880}"/>
              </a:ext>
            </a:extLst>
          </p:cNvPr>
          <p:cNvSpPr/>
          <p:nvPr userDrawn="1"/>
        </p:nvSpPr>
        <p:spPr>
          <a:xfrm>
            <a:off x="0" y="0"/>
            <a:ext cx="9144000" cy="8012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endParaRPr lang="pt-PT"/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29D85961-FC26-87D6-F7CF-D2E332EB5E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890" y="245096"/>
            <a:ext cx="8662220" cy="525262"/>
          </a:xfrm>
        </p:spPr>
        <p:txBody>
          <a:bodyPr wrap="square">
            <a:normAutofit/>
          </a:bodyPr>
          <a:lstStyle>
            <a:lvl1pPr algn="ctr">
              <a:defRPr sz="3400">
                <a:solidFill>
                  <a:schemeClr val="bg1"/>
                </a:solidFill>
                <a:latin typeface="Livvic SemiBold" pitchFamily="2" charset="0"/>
              </a:defRPr>
            </a:lvl1pPr>
          </a:lstStyle>
          <a:p>
            <a:r>
              <a:rPr lang="en-US" dirty="0"/>
              <a:t>Cristo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mim</a:t>
            </a:r>
            <a:endParaRPr lang="pt-PT" dirty="0"/>
          </a:p>
        </p:txBody>
      </p:sp>
      <p:sp>
        <p:nvSpPr>
          <p:cNvPr id="3" name="Letra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995" y="961533"/>
            <a:ext cx="8044010" cy="5670225"/>
          </a:xfrm>
        </p:spPr>
        <p:txBody>
          <a:bodyPr tIns="0" anchor="ctr" anchorCtr="1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1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2 e </a:t>
            </a:r>
            <a:r>
              <a:rPr lang="en-US" dirty="0" err="1"/>
              <a:t>mais</a:t>
            </a:r>
            <a:r>
              <a:rPr lang="en-US" dirty="0"/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3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a </a:t>
            </a:r>
            <a:r>
              <a:rPr lang="en-US" dirty="0" err="1"/>
              <a:t>linha</a:t>
            </a:r>
            <a:r>
              <a:rPr lang="en-US" dirty="0"/>
              <a:t> final </a:t>
            </a:r>
            <a:r>
              <a:rPr lang="en-US" dirty="0" err="1"/>
              <a:t>aqui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69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letra - Natal e Pásco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der">
            <a:extLst>
              <a:ext uri="{FF2B5EF4-FFF2-40B4-BE49-F238E27FC236}">
                <a16:creationId xmlns:a16="http://schemas.microsoft.com/office/drawing/2014/main" id="{9C521DED-F031-73C8-3FE1-6EDC94DF1880}"/>
              </a:ext>
            </a:extLst>
          </p:cNvPr>
          <p:cNvSpPr/>
          <p:nvPr userDrawn="1"/>
        </p:nvSpPr>
        <p:spPr>
          <a:xfrm>
            <a:off x="0" y="0"/>
            <a:ext cx="9144000" cy="8012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innerShdw blurRad="254000" dist="101600" dir="5400000">
              <a:schemeClr val="accent4">
                <a:alpha val="50000"/>
              </a:scheme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normAutofit/>
          </a:bodyPr>
          <a:lstStyle/>
          <a:p>
            <a:pPr algn="ctr"/>
            <a:endParaRPr lang="pt-PT" dirty="0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ítulo">
            <a:extLst>
              <a:ext uri="{FF2B5EF4-FFF2-40B4-BE49-F238E27FC236}">
                <a16:creationId xmlns:a16="http://schemas.microsoft.com/office/drawing/2014/main" id="{29D85961-FC26-87D6-F7CF-D2E332EB5E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0890" y="245096"/>
            <a:ext cx="8662220" cy="525262"/>
          </a:xfrm>
        </p:spPr>
        <p:txBody>
          <a:bodyPr wrap="square">
            <a:normAutofit/>
          </a:bodyPr>
          <a:lstStyle>
            <a:lvl1pPr algn="ctr">
              <a:defRPr sz="3400">
                <a:solidFill>
                  <a:schemeClr val="accent4"/>
                </a:solidFill>
                <a:latin typeface="Livvic SemiBold" pitchFamily="2" charset="0"/>
              </a:defRPr>
            </a:lvl1pPr>
          </a:lstStyle>
          <a:p>
            <a:r>
              <a:rPr lang="en-US" dirty="0"/>
              <a:t>Cristo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mim</a:t>
            </a:r>
            <a:endParaRPr lang="pt-PT" dirty="0"/>
          </a:p>
        </p:txBody>
      </p:sp>
      <p:sp>
        <p:nvSpPr>
          <p:cNvPr id="3" name="Letra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995" y="961533"/>
            <a:ext cx="8044010" cy="5670225"/>
          </a:xfrm>
        </p:spPr>
        <p:txBody>
          <a:bodyPr tIns="0" anchor="ctr" anchorCtr="1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1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2 e </a:t>
            </a:r>
            <a:r>
              <a:rPr lang="en-US" dirty="0" err="1"/>
              <a:t>mais</a:t>
            </a:r>
            <a:r>
              <a:rPr lang="en-US" dirty="0"/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3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a </a:t>
            </a:r>
            <a:r>
              <a:rPr lang="en-US" dirty="0" err="1"/>
              <a:t>linha</a:t>
            </a:r>
            <a:r>
              <a:rPr lang="en-US" dirty="0"/>
              <a:t> final </a:t>
            </a:r>
            <a:r>
              <a:rPr lang="en-US" dirty="0" err="1"/>
              <a:t>aqui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0279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tra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995" y="103695"/>
            <a:ext cx="8044010" cy="6532775"/>
          </a:xfrm>
        </p:spPr>
        <p:txBody>
          <a:bodyPr anchor="ctr" anchorCtr="0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1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2 e </a:t>
            </a:r>
            <a:r>
              <a:rPr lang="en-US" dirty="0" err="1"/>
              <a:t>mais</a:t>
            </a:r>
            <a:r>
              <a:rPr lang="en-US" dirty="0"/>
              <a:t> 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</a:t>
            </a:r>
            <a:r>
              <a:rPr lang="en-US" dirty="0" err="1"/>
              <a:t>linha</a:t>
            </a:r>
            <a:r>
              <a:rPr lang="en-US" dirty="0"/>
              <a:t> 3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Música com a </a:t>
            </a:r>
            <a:r>
              <a:rPr lang="en-US" dirty="0" err="1"/>
              <a:t>linha</a:t>
            </a:r>
            <a:r>
              <a:rPr lang="en-US" dirty="0"/>
              <a:t> final </a:t>
            </a:r>
            <a:r>
              <a:rPr lang="en-US" dirty="0" err="1"/>
              <a:t>aqui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606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- Vazi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64718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- Tex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tra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995" y="103695"/>
            <a:ext cx="8044010" cy="6532775"/>
          </a:xfrm>
        </p:spPr>
        <p:txBody>
          <a:bodyPr anchor="ctr" anchorCtr="0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latin typeface="Livvic Th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Texto</a:t>
            </a:r>
            <a:r>
              <a:rPr lang="en-US" dirty="0"/>
              <a:t> a </a:t>
            </a:r>
            <a:r>
              <a:rPr lang="en-US" dirty="0" err="1"/>
              <a:t>apresentar</a:t>
            </a:r>
            <a:r>
              <a:rPr lang="en-US" dirty="0"/>
              <a:t> entre slides</a:t>
            </a:r>
          </a:p>
        </p:txBody>
      </p:sp>
    </p:spTree>
    <p:extLst>
      <p:ext uri="{BB962C8B-B14F-4D97-AF65-F5344CB8AC3E}">
        <p14:creationId xmlns:p14="http://schemas.microsoft.com/office/powerpoint/2010/main" val="17884344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-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mage Placeholder">
            <a:extLst>
              <a:ext uri="{FF2B5EF4-FFF2-40B4-BE49-F238E27FC236}">
                <a16:creationId xmlns:a16="http://schemas.microsoft.com/office/drawing/2014/main" id="{AE07D419-6058-3F18-6256-550666078F9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386664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ção - Texto +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tra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995" y="5420412"/>
            <a:ext cx="8044010" cy="1216058"/>
          </a:xfrm>
        </p:spPr>
        <p:txBody>
          <a:bodyPr anchor="ctr" anchorCtr="0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400">
                <a:latin typeface="Livvic Th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Texto</a:t>
            </a:r>
            <a:r>
              <a:rPr lang="en-US" dirty="0"/>
              <a:t> a </a:t>
            </a:r>
            <a:r>
              <a:rPr lang="en-US" dirty="0" err="1"/>
              <a:t>apresentar</a:t>
            </a:r>
            <a:r>
              <a:rPr lang="en-US" dirty="0"/>
              <a:t> entre slides</a:t>
            </a:r>
          </a:p>
        </p:txBody>
      </p:sp>
      <p:sp>
        <p:nvSpPr>
          <p:cNvPr id="6" name="Image placeholder">
            <a:extLst>
              <a:ext uri="{FF2B5EF4-FFF2-40B4-BE49-F238E27FC236}">
                <a16:creationId xmlns:a16="http://schemas.microsoft.com/office/drawing/2014/main" id="{EB16DF41-DA03-3463-7A2D-3D96D003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9995" y="471339"/>
            <a:ext cx="8044729" cy="4817097"/>
          </a:xfrm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323832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ória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302632"/>
            <a:ext cx="9144000" cy="62527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  <a:spcAft>
                <a:spcPts val="1800"/>
              </a:spcAft>
            </a:pPr>
            <a:r>
              <a:rPr lang="pt-PT" sz="3600" dirty="0">
                <a:latin typeface="IBM Plex Sans SemiBold" panose="020B0703050203000203" pitchFamily="34" charset="0"/>
              </a:rPr>
              <a:t>Glória a Deus nas alturas e paz na terra aos homens por Ele amados.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Senhor Deus, Rei dos céus, </a:t>
            </a:r>
          </a:p>
          <a:p>
            <a:pPr lvl="0" algn="ctr">
              <a:lnSpc>
                <a:spcPct val="130000"/>
              </a:lnSpc>
              <a:spcAft>
                <a:spcPts val="1800"/>
              </a:spcAft>
            </a:pPr>
            <a:r>
              <a:rPr lang="pt-PT" sz="3600" dirty="0"/>
              <a:t>Deus Pai todo-poderoso: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nós Vos louvamos, nós Vos bendizemos,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nós vos adoramos, nós Vos glorificamos,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nós Vos damos graças,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por vossa imensa glória.</a:t>
            </a:r>
          </a:p>
        </p:txBody>
      </p:sp>
    </p:spTree>
    <p:extLst>
      <p:ext uri="{BB962C8B-B14F-4D97-AF65-F5344CB8AC3E}">
        <p14:creationId xmlns:p14="http://schemas.microsoft.com/office/powerpoint/2010/main" val="161167501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ória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791852" y="57949"/>
            <a:ext cx="7701699" cy="6742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3600" dirty="0"/>
              <a:t>Senhor Jesus Cristo, Filho Unigénito,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Senhor Deus, Cordeiro de Deus, </a:t>
            </a:r>
          </a:p>
          <a:p>
            <a:pPr lvl="0" algn="ctr">
              <a:lnSpc>
                <a:spcPct val="130000"/>
              </a:lnSpc>
              <a:spcAft>
                <a:spcPts val="1800"/>
              </a:spcAft>
            </a:pPr>
            <a:r>
              <a:rPr lang="pt-PT" sz="3600" dirty="0"/>
              <a:t>Filho de Deus Pai: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Vós que tirais o pecado do mundo, tende piedade de nós;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Vós que tirais o pecado do mundo, acolhei a nossa súplica;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/>
              <a:t>Vós que estais à direita do Pai, tende piedade de nós.</a:t>
            </a:r>
          </a:p>
        </p:txBody>
      </p:sp>
    </p:spTree>
    <p:extLst>
      <p:ext uri="{BB962C8B-B14F-4D97-AF65-F5344CB8AC3E}">
        <p14:creationId xmlns:p14="http://schemas.microsoft.com/office/powerpoint/2010/main" val="35359355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ória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1124812"/>
            <a:ext cx="9144000" cy="4608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pt-PT" sz="4000" dirty="0"/>
              <a:t>Só Vós sois o Santo;</a:t>
            </a:r>
          </a:p>
          <a:p>
            <a:pPr lvl="0" algn="ctr">
              <a:lnSpc>
                <a:spcPct val="150000"/>
              </a:lnSpc>
            </a:pPr>
            <a:r>
              <a:rPr lang="pt-PT" sz="4000" dirty="0"/>
              <a:t>só Vós, o Senhor;</a:t>
            </a:r>
          </a:p>
          <a:p>
            <a:pPr lvl="0" algn="ctr">
              <a:lnSpc>
                <a:spcPct val="150000"/>
              </a:lnSpc>
            </a:pPr>
            <a:r>
              <a:rPr lang="pt-PT" sz="4000" dirty="0"/>
              <a:t>só Vós, o Altíssimo, Jesus Cristo.</a:t>
            </a:r>
          </a:p>
          <a:p>
            <a:pPr lvl="0" algn="ctr">
              <a:lnSpc>
                <a:spcPct val="150000"/>
              </a:lnSpc>
            </a:pPr>
            <a:r>
              <a:rPr lang="pt-PT" sz="4000" dirty="0"/>
              <a:t>Com o Espírito Santo,</a:t>
            </a:r>
          </a:p>
          <a:p>
            <a:pPr lvl="0" algn="ctr">
              <a:lnSpc>
                <a:spcPct val="150000"/>
              </a:lnSpc>
            </a:pPr>
            <a:r>
              <a:rPr lang="pt-PT" sz="4000" dirty="0"/>
              <a:t>na glória de Deus Pai.</a:t>
            </a:r>
          </a:p>
        </p:txBody>
      </p:sp>
    </p:spTree>
    <p:extLst>
      <p:ext uri="{BB962C8B-B14F-4D97-AF65-F5344CB8AC3E}">
        <p14:creationId xmlns:p14="http://schemas.microsoft.com/office/powerpoint/2010/main" val="3032261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Longo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1660760"/>
            <a:ext cx="9144000" cy="3536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4400" u="sng" dirty="0">
                <a:latin typeface="IBM Plex Sans SemiBold" panose="020B0703050203000203" pitchFamily="34" charset="0"/>
              </a:rPr>
              <a:t>Creio em um só Deus,</a:t>
            </a:r>
            <a:r>
              <a:rPr lang="pt-PT" sz="4400" dirty="0">
                <a:latin typeface="IBM Plex Sans SemiBold" panose="020B0703050203000203" pitchFamily="34" charset="0"/>
              </a:rPr>
              <a:t> </a:t>
            </a:r>
          </a:p>
          <a:p>
            <a:pPr lvl="0" algn="ctr">
              <a:lnSpc>
                <a:spcPct val="130000"/>
              </a:lnSpc>
            </a:pPr>
            <a:r>
              <a:rPr lang="pt-PT" sz="4400" dirty="0"/>
              <a:t>Pai todo-poderoso, Criador do céu e da terra, de todas as coisas visíveis e invisíveis. </a:t>
            </a:r>
          </a:p>
        </p:txBody>
      </p:sp>
    </p:spTree>
    <p:extLst>
      <p:ext uri="{BB962C8B-B14F-4D97-AF65-F5344CB8AC3E}">
        <p14:creationId xmlns:p14="http://schemas.microsoft.com/office/powerpoint/2010/main" val="16140503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Longo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893563"/>
            <a:ext cx="9144000" cy="507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3600" u="sng" dirty="0">
                <a:latin typeface="IBM Plex Sans SemiBold" panose="020B0703050203000203" pitchFamily="34" charset="0"/>
              </a:rPr>
              <a:t>Creio em um só Senhor, Jesus Cristo, </a:t>
            </a:r>
            <a:r>
              <a:rPr lang="pt-PT" sz="3600" dirty="0">
                <a:latin typeface="+mn-lt"/>
              </a:rPr>
              <a:t>Filho Unigénito de Deus,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nascido do Pai antes de todos os séculos: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Deus de Deus, Luz da Luz,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Deus verdadeiro de Deus verdadeiro; gerado, não criado, consubstancial ao Pai. Por Ele todas as coisas foram feitas. </a:t>
            </a:r>
          </a:p>
        </p:txBody>
      </p:sp>
    </p:spTree>
    <p:extLst>
      <p:ext uri="{BB962C8B-B14F-4D97-AF65-F5344CB8AC3E}">
        <p14:creationId xmlns:p14="http://schemas.microsoft.com/office/powerpoint/2010/main" val="6960840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Longo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893563"/>
            <a:ext cx="9144000" cy="5070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E por nós, homens, e para nossa salvação desceu dos Céus.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E encarnou pelo Espírito Santo,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no seio da Virgem Maria, e Se fez Homem. </a:t>
            </a:r>
            <a:br>
              <a:rPr lang="pt-PT" sz="3600" dirty="0">
                <a:latin typeface="+mn-lt"/>
              </a:rPr>
            </a:br>
            <a:r>
              <a:rPr lang="pt-PT" sz="3600" dirty="0">
                <a:latin typeface="+mn-lt"/>
              </a:rPr>
              <a:t>Também por nós foi crucificado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sob Pôncio Pilatos; </a:t>
            </a:r>
          </a:p>
          <a:p>
            <a:pPr lvl="0" algn="ctr">
              <a:lnSpc>
                <a:spcPct val="130000"/>
              </a:lnSpc>
            </a:pPr>
            <a:r>
              <a:rPr lang="pt-PT" sz="3600" dirty="0">
                <a:latin typeface="+mn-lt"/>
              </a:rPr>
              <a:t>padeceu e foi sepultado. </a:t>
            </a:r>
          </a:p>
        </p:txBody>
      </p:sp>
    </p:spTree>
    <p:extLst>
      <p:ext uri="{BB962C8B-B14F-4D97-AF65-F5344CB8AC3E}">
        <p14:creationId xmlns:p14="http://schemas.microsoft.com/office/powerpoint/2010/main" val="42493385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Longo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616980"/>
            <a:ext cx="9144000" cy="562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Ressuscitou ao terceiro dia,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conforme as Escrituras;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e subiu aos Céus,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onde está sentado à direita do Pai.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De novo há de vir em sua glória,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para julgar os vivos e os mortos;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e o Seu reino não terá fim. </a:t>
            </a:r>
          </a:p>
        </p:txBody>
      </p:sp>
    </p:spTree>
    <p:extLst>
      <p:ext uri="{BB962C8B-B14F-4D97-AF65-F5344CB8AC3E}">
        <p14:creationId xmlns:p14="http://schemas.microsoft.com/office/powerpoint/2010/main" val="22973564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Longo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780519"/>
            <a:ext cx="9144000" cy="5296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4400" u="sng" dirty="0">
                <a:latin typeface="IBM Plex Sans SemiBold" panose="020B0703050203000203" pitchFamily="34" charset="0"/>
              </a:rPr>
              <a:t>Creio no Espírito Santo, </a:t>
            </a:r>
          </a:p>
          <a:p>
            <a:pPr lvl="0" algn="ctr">
              <a:lnSpc>
                <a:spcPct val="130000"/>
              </a:lnSpc>
            </a:pPr>
            <a:r>
              <a:rPr lang="pt-PT" sz="4400" dirty="0">
                <a:latin typeface="+mn-lt"/>
              </a:rPr>
              <a:t>Senhor que dá Vida, </a:t>
            </a:r>
          </a:p>
          <a:p>
            <a:pPr lvl="0" algn="ctr">
              <a:lnSpc>
                <a:spcPct val="130000"/>
              </a:lnSpc>
            </a:pPr>
            <a:r>
              <a:rPr lang="pt-PT" sz="4400" dirty="0">
                <a:latin typeface="+mn-lt"/>
              </a:rPr>
              <a:t>e que procede do Pai e do Filho; </a:t>
            </a:r>
          </a:p>
          <a:p>
            <a:pPr lvl="0" algn="ctr">
              <a:lnSpc>
                <a:spcPct val="130000"/>
              </a:lnSpc>
            </a:pPr>
            <a:r>
              <a:rPr lang="pt-PT" sz="4400" dirty="0">
                <a:latin typeface="+mn-lt"/>
              </a:rPr>
              <a:t>e com o Pai e o Filho é adorado e glorificado: </a:t>
            </a:r>
          </a:p>
          <a:p>
            <a:pPr lvl="0" algn="ctr">
              <a:lnSpc>
                <a:spcPct val="130000"/>
              </a:lnSpc>
            </a:pPr>
            <a:r>
              <a:rPr lang="pt-PT" sz="4400" dirty="0">
                <a:latin typeface="+mn-lt"/>
              </a:rPr>
              <a:t>Ele que falou pelos Profetas.</a:t>
            </a:r>
          </a:p>
        </p:txBody>
      </p:sp>
    </p:spTree>
    <p:extLst>
      <p:ext uri="{BB962C8B-B14F-4D97-AF65-F5344CB8AC3E}">
        <p14:creationId xmlns:p14="http://schemas.microsoft.com/office/powerpoint/2010/main" val="279772209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Longo -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616980"/>
            <a:ext cx="9144000" cy="5624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4000" u="sng" dirty="0">
                <a:latin typeface="IBM Plex Sans SemiBold" panose="020B0703050203000203" pitchFamily="34" charset="0"/>
              </a:rPr>
              <a:t>Creio na Igreja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una, santa, católica e apostólica. </a:t>
            </a:r>
            <a:br>
              <a:rPr lang="pt-PT" sz="4000" dirty="0">
                <a:latin typeface="+mn-lt"/>
              </a:rPr>
            </a:br>
            <a:r>
              <a:rPr lang="pt-PT" sz="4000" dirty="0">
                <a:latin typeface="+mn-lt"/>
              </a:rPr>
              <a:t>Professo um só Batismo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para a remissão dos pecados. 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E espero a ressurreição dos mortos,</a:t>
            </a:r>
          </a:p>
          <a:p>
            <a:pPr lvl="0" algn="ctr">
              <a:lnSpc>
                <a:spcPct val="130000"/>
              </a:lnSpc>
            </a:pPr>
            <a:r>
              <a:rPr lang="pt-PT" sz="4000" dirty="0">
                <a:latin typeface="+mn-lt"/>
              </a:rPr>
              <a:t> e a vida do mundo que </a:t>
            </a:r>
            <a:r>
              <a:rPr lang="pt-PT" sz="4000" dirty="0" err="1">
                <a:latin typeface="+mn-lt"/>
              </a:rPr>
              <a:t>há-de</a:t>
            </a:r>
            <a:r>
              <a:rPr lang="pt-PT" sz="4000" dirty="0">
                <a:latin typeface="+mn-lt"/>
              </a:rPr>
              <a:t> vir. Ámen. </a:t>
            </a:r>
          </a:p>
        </p:txBody>
      </p:sp>
    </p:spTree>
    <p:extLst>
      <p:ext uri="{BB962C8B-B14F-4D97-AF65-F5344CB8AC3E}">
        <p14:creationId xmlns:p14="http://schemas.microsoft.com/office/powerpoint/2010/main" val="159595221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Brev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501564"/>
            <a:ext cx="9144000" cy="5854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pt-PT" sz="4000" u="sng" dirty="0">
                <a:latin typeface="IBM Plex Sans SemiBold" panose="020B0703050203000203" pitchFamily="34" charset="0"/>
              </a:rPr>
              <a:t>Creio em Deus,</a:t>
            </a:r>
          </a:p>
          <a:p>
            <a:pPr lvl="0" algn="ctr">
              <a:lnSpc>
                <a:spcPct val="130000"/>
              </a:lnSpc>
            </a:pPr>
            <a:r>
              <a:rPr lang="pt-PT" sz="4000" u="none" dirty="0">
                <a:latin typeface="+mn-lt"/>
              </a:rPr>
              <a:t>Pai todo-poderoso, </a:t>
            </a:r>
          </a:p>
          <a:p>
            <a:pPr lvl="0" algn="ctr">
              <a:lnSpc>
                <a:spcPct val="130000"/>
              </a:lnSpc>
              <a:spcAft>
                <a:spcPts val="1800"/>
              </a:spcAft>
            </a:pPr>
            <a:r>
              <a:rPr lang="pt-PT" sz="4000" u="none" dirty="0">
                <a:latin typeface="+mn-lt"/>
              </a:rPr>
              <a:t>Criador do céu e da terra; </a:t>
            </a:r>
          </a:p>
          <a:p>
            <a:pPr lvl="0" algn="ctr">
              <a:lnSpc>
                <a:spcPct val="130000"/>
              </a:lnSpc>
            </a:pPr>
            <a:r>
              <a:rPr lang="pt-PT" sz="4000" u="sng" dirty="0">
                <a:latin typeface="IBM Plex Sans SemiBold" panose="020B0703050203000203" pitchFamily="34" charset="0"/>
              </a:rPr>
              <a:t>e em Jesus Cristo</a:t>
            </a:r>
            <a:r>
              <a:rPr lang="pt-PT" sz="4000" u="none" dirty="0">
                <a:latin typeface="+mn-lt"/>
              </a:rPr>
              <a:t>, seu único Filho,</a:t>
            </a:r>
          </a:p>
          <a:p>
            <a:pPr lvl="0" algn="ctr">
              <a:lnSpc>
                <a:spcPct val="130000"/>
              </a:lnSpc>
            </a:pPr>
            <a:r>
              <a:rPr lang="pt-PT" sz="4000" u="none" dirty="0">
                <a:latin typeface="+mn-lt"/>
              </a:rPr>
              <a:t> Nosso Senhor, </a:t>
            </a:r>
          </a:p>
          <a:p>
            <a:pPr lvl="0" algn="ctr">
              <a:lnSpc>
                <a:spcPct val="130000"/>
              </a:lnSpc>
            </a:pPr>
            <a:r>
              <a:rPr lang="pt-PT" sz="4000" u="none" dirty="0">
                <a:latin typeface="+mn-lt"/>
              </a:rPr>
              <a:t>que foi concebido pelo poder do Espírito Santo;</a:t>
            </a:r>
          </a:p>
        </p:txBody>
      </p:sp>
    </p:spTree>
    <p:extLst>
      <p:ext uri="{BB962C8B-B14F-4D97-AF65-F5344CB8AC3E}">
        <p14:creationId xmlns:p14="http://schemas.microsoft.com/office/powerpoint/2010/main" val="51830204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Brev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149513"/>
            <a:ext cx="9144000" cy="6558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Nasceu da Virgem Maria;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padeceu sob Pôncio Pilatos,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foi crucificado, morto e sepultado; </a:t>
            </a:r>
          </a:p>
          <a:p>
            <a:pPr marL="0" indent="0" algn="ctr">
              <a:lnSpc>
                <a:spcPct val="120000"/>
              </a:lnSpc>
              <a:spcAft>
                <a:spcPts val="1800"/>
              </a:spcAft>
              <a:buNone/>
            </a:pPr>
            <a:r>
              <a:rPr lang="pt-PT" sz="3400" dirty="0"/>
              <a:t>desceu à mansão dos mortos;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Ressuscitou ao terceiro dia;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Subiu aos Céus,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está sentado à direita de Deus,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Pai todo-poderoso,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de onde há de vir a julgar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400" dirty="0"/>
              <a:t> os vivos e os mortos.  </a:t>
            </a:r>
            <a:endParaRPr lang="pt-PT" sz="3400" dirty="0">
              <a:solidFill>
                <a:schemeClr val="bg1">
                  <a:lumMod val="95000"/>
                </a:schemeClr>
              </a:solidFill>
              <a:latin typeface="ø" panose="000002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3110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redo - Breve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824729"/>
            <a:ext cx="9144000" cy="5208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4000" u="sng" dirty="0">
                <a:latin typeface="IBM Plex Sans SemiBold" panose="020B0703050203000203" pitchFamily="34" charset="0"/>
              </a:rPr>
              <a:t>Creio no Espírito Santo;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u="sng" dirty="0">
                <a:latin typeface="IBM Plex Sans SemiBold" panose="020B0703050203000203" pitchFamily="34" charset="0"/>
              </a:rPr>
              <a:t>na santa Igreja Católica;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/>
              <a:t>na comunhão dos Santos;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/>
              <a:t>na remissão dos pecados;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/>
              <a:t>na ressurreição da carne;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/>
              <a:t>na vida eterna.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/>
              <a:t>Ámen.</a:t>
            </a:r>
          </a:p>
        </p:txBody>
      </p:sp>
    </p:spTree>
    <p:extLst>
      <p:ext uri="{BB962C8B-B14F-4D97-AF65-F5344CB8AC3E}">
        <p14:creationId xmlns:p14="http://schemas.microsoft.com/office/powerpoint/2010/main" val="40316328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ção Univer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etra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995" y="103695"/>
            <a:ext cx="8044010" cy="6532775"/>
          </a:xfrm>
        </p:spPr>
        <p:txBody>
          <a:bodyPr anchor="ctr" anchorCtr="0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6000">
                <a:latin typeface="+mj-lt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 dirty="0" err="1"/>
              <a:t>Ouvi-nos</a:t>
            </a:r>
            <a:r>
              <a:rPr lang="en-US" dirty="0"/>
              <a:t>, Senhor!</a:t>
            </a:r>
          </a:p>
        </p:txBody>
      </p:sp>
    </p:spTree>
    <p:extLst>
      <p:ext uri="{BB962C8B-B14F-4D97-AF65-F5344CB8AC3E}">
        <p14:creationId xmlns:p14="http://schemas.microsoft.com/office/powerpoint/2010/main" val="32801880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paração das oferend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240384" y="713129"/>
            <a:ext cx="8663233" cy="5431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spcAft>
                <a:spcPts val="1800"/>
              </a:spcAft>
              <a:buNone/>
            </a:pPr>
            <a:r>
              <a:rPr lang="pt-PT" sz="4000" dirty="0"/>
              <a:t>V. Orai, irmãos, para que o meu e vosso sacrifício seja aceite por Deus Pai todo-poderoso.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+mj-lt"/>
              </a:rPr>
              <a:t>R. Receba o Senhor por tuas mãos este sacrifício, para glória do seu nome, para nosso bem e de toda a santa Igreja.</a:t>
            </a:r>
          </a:p>
        </p:txBody>
      </p:sp>
    </p:spTree>
    <p:extLst>
      <p:ext uri="{BB962C8B-B14F-4D97-AF65-F5344CB8AC3E}">
        <p14:creationId xmlns:p14="http://schemas.microsoft.com/office/powerpoint/2010/main" val="33400312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álogo Prefác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1108589"/>
            <a:ext cx="9144000" cy="4640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pt-PT" sz="3600" dirty="0"/>
              <a:t>V. O Senhor esteja convosco.</a:t>
            </a:r>
          </a:p>
          <a:p>
            <a:pPr marL="0" indent="0" algn="ctr">
              <a:lnSpc>
                <a:spcPct val="120000"/>
              </a:lnSpc>
              <a:spcAft>
                <a:spcPts val="2400"/>
              </a:spcAft>
              <a:buNone/>
            </a:pPr>
            <a:r>
              <a:rPr lang="pt-PT" sz="3600" dirty="0">
                <a:latin typeface="+mj-lt"/>
              </a:rPr>
              <a:t>R. Ele está no meio de nós.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/>
              <a:t>V. Corações ao alto.</a:t>
            </a:r>
          </a:p>
          <a:p>
            <a:pPr marL="0" indent="0" algn="ctr">
              <a:lnSpc>
                <a:spcPct val="120000"/>
              </a:lnSpc>
              <a:spcAft>
                <a:spcPts val="2400"/>
              </a:spcAft>
              <a:buNone/>
            </a:pPr>
            <a:r>
              <a:rPr lang="pt-PT" sz="3600" dirty="0">
                <a:latin typeface="+mj-lt"/>
              </a:rPr>
              <a:t>R. O nosso coração está em Deus.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/>
              <a:t>V. Dêmos graças ao Senhor nosso Deus.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3600" dirty="0">
                <a:latin typeface="+mj-lt"/>
              </a:rPr>
              <a:t>R. É nosso dever, é nossa salvação.</a:t>
            </a:r>
          </a:p>
        </p:txBody>
      </p:sp>
    </p:spTree>
    <p:extLst>
      <p:ext uri="{BB962C8B-B14F-4D97-AF65-F5344CB8AC3E}">
        <p14:creationId xmlns:p14="http://schemas.microsoft.com/office/powerpoint/2010/main" val="416176956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lamação Memori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0" y="1859596"/>
            <a:ext cx="9144000" cy="31388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spcAft>
                <a:spcPts val="1200"/>
              </a:spcAft>
              <a:buNone/>
            </a:pPr>
            <a:r>
              <a:rPr lang="pt-PT" sz="4000" dirty="0"/>
              <a:t>V. Mistério da fé!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pt-PT" sz="4000" dirty="0">
                <a:latin typeface="+mj-lt"/>
              </a:rPr>
              <a:t>R. Anunciamos, Senhor, a Vossa morte, proclamamos a Vossa ressurreição. Vinde, Senhor Jesus!</a:t>
            </a:r>
          </a:p>
        </p:txBody>
      </p:sp>
    </p:spTree>
    <p:extLst>
      <p:ext uri="{BB962C8B-B14F-4D97-AF65-F5344CB8AC3E}">
        <p14:creationId xmlns:p14="http://schemas.microsoft.com/office/powerpoint/2010/main" val="3268885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lam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325225" y="857751"/>
            <a:ext cx="8493550" cy="5142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spcAft>
                <a:spcPts val="1800"/>
              </a:spcAft>
              <a:buNone/>
            </a:pPr>
            <a:r>
              <a:rPr lang="pt-PT" sz="3200" dirty="0"/>
              <a:t>V. Livrai-nos de todo o mal, Senhor, e dai ao mundo a paz em nossos dias, para que, ajudados pela vossa misericórdia, sejamos sempre livres do pecado e de toda a perturbação, enquanto esperamos a vinda gloriosa de Jesus Cristo nosso Salvador.</a:t>
            </a:r>
          </a:p>
          <a:p>
            <a:pPr marL="0" indent="0" algn="ctr">
              <a:lnSpc>
                <a:spcPct val="120000"/>
              </a:lnSpc>
              <a:spcAft>
                <a:spcPts val="1200"/>
              </a:spcAft>
              <a:buNone/>
            </a:pPr>
            <a:r>
              <a:rPr lang="pt-PT" sz="3600" dirty="0">
                <a:latin typeface="+mj-lt"/>
              </a:rPr>
              <a:t>R. Vosso é o reino e o poder e a glória para sempre.</a:t>
            </a:r>
          </a:p>
        </p:txBody>
      </p:sp>
    </p:spTree>
    <p:extLst>
      <p:ext uri="{BB962C8B-B14F-4D97-AF65-F5344CB8AC3E}">
        <p14:creationId xmlns:p14="http://schemas.microsoft.com/office/powerpoint/2010/main" val="238780616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vite à Comunh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461CFFF-A66C-B4EF-69DF-1DD65AABD72A}"/>
              </a:ext>
            </a:extLst>
          </p:cNvPr>
          <p:cNvSpPr txBox="1"/>
          <p:nvPr userDrawn="1"/>
        </p:nvSpPr>
        <p:spPr>
          <a:xfrm>
            <a:off x="150829" y="1339422"/>
            <a:ext cx="8842342" cy="4179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lnSpc>
                <a:spcPct val="120000"/>
              </a:lnSpc>
              <a:spcAft>
                <a:spcPts val="1200"/>
              </a:spcAft>
              <a:buNone/>
            </a:pPr>
            <a:r>
              <a:rPr lang="pt-PT" sz="3600" dirty="0"/>
              <a:t>V. Felizes os convidados para a Ceia do Senhor. Eis o Cordeiro de Deus, que tira o pecado do mundo.</a:t>
            </a:r>
          </a:p>
          <a:p>
            <a:pPr marL="0" indent="0" algn="ctr">
              <a:lnSpc>
                <a:spcPct val="120000"/>
              </a:lnSpc>
              <a:spcAft>
                <a:spcPts val="1200"/>
              </a:spcAft>
              <a:buNone/>
            </a:pPr>
            <a:r>
              <a:rPr lang="pt-PT" sz="3600" dirty="0">
                <a:latin typeface="+mj-lt"/>
              </a:rPr>
              <a:t>R. Senhor, eu não sou digno de que entreis em minha morada, mas dizei uma palavra e serei salvo.</a:t>
            </a:r>
          </a:p>
        </p:txBody>
      </p:sp>
    </p:spTree>
    <p:extLst>
      <p:ext uri="{BB962C8B-B14F-4D97-AF65-F5344CB8AC3E}">
        <p14:creationId xmlns:p14="http://schemas.microsoft.com/office/powerpoint/2010/main" val="25450858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itura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ência">
            <a:extLst>
              <a:ext uri="{FF2B5EF4-FFF2-40B4-BE49-F238E27FC236}">
                <a16:creationId xmlns:a16="http://schemas.microsoft.com/office/drawing/2014/main" id="{29D85961-FC26-87D6-F7CF-D2E332EB5E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80" y="1225489"/>
            <a:ext cx="8254640" cy="443054"/>
          </a:xfrm>
        </p:spPr>
        <p:txBody>
          <a:bodyPr wrap="square" anchor="t" anchorCtr="0">
            <a:normAutofit/>
          </a:bodyPr>
          <a:lstStyle>
            <a:lvl1pPr algn="ctr">
              <a:defRPr lang="pt-PT" sz="2400" b="0" i="0" cap="small" spc="0" baseline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  <a:cs typeface="Leelawadee UI Semilight" panose="020B0402040204020203" pitchFamily="34" charset="-34"/>
              </a:defRPr>
            </a:lvl1pPr>
          </a:lstStyle>
          <a:p>
            <a:r>
              <a:rPr lang="pt-PT" dirty="0"/>
              <a:t>Is 45, 1.4-6</a:t>
            </a:r>
          </a:p>
        </p:txBody>
      </p:sp>
      <p:sp>
        <p:nvSpPr>
          <p:cNvPr id="3" name="Citação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4680" y="1800202"/>
            <a:ext cx="8254639" cy="4638305"/>
          </a:xfrm>
        </p:spPr>
        <p:txBody>
          <a:bodyPr tIns="0" anchor="ctr" anchorCtr="1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PT" sz="4000" b="0" i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/>
              <a:t>«Tomei Ciro pela mão direita para subjugar diante dele as nações»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EFAF-C0B6-AE3C-0C51-0F0A4C760F06}"/>
              </a:ext>
            </a:extLst>
          </p:cNvPr>
          <p:cNvSpPr txBox="1"/>
          <p:nvPr userDrawn="1"/>
        </p:nvSpPr>
        <p:spPr>
          <a:xfrm>
            <a:off x="2526384" y="282806"/>
            <a:ext cx="4091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0" i="0" u="none" cap="small" spc="600" baseline="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1ª Leitura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959F69-8FA1-3D7A-1069-6CBFA7DEDAA9}"/>
              </a:ext>
            </a:extLst>
          </p:cNvPr>
          <p:cNvCxnSpPr>
            <a:cxnSpLocks/>
          </p:cNvCxnSpPr>
          <p:nvPr userDrawn="1"/>
        </p:nvCxnSpPr>
        <p:spPr>
          <a:xfrm flipH="1">
            <a:off x="444680" y="1093829"/>
            <a:ext cx="8254639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422889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lm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itação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4680" y="1517716"/>
            <a:ext cx="8254639" cy="4826523"/>
          </a:xfrm>
        </p:spPr>
        <p:txBody>
          <a:bodyPr tIns="0" anchor="ctr" anchorCtr="1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PT" sz="4000" b="0" i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Hoje</a:t>
            </a:r>
            <a:r>
              <a:rPr lang="en-US" dirty="0"/>
              <a:t> se </a:t>
            </a:r>
            <a:r>
              <a:rPr lang="en-US" dirty="0" err="1"/>
              <a:t>escutardes</a:t>
            </a:r>
            <a:r>
              <a:rPr lang="en-US" dirty="0"/>
              <a:t> a </a:t>
            </a:r>
            <a:r>
              <a:rPr lang="en-US" dirty="0" err="1"/>
              <a:t>voz</a:t>
            </a:r>
            <a:r>
              <a:rPr lang="en-US" dirty="0"/>
              <a:t> do Senhor,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fecheis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vossos</a:t>
            </a:r>
            <a:r>
              <a:rPr lang="en-US" dirty="0"/>
              <a:t> </a:t>
            </a:r>
            <a:r>
              <a:rPr lang="en-US" dirty="0" err="1"/>
              <a:t>corações</a:t>
            </a:r>
            <a:r>
              <a:rPr lang="en-US" dirty="0"/>
              <a:t>, </a:t>
            </a:r>
            <a:r>
              <a:rPr lang="en-US" dirty="0" err="1"/>
              <a:t>não</a:t>
            </a:r>
            <a:r>
              <a:rPr lang="en-US" dirty="0"/>
              <a:t> </a:t>
            </a:r>
            <a:r>
              <a:rPr lang="en-US" dirty="0" err="1"/>
              <a:t>fecheis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vossos</a:t>
            </a:r>
            <a:r>
              <a:rPr lang="en-US" dirty="0"/>
              <a:t> </a:t>
            </a:r>
            <a:r>
              <a:rPr lang="en-US" dirty="0" err="1"/>
              <a:t>corações</a:t>
            </a:r>
            <a:r>
              <a:rPr lang="en-US" dirty="0"/>
              <a:t>.</a:t>
            </a:r>
            <a:endParaRPr lang="pt-PT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EFAF-C0B6-AE3C-0C51-0F0A4C760F06}"/>
              </a:ext>
            </a:extLst>
          </p:cNvPr>
          <p:cNvSpPr txBox="1"/>
          <p:nvPr userDrawn="1"/>
        </p:nvSpPr>
        <p:spPr>
          <a:xfrm>
            <a:off x="2026763" y="282806"/>
            <a:ext cx="50904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0" i="0" u="none" cap="small" baseline="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Salmo Responsorial</a:t>
            </a:r>
            <a:endParaRPr lang="pt-PT" sz="4000" b="0" i="0" u="none" cap="small" baseline="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9CA452-C242-8E24-21E2-C455200B6F79}"/>
              </a:ext>
            </a:extLst>
          </p:cNvPr>
          <p:cNvCxnSpPr>
            <a:cxnSpLocks/>
          </p:cNvCxnSpPr>
          <p:nvPr userDrawn="1"/>
        </p:nvCxnSpPr>
        <p:spPr>
          <a:xfrm flipH="1">
            <a:off x="444680" y="1093829"/>
            <a:ext cx="8254639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35999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itura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ência">
            <a:extLst>
              <a:ext uri="{FF2B5EF4-FFF2-40B4-BE49-F238E27FC236}">
                <a16:creationId xmlns:a16="http://schemas.microsoft.com/office/drawing/2014/main" id="{29D85961-FC26-87D6-F7CF-D2E332EB5E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80" y="1225489"/>
            <a:ext cx="8254640" cy="443054"/>
          </a:xfrm>
        </p:spPr>
        <p:txBody>
          <a:bodyPr wrap="square" anchor="t" anchorCtr="0">
            <a:normAutofit/>
          </a:bodyPr>
          <a:lstStyle>
            <a:lvl1pPr algn="ctr">
              <a:defRPr lang="pt-PT" sz="2400" b="0" i="0" cap="small" spc="0" baseline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  <a:cs typeface="Leelawadee UI Semilight" panose="020B0402040204020203" pitchFamily="34" charset="-34"/>
              </a:defRPr>
            </a:lvl1pPr>
          </a:lstStyle>
          <a:p>
            <a:r>
              <a:rPr lang="pt-PT" dirty="0"/>
              <a:t>Is 45, 1.4-6</a:t>
            </a:r>
          </a:p>
        </p:txBody>
      </p:sp>
      <p:sp>
        <p:nvSpPr>
          <p:cNvPr id="3" name="Citação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4680" y="1800202"/>
            <a:ext cx="8254639" cy="4638305"/>
          </a:xfrm>
        </p:spPr>
        <p:txBody>
          <a:bodyPr tIns="0" anchor="ctr" anchorCtr="1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PT" sz="4000" b="0" i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/>
              <a:t>«Tomei Ciro pela mão direita para subjugar diante dele as nações»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EFAF-C0B6-AE3C-0C51-0F0A4C760F06}"/>
              </a:ext>
            </a:extLst>
          </p:cNvPr>
          <p:cNvSpPr txBox="1"/>
          <p:nvPr userDrawn="1"/>
        </p:nvSpPr>
        <p:spPr>
          <a:xfrm>
            <a:off x="2526384" y="282806"/>
            <a:ext cx="4091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0" i="0" u="none" cap="small" spc="600" baseline="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2ª Leitura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959F69-8FA1-3D7A-1069-6CBFA7DEDAA9}"/>
              </a:ext>
            </a:extLst>
          </p:cNvPr>
          <p:cNvCxnSpPr>
            <a:cxnSpLocks/>
          </p:cNvCxnSpPr>
          <p:nvPr userDrawn="1"/>
        </p:nvCxnSpPr>
        <p:spPr>
          <a:xfrm flipH="1">
            <a:off x="444680" y="1093829"/>
            <a:ext cx="8254639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972041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ouvor a vó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so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5974" y="3162144"/>
            <a:ext cx="7832053" cy="3413050"/>
          </a:xfrm>
        </p:spPr>
        <p:txBody>
          <a:bodyPr tIns="0" anchor="ctr" anchorCtr="1">
            <a:no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PT" sz="3200" b="0" i="0" smtClean="0">
                <a:solidFill>
                  <a:schemeClr val="accent2">
                    <a:lumMod val="75000"/>
                  </a:schemeClr>
                </a:solidFill>
                <a:effectLst/>
                <a:latin typeface="Livvic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/>
              <a:t>Cristo obedeceu até à morte e morte de cruz.</a:t>
            </a:r>
          </a:p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/>
              <a:t>Por isso Deus O exaltou</a:t>
            </a:r>
          </a:p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/>
              <a:t>e Lhe deu um nome que está acima de todos os nomes.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EFAF-C0B6-AE3C-0C51-0F0A4C760F06}"/>
              </a:ext>
            </a:extLst>
          </p:cNvPr>
          <p:cNvSpPr txBox="1"/>
          <p:nvPr userDrawn="1"/>
        </p:nvSpPr>
        <p:spPr>
          <a:xfrm>
            <a:off x="1310326" y="282806"/>
            <a:ext cx="652334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Aclamação</a:t>
            </a:r>
            <a:r>
              <a:rPr lang="en-US" sz="40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40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ao</a:t>
            </a:r>
            <a:r>
              <a:rPr lang="en-US" sz="40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Evangelho</a:t>
            </a:r>
            <a:endParaRPr lang="pt-PT" sz="4000" b="0" i="0" u="none" cap="small" baseline="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F9CA452-C242-8E24-21E2-C455200B6F79}"/>
              </a:ext>
            </a:extLst>
          </p:cNvPr>
          <p:cNvCxnSpPr>
            <a:cxnSpLocks/>
          </p:cNvCxnSpPr>
          <p:nvPr userDrawn="1"/>
        </p:nvCxnSpPr>
        <p:spPr>
          <a:xfrm flipH="1">
            <a:off x="444680" y="1093829"/>
            <a:ext cx="8254639" cy="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63DBA0E2-F88B-D280-38B9-7C776713B47B}"/>
              </a:ext>
            </a:extLst>
          </p:cNvPr>
          <p:cNvSpPr txBox="1"/>
          <p:nvPr userDrawn="1"/>
        </p:nvSpPr>
        <p:spPr>
          <a:xfrm>
            <a:off x="655974" y="1343157"/>
            <a:ext cx="78320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Louvor</a:t>
            </a:r>
            <a:r>
              <a:rPr lang="en-US" sz="48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a </a:t>
            </a:r>
            <a:r>
              <a:rPr lang="en-US" sz="48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Vós</a:t>
            </a:r>
            <a:r>
              <a:rPr lang="en-US" sz="48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, Rei da </a:t>
            </a:r>
            <a:r>
              <a:rPr lang="en-US" sz="48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eterna</a:t>
            </a:r>
            <a:r>
              <a:rPr lang="en-US" sz="48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</a:t>
            </a:r>
            <a:r>
              <a:rPr lang="en-US" sz="48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glória</a:t>
            </a:r>
            <a:r>
              <a:rPr lang="en-US" sz="48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, </a:t>
            </a:r>
            <a:r>
              <a:rPr lang="en-US" sz="48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louvor</a:t>
            </a:r>
            <a:r>
              <a:rPr lang="en-US" sz="48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 a </a:t>
            </a:r>
            <a:r>
              <a:rPr lang="en-US" sz="4800" b="0" i="0" u="none" cap="small" baseline="0" dirty="0" err="1">
                <a:solidFill>
                  <a:schemeClr val="accent2">
                    <a:lumMod val="50000"/>
                  </a:schemeClr>
                </a:solidFill>
                <a:latin typeface="+mj-lt"/>
              </a:rPr>
              <a:t>Vós</a:t>
            </a:r>
            <a:r>
              <a:rPr lang="en-US" sz="4800" b="0" i="0" u="none" cap="small" baseline="0" dirty="0">
                <a:solidFill>
                  <a:schemeClr val="accent2">
                    <a:lumMod val="50000"/>
                  </a:schemeClr>
                </a:solidFill>
                <a:latin typeface="+mj-lt"/>
              </a:rPr>
              <a:t>!</a:t>
            </a:r>
            <a:endParaRPr lang="pt-PT" sz="4800" b="0" i="0" u="none" cap="small" baseline="0" dirty="0">
              <a:solidFill>
                <a:schemeClr val="accent2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42121256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vangelh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ferência">
            <a:extLst>
              <a:ext uri="{FF2B5EF4-FFF2-40B4-BE49-F238E27FC236}">
                <a16:creationId xmlns:a16="http://schemas.microsoft.com/office/drawing/2014/main" id="{29D85961-FC26-87D6-F7CF-D2E332EB5E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4680" y="1225489"/>
            <a:ext cx="8254640" cy="443054"/>
          </a:xfrm>
        </p:spPr>
        <p:txBody>
          <a:bodyPr wrap="square" anchor="t" anchorCtr="0">
            <a:normAutofit/>
          </a:bodyPr>
          <a:lstStyle>
            <a:lvl1pPr algn="ctr">
              <a:defRPr lang="pt-PT" sz="2400" b="0" i="0" cap="small" spc="0" baseline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  <a:cs typeface="Leelawadee UI Semilight" panose="020B0402040204020203" pitchFamily="34" charset="-34"/>
              </a:defRPr>
            </a:lvl1pPr>
          </a:lstStyle>
          <a:p>
            <a:r>
              <a:rPr lang="pt-PT" dirty="0"/>
              <a:t>Is 45, 1.4-6</a:t>
            </a:r>
          </a:p>
        </p:txBody>
      </p:sp>
      <p:sp>
        <p:nvSpPr>
          <p:cNvPr id="3" name="Citação">
            <a:extLst>
              <a:ext uri="{FF2B5EF4-FFF2-40B4-BE49-F238E27FC236}">
                <a16:creationId xmlns:a16="http://schemas.microsoft.com/office/drawing/2014/main" id="{7FBA5054-2BE0-6B52-7485-0B10968F39E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4680" y="1800202"/>
            <a:ext cx="8254639" cy="4638305"/>
          </a:xfrm>
        </p:spPr>
        <p:txBody>
          <a:bodyPr tIns="0" anchor="ctr" anchorCtr="1">
            <a:normAutofit/>
          </a:bodyPr>
          <a:lstStyle>
            <a:lvl1pPr marL="0" marR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pt-PT" sz="4000" b="0" i="0" smtClean="0">
                <a:solidFill>
                  <a:schemeClr val="accent1">
                    <a:lumMod val="75000"/>
                  </a:schemeClr>
                </a:solidFill>
                <a:effectLst/>
                <a:latin typeface="Livvic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marL="0" marR="0" lvl="0" indent="0" algn="ctr" defTabSz="6858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/>
              <a:t>«Tomei Ciro pela mão direita para subjugar diante dele as nações»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16EFAF-C0B6-AE3C-0C51-0F0A4C760F06}"/>
              </a:ext>
            </a:extLst>
          </p:cNvPr>
          <p:cNvSpPr txBox="1"/>
          <p:nvPr userDrawn="1"/>
        </p:nvSpPr>
        <p:spPr>
          <a:xfrm>
            <a:off x="2526384" y="282806"/>
            <a:ext cx="40912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PT" sz="4000" b="0" i="0" u="none" cap="small" spc="600" baseline="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Evangelho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959F69-8FA1-3D7A-1069-6CBFA7DEDAA9}"/>
              </a:ext>
            </a:extLst>
          </p:cNvPr>
          <p:cNvCxnSpPr>
            <a:cxnSpLocks/>
          </p:cNvCxnSpPr>
          <p:nvPr userDrawn="1"/>
        </p:nvCxnSpPr>
        <p:spPr>
          <a:xfrm flipH="1">
            <a:off x="444680" y="1093829"/>
            <a:ext cx="8254639" cy="0"/>
          </a:xfrm>
          <a:prstGeom prst="line">
            <a:avLst/>
          </a:prstGeom>
          <a:ln w="190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0624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64B407-8B03-954B-0455-61D3F7BF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pt-P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BA8B73-1FBB-9394-93D8-DB4B1A743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pt-PT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44B167-DA78-3CCA-F803-2E25738F8F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2806AE-2D5A-4F99-BCA8-3392766A92A2}" type="datetimeFigureOut">
              <a:rPr lang="pt-PT" smtClean="0"/>
              <a:t>15/10/2026</a:t>
            </a:fld>
            <a:endParaRPr lang="pt-P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C9F93-19FC-5607-E8AC-5BC6CB5178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35533-86C3-9335-FA39-5A3A119F0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EFF8A0-FCCB-410E-91DB-C03C6B0655C8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592244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9" r:id="rId7"/>
    <p:sldLayoutId id="2147483665" r:id="rId8"/>
    <p:sldLayoutId id="2147483668" r:id="rId9"/>
    <p:sldLayoutId id="2147483650" r:id="rId10"/>
    <p:sldLayoutId id="2147483667" r:id="rId11"/>
    <p:sldLayoutId id="2147483666" r:id="rId12"/>
    <p:sldLayoutId id="2147483670" r:id="rId13"/>
    <p:sldLayoutId id="2147483672" r:id="rId14"/>
    <p:sldLayoutId id="2147483673" r:id="rId15"/>
    <p:sldLayoutId id="2147483674" r:id="rId16"/>
    <p:sldLayoutId id="2147483675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93" r:id="rId30"/>
    <p:sldLayoutId id="2147483689" r:id="rId31"/>
    <p:sldLayoutId id="2147483690" r:id="rId32"/>
    <p:sldLayoutId id="2147483692" r:id="rId33"/>
    <p:sldLayoutId id="2147483691" r:id="rId34"/>
    <p:sldLayoutId id="2147483694" r:id="rId35"/>
    <p:sldLayoutId id="2147483700" r:id="rId36"/>
    <p:sldLayoutId id="2147483701" r:id="rId37"/>
    <p:sldLayoutId id="2147483703" r:id="rId38"/>
    <p:sldLayoutId id="2147483702" r:id="rId39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None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Liturgia">
      <a:dk1>
        <a:sysClr val="windowText" lastClr="000000"/>
      </a:dk1>
      <a:lt1>
        <a:sysClr val="window" lastClr="FFFFFF"/>
      </a:lt1>
      <a:dk2>
        <a:srgbClr val="44546A"/>
      </a:dk2>
      <a:lt2>
        <a:srgbClr val="FFEDB5"/>
      </a:lt2>
      <a:accent1>
        <a:srgbClr val="46715C"/>
      </a:accent1>
      <a:accent2>
        <a:srgbClr val="A461AF"/>
      </a:accent2>
      <a:accent3>
        <a:srgbClr val="F99595"/>
      </a:accent3>
      <a:accent4>
        <a:srgbClr val="8C6A00"/>
      </a:accent4>
      <a:accent5>
        <a:srgbClr val="B92323"/>
      </a:accent5>
      <a:accent6>
        <a:srgbClr val="3470B2"/>
      </a:accent6>
      <a:hlink>
        <a:srgbClr val="0563C1"/>
      </a:hlink>
      <a:folHlink>
        <a:srgbClr val="954F72"/>
      </a:folHlink>
    </a:clrScheme>
    <a:fontScheme name="Chorus Theme">
      <a:majorFont>
        <a:latin typeface="Livvic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1" baseType="lpstr">
      <vt:lpstr>Arial</vt:lpstr>
      <vt:lpstr>Calibri</vt:lpstr>
      <vt:lpstr>IBM Plex Sans</vt:lpstr>
      <vt:lpstr>IBM Plex Sans SemiBold</vt:lpstr>
      <vt:lpstr>Livvic</vt:lpstr>
      <vt:lpstr>Livvic SemiBold</vt:lpstr>
      <vt:lpstr>Livvic Thin</vt:lpstr>
      <vt:lpstr>ø</vt:lpstr>
      <vt:lpstr>Playfair Display</vt:lpstr>
      <vt:lpstr>Shadows Into Light Two</vt:lpstr>
      <vt:lpstr>Office Theme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 Margarida Silva</dc:creator>
  <cp:lastModifiedBy>Ana Margarida Silva</cp:lastModifiedBy>
  <cp:revision>43</cp:revision>
  <dcterms:created xsi:type="dcterms:W3CDTF">2025-12-28T18:57:32Z</dcterms:created>
  <dcterms:modified xsi:type="dcterms:W3CDTF">2026-10-15T18:11:54Z</dcterms:modified>
</cp:coreProperties>
</file>